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53"/>
  </p:notesMasterIdLst>
  <p:sldIdLst>
    <p:sldId id="256" r:id="rId2"/>
    <p:sldId id="397" r:id="rId3"/>
    <p:sldId id="372" r:id="rId4"/>
    <p:sldId id="273" r:id="rId5"/>
    <p:sldId id="430" r:id="rId6"/>
    <p:sldId id="429" r:id="rId7"/>
    <p:sldId id="427" r:id="rId8"/>
    <p:sldId id="431" r:id="rId9"/>
    <p:sldId id="433" r:id="rId10"/>
    <p:sldId id="434" r:id="rId11"/>
    <p:sldId id="435" r:id="rId12"/>
    <p:sldId id="395" r:id="rId13"/>
    <p:sldId id="465" r:id="rId14"/>
    <p:sldId id="471" r:id="rId15"/>
    <p:sldId id="466" r:id="rId16"/>
    <p:sldId id="467" r:id="rId17"/>
    <p:sldId id="468" r:id="rId18"/>
    <p:sldId id="469" r:id="rId19"/>
    <p:sldId id="470" r:id="rId20"/>
    <p:sldId id="432" r:id="rId21"/>
    <p:sldId id="437" r:id="rId22"/>
    <p:sldId id="438" r:id="rId23"/>
    <p:sldId id="439" r:id="rId24"/>
    <p:sldId id="436" r:id="rId25"/>
    <p:sldId id="473" r:id="rId26"/>
    <p:sldId id="463" r:id="rId27"/>
    <p:sldId id="475" r:id="rId28"/>
    <p:sldId id="461" r:id="rId29"/>
    <p:sldId id="476" r:id="rId30"/>
    <p:sldId id="477" r:id="rId31"/>
    <p:sldId id="478" r:id="rId32"/>
    <p:sldId id="479" r:id="rId33"/>
    <p:sldId id="318" r:id="rId34"/>
    <p:sldId id="441" r:id="rId35"/>
    <p:sldId id="442" r:id="rId36"/>
    <p:sldId id="403" r:id="rId37"/>
    <p:sldId id="443" r:id="rId38"/>
    <p:sldId id="444" r:id="rId39"/>
    <p:sldId id="445" r:id="rId40"/>
    <p:sldId id="450" r:id="rId41"/>
    <p:sldId id="447" r:id="rId42"/>
    <p:sldId id="448" r:id="rId43"/>
    <p:sldId id="446" r:id="rId44"/>
    <p:sldId id="451" r:id="rId45"/>
    <p:sldId id="453" r:id="rId46"/>
    <p:sldId id="454" r:id="rId47"/>
    <p:sldId id="455" r:id="rId48"/>
    <p:sldId id="456" r:id="rId49"/>
    <p:sldId id="458" r:id="rId50"/>
    <p:sldId id="305" r:id="rId51"/>
    <p:sldId id="306" r:id="rId52"/>
  </p:sldIdLst>
  <p:sldSz cx="12192000" cy="6858000"/>
  <p:notesSz cx="6858000" cy="9144000"/>
  <p:embeddedFontLst>
    <p:embeddedFont>
      <p:font typeface="Calibri" panose="020F0502020204030204" pitchFamily="34" charset="0"/>
      <p:regular r:id="rId54"/>
      <p:bold r:id="rId55"/>
      <p:italic r:id="rId56"/>
      <p:boldItalic r:id="rId57"/>
    </p:embeddedFont>
    <p:embeddedFont>
      <p:font typeface="Cambria Math" panose="02040503050406030204" pitchFamily="18" charset="0"/>
      <p:regular r:id="rId58"/>
    </p:embeddedFont>
    <p:embeddedFont>
      <p:font typeface="Consolas" panose="020B0609020204030204" pitchFamily="49" charset="0"/>
      <p:regular r:id="rId59"/>
      <p:bold r:id="rId60"/>
      <p:italic r:id="rId61"/>
      <p:boldItalic r:id="rId62"/>
    </p:embeddedFont>
    <p:embeddedFont>
      <p:font typeface="Roboto" panose="02000000000000000000" pitchFamily="2" charset="0"/>
      <p:regular r:id="rId63"/>
      <p:bold r:id="rId64"/>
      <p:italic r:id="rId65"/>
      <p:boldItalic r:id="rId66"/>
    </p:embeddedFont>
    <p:embeddedFont>
      <p:font typeface="Roboto Slab" panose="020B0604020202020204" charset="0"/>
      <p:regular r:id="rId67"/>
      <p:bold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nry Arcila" initials="HA" lastIdx="1" clrIdx="0">
    <p:extLst>
      <p:ext uri="{19B8F6BF-5375-455C-9EA6-DF929625EA0E}">
        <p15:presenceInfo xmlns:p15="http://schemas.microsoft.com/office/powerpoint/2012/main" userId="fa81e750b1be2331" providerId="Windows Live"/>
      </p:ext>
    </p:extLst>
  </p:cmAuthor>
  <p:cmAuthor id="2" name="HENRY ALBERTO ARCILA RAMIREZ" initials="HAAR" lastIdx="2" clrIdx="1">
    <p:extLst>
      <p:ext uri="{19B8F6BF-5375-455C-9EA6-DF929625EA0E}">
        <p15:presenceInfo xmlns:p15="http://schemas.microsoft.com/office/powerpoint/2012/main" userId="HENRY ALBERTO ARCILA RAMIRE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6A3598-7CB8-4345-8D95-17CE05F158A0}">
  <a:tblStyle styleId="{AD6A3598-7CB8-4345-8D95-17CE05F158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2" autoAdjust="0"/>
    <p:restoredTop sz="92081" autoAdjust="0"/>
  </p:normalViewPr>
  <p:slideViewPr>
    <p:cSldViewPr snapToGrid="0">
      <p:cViewPr varScale="1">
        <p:scale>
          <a:sx n="63" d="100"/>
          <a:sy n="63" d="100"/>
        </p:scale>
        <p:origin x="852" y="7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0.fntdata"/><Relationship Id="rId68" Type="http://schemas.openxmlformats.org/officeDocument/2006/relationships/font" Target="fonts/font15.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66" Type="http://schemas.openxmlformats.org/officeDocument/2006/relationships/font" Target="fonts/font13.fntdata"/><Relationship Id="rId5" Type="http://schemas.openxmlformats.org/officeDocument/2006/relationships/slide" Target="slides/slide4.xml"/><Relationship Id="rId61" Type="http://schemas.openxmlformats.org/officeDocument/2006/relationships/font" Target="fonts/font8.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64" Type="http://schemas.openxmlformats.org/officeDocument/2006/relationships/font" Target="fonts/font11.fntdata"/><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6.fntdata"/><Relationship Id="rId67"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62" Type="http://schemas.openxmlformats.org/officeDocument/2006/relationships/font" Target="fonts/font9.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7.fntdata"/><Relationship Id="rId65" Type="http://schemas.openxmlformats.org/officeDocument/2006/relationships/font" Target="fonts/font12.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2.fntdata"/><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8358aba0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8358aba0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9642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8364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0049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170862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280368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150413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24018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112197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3337066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2206897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100755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6460946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5633016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2913711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80811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7738105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6543747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7415694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6377825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5892510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1641997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5681898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1871799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Cuda</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OpenCL</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OpenACC</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X10</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Chapel</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UPC</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65633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Cuda</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OpenCL</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OpenACC</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X10</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Chapel</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UPC</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48716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Cuda</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OpenCL</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OpenACC</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X10</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Chapel</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UPC</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4163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Cuda</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OpenCL</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OpenACC</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X10</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Chapel</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UPC</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50299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Cuda</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OpenCL</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OpenACC</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X10</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Chapel</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UPC</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26187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Cuda</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OpenCL</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OpenACC</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X10</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Chapel</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UPC</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54381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1" indent="-381000" algn="l" rtl="0">
              <a:lnSpc>
                <a:spcPct val="90000"/>
              </a:lnSpc>
              <a:spcBef>
                <a:spcPts val="50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Cuda</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OpenCL</a:t>
            </a:r>
            <a:endParaRPr sz="2400">
              <a:solidFill>
                <a:schemeClr val="dk1"/>
              </a:solidFill>
              <a:latin typeface="Roboto"/>
              <a:ea typeface="Roboto"/>
              <a:cs typeface="Roboto"/>
              <a:sym typeface="Roboto"/>
            </a:endParaRPr>
          </a:p>
          <a:p>
            <a:pPr marL="914400" lvl="1"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OpenACC</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X10</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Chapel</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UPC</a:t>
            </a:r>
            <a:endParaRPr sz="2400">
              <a:solidFill>
                <a:schemeClr val="dk1"/>
              </a:solidFill>
              <a:latin typeface="Roboto"/>
              <a:ea typeface="Roboto"/>
              <a:cs typeface="Roboto"/>
              <a:sym typeface="Roboto"/>
            </a:endParaRPr>
          </a:p>
          <a:p>
            <a:pPr marL="0" lvl="0" indent="0" algn="l" rtl="0">
              <a:lnSpc>
                <a:spcPct val="90000"/>
              </a:lnSpc>
              <a:spcBef>
                <a:spcPts val="1000"/>
              </a:spcBef>
              <a:spcAft>
                <a:spcPts val="0"/>
              </a:spcAft>
              <a:buNone/>
            </a:pPr>
            <a:endParaRPr sz="240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11889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5296210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0092510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63209057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61430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34159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34096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702717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41898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115158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46501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60716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154453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7986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18165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89574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72947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926a7ab31e_0_5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914400" lvl="0" indent="0" algn="l" rtl="0">
              <a:lnSpc>
                <a:spcPct val="90000"/>
              </a:lnSpc>
              <a:spcBef>
                <a:spcPts val="500"/>
              </a:spcBef>
              <a:spcAft>
                <a:spcPts val="0"/>
              </a:spcAft>
              <a:buNone/>
            </a:pPr>
            <a:endParaRPr sz="2400" dirty="0">
              <a:solidFill>
                <a:schemeClr val="dk1"/>
              </a:solidFill>
              <a:latin typeface="Roboto"/>
              <a:ea typeface="Roboto"/>
              <a:cs typeface="Roboto"/>
              <a:sym typeface="Roboto"/>
            </a:endParaRPr>
          </a:p>
        </p:txBody>
      </p:sp>
      <p:sp>
        <p:nvSpPr>
          <p:cNvPr id="706" name="Google Shape;706;g926a7ab31e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4439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g91542c71bb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2" name="Google Shape;712;g91542c71bb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78358aba08_0_1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78358aba08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UdeA-Nueva" type="obj">
  <p:cSld name="OBJECT">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Clr>
                <a:srgbClr val="0B6937"/>
              </a:buClr>
              <a:buSzPts val="2880"/>
              <a:buFont typeface="Roboto Slab"/>
              <a:buNone/>
              <a:defRPr b="1">
                <a:solidFill>
                  <a:srgbClr val="0B6937"/>
                </a:solidFill>
                <a:latin typeface="Roboto Slab"/>
                <a:ea typeface="Roboto Slab"/>
                <a:cs typeface="Roboto Slab"/>
                <a:sym typeface="Roboto Slab"/>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30200" algn="l">
              <a:lnSpc>
                <a:spcPct val="90000"/>
              </a:lnSpc>
              <a:spcBef>
                <a:spcPts val="1000"/>
              </a:spcBef>
              <a:spcAft>
                <a:spcPts val="0"/>
              </a:spcAft>
              <a:buClr>
                <a:schemeClr val="dk1"/>
              </a:buClr>
              <a:buSzPts val="1600"/>
              <a:buFont typeface="Roboto"/>
              <a:buChar char="●"/>
              <a:defRPr sz="2600">
                <a:latin typeface="Roboto"/>
                <a:ea typeface="Roboto"/>
                <a:cs typeface="Roboto"/>
                <a:sym typeface="Roboto"/>
              </a:defRPr>
            </a:lvl1pPr>
            <a:lvl2pPr marL="914400" lvl="1" indent="-330200" algn="l">
              <a:lnSpc>
                <a:spcPct val="90000"/>
              </a:lnSpc>
              <a:spcBef>
                <a:spcPts val="500"/>
              </a:spcBef>
              <a:spcAft>
                <a:spcPts val="0"/>
              </a:spcAft>
              <a:buClr>
                <a:schemeClr val="dk1"/>
              </a:buClr>
              <a:buSzPts val="1600"/>
              <a:buFont typeface="Roboto"/>
              <a:buChar char="○"/>
              <a:defRPr sz="2200">
                <a:latin typeface="Roboto"/>
                <a:ea typeface="Roboto"/>
                <a:cs typeface="Roboto"/>
                <a:sym typeface="Roboto"/>
              </a:defRPr>
            </a:lvl2pPr>
            <a:lvl3pPr marL="1371600" lvl="2" indent="-342900" algn="l">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14" name="Google Shape;14;p2"/>
          <p:cNvSpPr txBox="1">
            <a:spLocks noGrp="1"/>
          </p:cNvSpPr>
          <p:nvPr>
            <p:ph type="dt" idx="10"/>
          </p:nvPr>
        </p:nvSpPr>
        <p:spPr>
          <a:xfrm>
            <a:off x="916650" y="62801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477925" y="62801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9151400" y="62801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
        <p:nvSpPr>
          <p:cNvPr id="17" name="Google Shape;17;p2"/>
          <p:cNvSpPr/>
          <p:nvPr/>
        </p:nvSpPr>
        <p:spPr>
          <a:xfrm rot="5400000">
            <a:off x="-3061973" y="3062100"/>
            <a:ext cx="6858000" cy="733800"/>
          </a:xfrm>
          <a:prstGeom prst="rect">
            <a:avLst/>
          </a:prstGeom>
          <a:solidFill>
            <a:srgbClr val="0B6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C000"/>
              </a:solidFill>
              <a:latin typeface="Calibri"/>
              <a:ea typeface="Calibri"/>
              <a:cs typeface="Calibri"/>
              <a:sym typeface="Calibri"/>
            </a:endParaRPr>
          </a:p>
        </p:txBody>
      </p:sp>
      <p:sp>
        <p:nvSpPr>
          <p:cNvPr id="18" name="Google Shape;18;p2"/>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9" name="Google Shape;19;p2"/>
          <p:cNvPicPr preferRelativeResize="0"/>
          <p:nvPr/>
        </p:nvPicPr>
        <p:blipFill rotWithShape="1">
          <a:blip r:embed="rId2">
            <a:alphaModFix/>
          </a:blip>
          <a:srcRect/>
          <a:stretch/>
        </p:blipFill>
        <p:spPr>
          <a:xfrm>
            <a:off x="9403368" y="200380"/>
            <a:ext cx="2262624" cy="710577"/>
          </a:xfrm>
          <a:prstGeom prst="rect">
            <a:avLst/>
          </a:prstGeom>
          <a:noFill/>
          <a:ln>
            <a:noFill/>
          </a:ln>
        </p:spPr>
      </p:pic>
      <p:sp>
        <p:nvSpPr>
          <p:cNvPr id="20" name="Google Shape;20;p2"/>
          <p:cNvSpPr/>
          <p:nvPr/>
        </p:nvSpPr>
        <p:spPr>
          <a:xfrm>
            <a:off x="11347918" y="6390907"/>
            <a:ext cx="178200" cy="178200"/>
          </a:xfrm>
          <a:prstGeom prst="rect">
            <a:avLst/>
          </a:prstGeom>
          <a:solidFill>
            <a:srgbClr val="0B6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 name="Google Shape;21;p2"/>
          <p:cNvSpPr/>
          <p:nvPr/>
        </p:nvSpPr>
        <p:spPr>
          <a:xfrm>
            <a:off x="11042181" y="6386352"/>
            <a:ext cx="178200" cy="178200"/>
          </a:xfrm>
          <a:prstGeom prst="rect">
            <a:avLst/>
          </a:prstGeom>
          <a:solidFill>
            <a:srgbClr val="F8A0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2" name="Google Shape;22;p2"/>
          <p:cNvSpPr/>
          <p:nvPr/>
        </p:nvSpPr>
        <p:spPr>
          <a:xfrm>
            <a:off x="10736444" y="6390907"/>
            <a:ext cx="178200" cy="1782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UdeA-Nueva 1">
  <p:cSld name="OBJECT_1">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F8A02B"/>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26" name="Google Shape;26;p3"/>
          <p:cNvSpPr txBox="1">
            <a:spLocks noGrp="1"/>
          </p:cNvSpPr>
          <p:nvPr>
            <p:ph type="dt" idx="10"/>
          </p:nvPr>
        </p:nvSpPr>
        <p:spPr>
          <a:xfrm>
            <a:off x="1204075" y="62974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8616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
        <p:nvSpPr>
          <p:cNvPr id="29" name="Google Shape;29;p3"/>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30" name="Google Shape;30;p3"/>
          <p:cNvPicPr preferRelativeResize="0"/>
          <p:nvPr/>
        </p:nvPicPr>
        <p:blipFill rotWithShape="1">
          <a:blip r:embed="rId2">
            <a:alphaModFix/>
          </a:blip>
          <a:srcRect/>
          <a:stretch/>
        </p:blipFill>
        <p:spPr>
          <a:xfrm>
            <a:off x="9403368" y="200380"/>
            <a:ext cx="2262624" cy="710577"/>
          </a:xfrm>
          <a:prstGeom prst="rect">
            <a:avLst/>
          </a:prstGeom>
          <a:noFill/>
          <a:ln>
            <a:noFill/>
          </a:ln>
        </p:spPr>
      </p:pic>
      <p:sp>
        <p:nvSpPr>
          <p:cNvPr id="31" name="Google Shape;31;p3"/>
          <p:cNvSpPr/>
          <p:nvPr/>
        </p:nvSpPr>
        <p:spPr>
          <a:xfrm rot="5400000">
            <a:off x="-3061973" y="3062100"/>
            <a:ext cx="6858000" cy="733800"/>
          </a:xfrm>
          <a:prstGeom prst="rect">
            <a:avLst/>
          </a:prstGeom>
          <a:solidFill>
            <a:srgbClr val="F8A0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C000"/>
              </a:solidFill>
              <a:latin typeface="Calibri"/>
              <a:ea typeface="Calibri"/>
              <a:cs typeface="Calibri"/>
              <a:sym typeface="Calibri"/>
            </a:endParaRPr>
          </a:p>
        </p:txBody>
      </p:sp>
      <p:sp>
        <p:nvSpPr>
          <p:cNvPr id="32" name="Google Shape;32;p3"/>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3" name="Google Shape;33;p3"/>
          <p:cNvSpPr/>
          <p:nvPr/>
        </p:nvSpPr>
        <p:spPr>
          <a:xfrm>
            <a:off x="11347918" y="6390907"/>
            <a:ext cx="178200" cy="178200"/>
          </a:xfrm>
          <a:prstGeom prst="rect">
            <a:avLst/>
          </a:prstGeom>
          <a:solidFill>
            <a:srgbClr val="F8A0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4" name="Google Shape;34;p3"/>
          <p:cNvSpPr/>
          <p:nvPr/>
        </p:nvSpPr>
        <p:spPr>
          <a:xfrm>
            <a:off x="11042181" y="6386352"/>
            <a:ext cx="178200" cy="1782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35" name="Google Shape;35;p3"/>
          <p:cNvSpPr/>
          <p:nvPr/>
        </p:nvSpPr>
        <p:spPr>
          <a:xfrm>
            <a:off x="10736444" y="6390907"/>
            <a:ext cx="178200" cy="178200"/>
          </a:xfrm>
          <a:prstGeom prst="rect">
            <a:avLst/>
          </a:prstGeom>
          <a:solidFill>
            <a:srgbClr val="701E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UdeA-Nueva 1 1">
  <p:cSld name="OBJECT_1_1">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8CC63E"/>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39" name="Google Shape;39;p4"/>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pic>
        <p:nvPicPr>
          <p:cNvPr id="42" name="Google Shape;42;p4"/>
          <p:cNvPicPr preferRelativeResize="0"/>
          <p:nvPr/>
        </p:nvPicPr>
        <p:blipFill rotWithShape="1">
          <a:blip r:embed="rId2">
            <a:alphaModFix/>
          </a:blip>
          <a:srcRect/>
          <a:stretch/>
        </p:blipFill>
        <p:spPr>
          <a:xfrm>
            <a:off x="9403368" y="200380"/>
            <a:ext cx="2262624" cy="710577"/>
          </a:xfrm>
          <a:prstGeom prst="rect">
            <a:avLst/>
          </a:prstGeom>
          <a:noFill/>
          <a:ln>
            <a:noFill/>
          </a:ln>
        </p:spPr>
      </p:pic>
      <p:sp>
        <p:nvSpPr>
          <p:cNvPr id="43" name="Google Shape;43;p4"/>
          <p:cNvSpPr/>
          <p:nvPr/>
        </p:nvSpPr>
        <p:spPr>
          <a:xfrm rot="5400000">
            <a:off x="-3061973" y="3062100"/>
            <a:ext cx="6858000" cy="7338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C000"/>
              </a:solidFill>
              <a:latin typeface="Calibri"/>
              <a:ea typeface="Calibri"/>
              <a:cs typeface="Calibri"/>
              <a:sym typeface="Calibri"/>
            </a:endParaRPr>
          </a:p>
        </p:txBody>
      </p:sp>
      <p:sp>
        <p:nvSpPr>
          <p:cNvPr id="44" name="Google Shape;44;p4"/>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5" name="Google Shape;45;p4"/>
          <p:cNvSpPr/>
          <p:nvPr/>
        </p:nvSpPr>
        <p:spPr>
          <a:xfrm>
            <a:off x="11347918" y="6390907"/>
            <a:ext cx="178200" cy="1782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6" name="Google Shape;46;p4"/>
          <p:cNvSpPr/>
          <p:nvPr/>
        </p:nvSpPr>
        <p:spPr>
          <a:xfrm>
            <a:off x="11042181" y="6386352"/>
            <a:ext cx="178200" cy="178200"/>
          </a:xfrm>
          <a:prstGeom prst="rect">
            <a:avLst/>
          </a:prstGeom>
          <a:solidFill>
            <a:srgbClr val="701E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47" name="Google Shape;47;p4"/>
          <p:cNvSpPr/>
          <p:nvPr/>
        </p:nvSpPr>
        <p:spPr>
          <a:xfrm>
            <a:off x="10736444" y="6390907"/>
            <a:ext cx="178200" cy="178200"/>
          </a:xfrm>
          <a:prstGeom prst="rect">
            <a:avLst/>
          </a:prstGeom>
          <a:solidFill>
            <a:srgbClr val="0B6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UdeA-Nueva 1 1 1">
  <p:cSld name="OBJECT_1_1_1">
    <p:spTree>
      <p:nvGrpSpPr>
        <p:cNvPr id="1" name="Shape 48"/>
        <p:cNvGrpSpPr/>
        <p:nvPr/>
      </p:nvGrpSpPr>
      <p:grpSpPr>
        <a:xfrm>
          <a:off x="0" y="0"/>
          <a:ext cx="0" cy="0"/>
          <a:chOff x="0" y="0"/>
          <a:chExt cx="0" cy="0"/>
        </a:xfrm>
      </p:grpSpPr>
      <p:sp>
        <p:nvSpPr>
          <p:cNvPr id="49" name="Google Shape;49;p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5"/>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51" name="Google Shape;51;p5"/>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5"/>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pic>
        <p:nvPicPr>
          <p:cNvPr id="54" name="Google Shape;54;p5"/>
          <p:cNvPicPr preferRelativeResize="0"/>
          <p:nvPr/>
        </p:nvPicPr>
        <p:blipFill rotWithShape="1">
          <a:blip r:embed="rId2">
            <a:alphaModFix/>
          </a:blip>
          <a:srcRect/>
          <a:stretch/>
        </p:blipFill>
        <p:spPr>
          <a:xfrm>
            <a:off x="9403368" y="200380"/>
            <a:ext cx="2262624" cy="710577"/>
          </a:xfrm>
          <a:prstGeom prst="rect">
            <a:avLst/>
          </a:prstGeom>
          <a:noFill/>
          <a:ln>
            <a:noFill/>
          </a:ln>
        </p:spPr>
      </p:pic>
      <p:sp>
        <p:nvSpPr>
          <p:cNvPr id="55" name="Google Shape;55;p5"/>
          <p:cNvSpPr/>
          <p:nvPr/>
        </p:nvSpPr>
        <p:spPr>
          <a:xfrm rot="5400000">
            <a:off x="-3061973" y="3062100"/>
            <a:ext cx="6858000" cy="733800"/>
          </a:xfrm>
          <a:prstGeom prst="rect">
            <a:avLst/>
          </a:prstGeom>
          <a:solidFill>
            <a:srgbClr val="701E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C000"/>
              </a:solidFill>
              <a:latin typeface="Calibri"/>
              <a:ea typeface="Calibri"/>
              <a:cs typeface="Calibri"/>
              <a:sym typeface="Calibri"/>
            </a:endParaRPr>
          </a:p>
        </p:txBody>
      </p:sp>
      <p:sp>
        <p:nvSpPr>
          <p:cNvPr id="56" name="Google Shape;56;p5"/>
          <p:cNvSpPr/>
          <p:nvPr/>
        </p:nvSpPr>
        <p:spPr>
          <a:xfrm>
            <a:off x="271779" y="466585"/>
            <a:ext cx="178200" cy="178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7" name="Google Shape;57;p5"/>
          <p:cNvSpPr/>
          <p:nvPr/>
        </p:nvSpPr>
        <p:spPr>
          <a:xfrm>
            <a:off x="11347918" y="6390907"/>
            <a:ext cx="178200" cy="178200"/>
          </a:xfrm>
          <a:prstGeom prst="rect">
            <a:avLst/>
          </a:prstGeom>
          <a:solidFill>
            <a:srgbClr val="701E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8" name="Google Shape;58;p5"/>
          <p:cNvSpPr/>
          <p:nvPr/>
        </p:nvSpPr>
        <p:spPr>
          <a:xfrm>
            <a:off x="11042181" y="6386352"/>
            <a:ext cx="178200" cy="178200"/>
          </a:xfrm>
          <a:prstGeom prst="rect">
            <a:avLst/>
          </a:prstGeom>
          <a:solidFill>
            <a:srgbClr val="0B6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9" name="Google Shape;59;p5"/>
          <p:cNvSpPr/>
          <p:nvPr/>
        </p:nvSpPr>
        <p:spPr>
          <a:xfrm>
            <a:off x="10736444" y="6390907"/>
            <a:ext cx="178200" cy="178200"/>
          </a:xfrm>
          <a:prstGeom prst="rect">
            <a:avLst/>
          </a:prstGeom>
          <a:solidFill>
            <a:srgbClr val="F8A02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60"/>
        <p:cNvGrpSpPr/>
        <p:nvPr/>
      </p:nvGrpSpPr>
      <p:grpSpPr>
        <a:xfrm>
          <a:off x="0" y="0"/>
          <a:ext cx="0" cy="0"/>
          <a:chOff x="0" y="0"/>
          <a:chExt cx="0" cy="0"/>
        </a:xfrm>
      </p:grpSpPr>
      <p:sp>
        <p:nvSpPr>
          <p:cNvPr id="61" name="Google Shape;61;p6"/>
          <p:cNvSpPr/>
          <p:nvPr/>
        </p:nvSpPr>
        <p:spPr>
          <a:xfrm>
            <a:off x="-1" y="0"/>
            <a:ext cx="12203100" cy="68580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2" name="Google Shape;62;p6"/>
          <p:cNvSpPr/>
          <p:nvPr/>
        </p:nvSpPr>
        <p:spPr>
          <a:xfrm>
            <a:off x="-3" y="2362201"/>
            <a:ext cx="12203100" cy="2133600"/>
          </a:xfrm>
          <a:prstGeom prst="rect">
            <a:avLst/>
          </a:prstGeom>
          <a:solidFill>
            <a:srgbClr val="0B6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63" name="Google Shape;63;p6"/>
          <p:cNvSpPr txBox="1">
            <a:spLocks noGrp="1"/>
          </p:cNvSpPr>
          <p:nvPr>
            <p:ph type="ctrTitle"/>
          </p:nvPr>
        </p:nvSpPr>
        <p:spPr>
          <a:xfrm>
            <a:off x="502025" y="2952025"/>
            <a:ext cx="7227600" cy="939600"/>
          </a:xfrm>
          <a:prstGeom prst="rect">
            <a:avLst/>
          </a:prstGeom>
          <a:noFill/>
          <a:ln>
            <a:noFill/>
          </a:ln>
        </p:spPr>
        <p:txBody>
          <a:bodyPr spcFirstLastPara="1" wrap="square" lIns="91425" tIns="45700" rIns="91425" bIns="45700" anchor="b" anchorCtr="0">
            <a:noAutofit/>
          </a:bodyPr>
          <a:lstStyle>
            <a:lvl1pPr lvl="0">
              <a:lnSpc>
                <a:spcPct val="90000"/>
              </a:lnSpc>
              <a:spcBef>
                <a:spcPts val="0"/>
              </a:spcBef>
              <a:spcAft>
                <a:spcPts val="0"/>
              </a:spcAft>
              <a:buClr>
                <a:schemeClr val="lt1"/>
              </a:buClr>
              <a:buSzPts val="32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6"/>
          <p:cNvSpPr txBox="1">
            <a:spLocks noGrp="1"/>
          </p:cNvSpPr>
          <p:nvPr>
            <p:ph type="subTitle" idx="1"/>
          </p:nvPr>
        </p:nvSpPr>
        <p:spPr>
          <a:xfrm>
            <a:off x="1524000" y="4872871"/>
            <a:ext cx="9144000" cy="1106400"/>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lt1"/>
              </a:buClr>
              <a:buSzPts val="2400"/>
              <a:buFont typeface="Roboto"/>
              <a:buNone/>
              <a:defRPr sz="2400">
                <a:solidFill>
                  <a:schemeClr val="lt1"/>
                </a:solidFill>
                <a:latin typeface="Roboto"/>
                <a:ea typeface="Roboto"/>
                <a:cs typeface="Roboto"/>
                <a:sym typeface="Roboto"/>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5" name="Google Shape;65;p6"/>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6"/>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6"/>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cxnSp>
        <p:nvCxnSpPr>
          <p:cNvPr id="68" name="Google Shape;68;p6"/>
          <p:cNvCxnSpPr/>
          <p:nvPr/>
        </p:nvCxnSpPr>
        <p:spPr>
          <a:xfrm>
            <a:off x="2239617" y="3190047"/>
            <a:ext cx="4731000" cy="0"/>
          </a:xfrm>
          <a:prstGeom prst="straightConnector1">
            <a:avLst/>
          </a:prstGeom>
          <a:noFill/>
          <a:ln w="38100" cap="flat" cmpd="sng">
            <a:solidFill>
              <a:schemeClr val="lt1"/>
            </a:solidFill>
            <a:prstDash val="solid"/>
            <a:miter lim="800000"/>
            <a:headEnd type="none" w="sm" len="sm"/>
            <a:tailEnd type="none" w="sm" len="sm"/>
          </a:ln>
        </p:spPr>
      </p:cxnSp>
      <p:pic>
        <p:nvPicPr>
          <p:cNvPr id="69" name="Google Shape;69;p6"/>
          <p:cNvPicPr preferRelativeResize="0"/>
          <p:nvPr/>
        </p:nvPicPr>
        <p:blipFill rotWithShape="1">
          <a:blip r:embed="rId2">
            <a:alphaModFix/>
          </a:blip>
          <a:srcRect/>
          <a:stretch/>
        </p:blipFill>
        <p:spPr>
          <a:xfrm>
            <a:off x="7993479" y="2875817"/>
            <a:ext cx="3522904" cy="110636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iapositiva Final">
  <p:cSld name="TITLE_1">
    <p:spTree>
      <p:nvGrpSpPr>
        <p:cNvPr id="1" name="Shape 70"/>
        <p:cNvGrpSpPr/>
        <p:nvPr/>
      </p:nvGrpSpPr>
      <p:grpSpPr>
        <a:xfrm>
          <a:off x="0" y="0"/>
          <a:ext cx="0" cy="0"/>
          <a:chOff x="0" y="0"/>
          <a:chExt cx="0" cy="0"/>
        </a:xfrm>
      </p:grpSpPr>
      <p:sp>
        <p:nvSpPr>
          <p:cNvPr id="71" name="Google Shape;71;p7"/>
          <p:cNvSpPr/>
          <p:nvPr/>
        </p:nvSpPr>
        <p:spPr>
          <a:xfrm>
            <a:off x="-1" y="0"/>
            <a:ext cx="12203100" cy="6858000"/>
          </a:xfrm>
          <a:prstGeom prst="rect">
            <a:avLst/>
          </a:prstGeom>
          <a:solidFill>
            <a:srgbClr val="8CC6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2" name="Google Shape;72;p7"/>
          <p:cNvSpPr/>
          <p:nvPr/>
        </p:nvSpPr>
        <p:spPr>
          <a:xfrm>
            <a:off x="-3" y="2362201"/>
            <a:ext cx="12203100" cy="2133600"/>
          </a:xfrm>
          <a:prstGeom prst="rect">
            <a:avLst/>
          </a:prstGeom>
          <a:solidFill>
            <a:srgbClr val="0B69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73" name="Google Shape;73;p7"/>
          <p:cNvSpPr txBox="1">
            <a:spLocks noGrp="1"/>
          </p:cNvSpPr>
          <p:nvPr>
            <p:ph type="subTitle" idx="1"/>
          </p:nvPr>
        </p:nvSpPr>
        <p:spPr>
          <a:xfrm>
            <a:off x="1524000" y="4872871"/>
            <a:ext cx="9144000" cy="1106400"/>
          </a:xfrm>
          <a:prstGeom prst="rect">
            <a:avLst/>
          </a:prstGeom>
          <a:noFill/>
          <a:ln>
            <a:noFill/>
          </a:ln>
        </p:spPr>
        <p:txBody>
          <a:bodyPr spcFirstLastPara="1" wrap="square" lIns="91425" tIns="45700" rIns="91425" bIns="45700" anchor="t" anchorCtr="0">
            <a:noAutofit/>
          </a:bodyPr>
          <a:lstStyle>
            <a:lvl1pPr lvl="0" algn="ctr" rtl="0">
              <a:lnSpc>
                <a:spcPct val="90000"/>
              </a:lnSpc>
              <a:spcBef>
                <a:spcPts val="1000"/>
              </a:spcBef>
              <a:spcAft>
                <a:spcPts val="0"/>
              </a:spcAft>
              <a:buClr>
                <a:schemeClr val="lt1"/>
              </a:buClr>
              <a:buSzPts val="2400"/>
              <a:buFont typeface="Roboto"/>
              <a:buNone/>
              <a:defRPr sz="2400">
                <a:solidFill>
                  <a:schemeClr val="lt1"/>
                </a:solidFill>
                <a:latin typeface="Roboto"/>
                <a:ea typeface="Roboto"/>
                <a:cs typeface="Roboto"/>
                <a:sym typeface="Roboto"/>
              </a:defRPr>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sp>
        <p:nvSpPr>
          <p:cNvPr id="74" name="Google Shape;74;p7"/>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7"/>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7"/>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pic>
        <p:nvPicPr>
          <p:cNvPr id="77" name="Google Shape;77;p7"/>
          <p:cNvPicPr preferRelativeResize="0"/>
          <p:nvPr/>
        </p:nvPicPr>
        <p:blipFill rotWithShape="1">
          <a:blip r:embed="rId2">
            <a:alphaModFix/>
          </a:blip>
          <a:srcRect/>
          <a:stretch/>
        </p:blipFill>
        <p:spPr>
          <a:xfrm>
            <a:off x="3953153" y="2757784"/>
            <a:ext cx="4274582" cy="1342431"/>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78"/>
        <p:cNvGrpSpPr/>
        <p:nvPr/>
      </p:nvGrpSpPr>
      <p:grpSpPr>
        <a:xfrm>
          <a:off x="0" y="0"/>
          <a:ext cx="0" cy="0"/>
          <a:chOff x="0" y="0"/>
          <a:chExt cx="0" cy="0"/>
        </a:xfrm>
      </p:grpSpPr>
      <p:sp>
        <p:nvSpPr>
          <p:cNvPr id="79" name="Google Shape;79;p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81" name="Google Shape;81;p8"/>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8"/>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8"/>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84"/>
        <p:cNvGrpSpPr/>
        <p:nvPr/>
      </p:nvGrpSpPr>
      <p:grpSpPr>
        <a:xfrm>
          <a:off x="0" y="0"/>
          <a:ext cx="0" cy="0"/>
          <a:chOff x="0" y="0"/>
          <a:chExt cx="0" cy="0"/>
        </a:xfrm>
      </p:grpSpPr>
      <p:sp>
        <p:nvSpPr>
          <p:cNvPr id="85" name="Google Shape;85;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9"/>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9"/>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9"/>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91"/>
        <p:cNvGrpSpPr/>
        <p:nvPr/>
      </p:nvGrpSpPr>
      <p:grpSpPr>
        <a:xfrm>
          <a:off x="0" y="0"/>
          <a:ext cx="0" cy="0"/>
          <a:chOff x="0" y="0"/>
          <a:chExt cx="0" cy="0"/>
        </a:xfrm>
      </p:grpSpPr>
      <p:sp>
        <p:nvSpPr>
          <p:cNvPr id="92" name="Google Shape;92;p1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4" name="Google Shape;94;p1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1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96" name="Google Shape;96;p1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10"/>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0"/>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0"/>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100"/>
        <p:cNvGrpSpPr/>
        <p:nvPr/>
      </p:nvGrpSpPr>
      <p:grpSpPr>
        <a:xfrm>
          <a:off x="0" y="0"/>
          <a:ext cx="0" cy="0"/>
          <a:chOff x="0" y="0"/>
          <a:chExt cx="0" cy="0"/>
        </a:xfrm>
      </p:grpSpPr>
      <p:sp>
        <p:nvSpPr>
          <p:cNvPr id="101" name="Google Shape;101;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1"/>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1"/>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1"/>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05"/>
        <p:cNvGrpSpPr/>
        <p:nvPr/>
      </p:nvGrpSpPr>
      <p:grpSpPr>
        <a:xfrm>
          <a:off x="0" y="0"/>
          <a:ext cx="0" cy="0"/>
          <a:chOff x="0" y="0"/>
          <a:chExt cx="0" cy="0"/>
        </a:xfrm>
      </p:grpSpPr>
      <p:sp>
        <p:nvSpPr>
          <p:cNvPr id="106" name="Google Shape;106;p12"/>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2"/>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2"/>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09"/>
        <p:cNvGrpSpPr/>
        <p:nvPr/>
      </p:nvGrpSpPr>
      <p:grpSpPr>
        <a:xfrm>
          <a:off x="0" y="0"/>
          <a:ext cx="0" cy="0"/>
          <a:chOff x="0" y="0"/>
          <a:chExt cx="0" cy="0"/>
        </a:xfrm>
      </p:grpSpPr>
      <p:sp>
        <p:nvSpPr>
          <p:cNvPr id="110" name="Google Shape;110;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1" name="Google Shape;111;p1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12" name="Google Shape;112;p1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13" name="Google Shape;113;p13"/>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3"/>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5" name="Google Shape;115;p13"/>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16"/>
        <p:cNvGrpSpPr/>
        <p:nvPr/>
      </p:nvGrpSpPr>
      <p:grpSpPr>
        <a:xfrm>
          <a:off x="0" y="0"/>
          <a:ext cx="0" cy="0"/>
          <a:chOff x="0" y="0"/>
          <a:chExt cx="0" cy="0"/>
        </a:xfrm>
      </p:grpSpPr>
      <p:sp>
        <p:nvSpPr>
          <p:cNvPr id="117" name="Google Shape;117;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8" name="Google Shape;118;p14"/>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119" name="Google Shape;119;p1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0" name="Google Shape;120;p14"/>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14"/>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4"/>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23"/>
        <p:cNvGrpSpPr/>
        <p:nvPr/>
      </p:nvGrpSpPr>
      <p:grpSpPr>
        <a:xfrm>
          <a:off x="0" y="0"/>
          <a:ext cx="0" cy="0"/>
          <a:chOff x="0" y="0"/>
          <a:chExt cx="0" cy="0"/>
        </a:xfrm>
      </p:grpSpPr>
      <p:sp>
        <p:nvSpPr>
          <p:cNvPr id="124" name="Google Shape;124;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5" name="Google Shape;125;p1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6" name="Google Shape;126;p15"/>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5"/>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15"/>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29"/>
        <p:cNvGrpSpPr/>
        <p:nvPr/>
      </p:nvGrpSpPr>
      <p:grpSpPr>
        <a:xfrm>
          <a:off x="0" y="0"/>
          <a:ext cx="0" cy="0"/>
          <a:chOff x="0" y="0"/>
          <a:chExt cx="0" cy="0"/>
        </a:xfrm>
      </p:grpSpPr>
      <p:sp>
        <p:nvSpPr>
          <p:cNvPr id="130" name="Google Shape;130;p1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1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2" name="Google Shape;132;p16"/>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6"/>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16"/>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200"/>
              <a:buFont typeface="Roboto Slab"/>
              <a:buNone/>
              <a:defRPr sz="3200" i="0" u="none" strike="noStrike" cap="none">
                <a:solidFill>
                  <a:schemeClr val="dk1"/>
                </a:solidFill>
                <a:latin typeface="Roboto Slab"/>
                <a:ea typeface="Roboto Slab"/>
                <a:cs typeface="Roboto Slab"/>
                <a:sym typeface="Roboto Slab"/>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393700" algn="l" rtl="0">
              <a:lnSpc>
                <a:spcPct val="90000"/>
              </a:lnSpc>
              <a:spcBef>
                <a:spcPts val="1000"/>
              </a:spcBef>
              <a:spcAft>
                <a:spcPts val="0"/>
              </a:spcAft>
              <a:buClr>
                <a:schemeClr val="dk1"/>
              </a:buClr>
              <a:buSzPts val="2600"/>
              <a:buChar char="●"/>
              <a:defRPr sz="2600" i="0" u="none" strike="noStrike" cap="none">
                <a:solidFill>
                  <a:schemeClr val="dk1"/>
                </a:solidFill>
              </a:defRPr>
            </a:lvl1pPr>
            <a:lvl2pPr marL="914400" marR="0" lvl="1" indent="-368300" algn="l" rtl="0">
              <a:lnSpc>
                <a:spcPct val="90000"/>
              </a:lnSpc>
              <a:spcBef>
                <a:spcPts val="500"/>
              </a:spcBef>
              <a:spcAft>
                <a:spcPts val="0"/>
              </a:spcAft>
              <a:buClr>
                <a:schemeClr val="dk1"/>
              </a:buClr>
              <a:buSzPts val="2200"/>
              <a:buChar char="○"/>
              <a:defRPr sz="2200" i="0" u="none" strike="noStrike" cap="none">
                <a:solidFill>
                  <a:schemeClr val="dk1"/>
                </a:solidFill>
              </a:defRPr>
            </a:lvl2pPr>
            <a:lvl3pPr marL="1371600" marR="0" lvl="2" indent="-342900" algn="l" rtl="0">
              <a:lnSpc>
                <a:spcPct val="90000"/>
              </a:lnSpc>
              <a:spcBef>
                <a:spcPts val="500"/>
              </a:spcBef>
              <a:spcAft>
                <a:spcPts val="0"/>
              </a:spcAft>
              <a:buClr>
                <a:schemeClr val="dk1"/>
              </a:buClr>
              <a:buSzPts val="1800"/>
              <a:buChar char="■"/>
              <a:defRPr sz="1800" i="0" u="none" strike="noStrike" cap="none">
                <a:solidFill>
                  <a:schemeClr val="dk1"/>
                </a:solidFill>
              </a:defRPr>
            </a:lvl3pPr>
            <a:lvl4pPr marL="1828800" marR="0" lvl="3" indent="-330200" algn="l" rtl="0">
              <a:lnSpc>
                <a:spcPct val="90000"/>
              </a:lnSpc>
              <a:spcBef>
                <a:spcPts val="500"/>
              </a:spcBef>
              <a:spcAft>
                <a:spcPts val="0"/>
              </a:spcAft>
              <a:buClr>
                <a:schemeClr val="dk1"/>
              </a:buClr>
              <a:buSzPts val="1600"/>
              <a:buChar char="●"/>
              <a:defRPr sz="1600" i="0" u="none" strike="noStrike" cap="none">
                <a:solidFill>
                  <a:schemeClr val="dk1"/>
                </a:solidFill>
              </a:defRPr>
            </a:lvl4pPr>
            <a:lvl5pPr marL="2286000" marR="0" lvl="4" indent="-330200" algn="l" rtl="0">
              <a:lnSpc>
                <a:spcPct val="90000"/>
              </a:lnSpc>
              <a:spcBef>
                <a:spcPts val="500"/>
              </a:spcBef>
              <a:spcAft>
                <a:spcPts val="0"/>
              </a:spcAft>
              <a:buClr>
                <a:schemeClr val="dk1"/>
              </a:buClr>
              <a:buSzPts val="1600"/>
              <a:buChar char="○"/>
              <a:defRPr sz="1600" i="0" u="none" strike="noStrike" cap="none">
                <a:solidFill>
                  <a:schemeClr val="dk1"/>
                </a:solidFill>
              </a:defRPr>
            </a:lvl5pPr>
            <a:lvl6pPr marL="2743200" marR="0" lvl="5" indent="-330200" algn="l" rtl="0">
              <a:lnSpc>
                <a:spcPct val="90000"/>
              </a:lnSpc>
              <a:spcBef>
                <a:spcPts val="500"/>
              </a:spcBef>
              <a:spcAft>
                <a:spcPts val="0"/>
              </a:spcAft>
              <a:buClr>
                <a:schemeClr val="dk1"/>
              </a:buClr>
              <a:buSzPts val="1600"/>
              <a:buChar char="■"/>
              <a:defRPr sz="1600" i="0" u="none" strike="noStrike" cap="none">
                <a:solidFill>
                  <a:schemeClr val="dk1"/>
                </a:solidFill>
              </a:defRPr>
            </a:lvl6pPr>
            <a:lvl7pPr marL="3200400" marR="0" lvl="6" indent="-330200" algn="l" rtl="0">
              <a:lnSpc>
                <a:spcPct val="90000"/>
              </a:lnSpc>
              <a:spcBef>
                <a:spcPts val="500"/>
              </a:spcBef>
              <a:spcAft>
                <a:spcPts val="0"/>
              </a:spcAft>
              <a:buClr>
                <a:schemeClr val="dk1"/>
              </a:buClr>
              <a:buSzPts val="1600"/>
              <a:buChar char="●"/>
              <a:defRPr sz="1600" i="0" u="none" strike="noStrike" cap="none">
                <a:solidFill>
                  <a:schemeClr val="dk1"/>
                </a:solidFill>
              </a:defRPr>
            </a:lvl7pPr>
            <a:lvl8pPr marL="3657600" marR="0" lvl="7" indent="-330200" algn="l" rtl="0">
              <a:lnSpc>
                <a:spcPct val="90000"/>
              </a:lnSpc>
              <a:spcBef>
                <a:spcPts val="500"/>
              </a:spcBef>
              <a:spcAft>
                <a:spcPts val="0"/>
              </a:spcAft>
              <a:buClr>
                <a:schemeClr val="dk1"/>
              </a:buClr>
              <a:buSzPts val="1600"/>
              <a:buChar char="○"/>
              <a:defRPr sz="1600" i="0" u="none" strike="noStrike" cap="none">
                <a:solidFill>
                  <a:schemeClr val="dk1"/>
                </a:solidFill>
              </a:defRPr>
            </a:lvl8pPr>
            <a:lvl9pPr marL="4114800" marR="0" lvl="8" indent="-330200" algn="l" rtl="0">
              <a:lnSpc>
                <a:spcPct val="90000"/>
              </a:lnSpc>
              <a:spcBef>
                <a:spcPts val="500"/>
              </a:spcBef>
              <a:spcAft>
                <a:spcPts val="0"/>
              </a:spcAft>
              <a:buClr>
                <a:schemeClr val="dk1"/>
              </a:buClr>
              <a:buSzPts val="1600"/>
              <a:buChar char="■"/>
              <a:defRPr sz="1600" i="0" u="none" strike="noStrike" cap="none">
                <a:solidFill>
                  <a:schemeClr val="dk1"/>
                </a:solidFill>
              </a:defRPr>
            </a:lvl9pPr>
          </a:lstStyle>
          <a:p>
            <a:endParaRPr/>
          </a:p>
        </p:txBody>
      </p:sp>
      <p:sp>
        <p:nvSpPr>
          <p:cNvPr id="8" name="Google Shape;8;p1"/>
          <p:cNvSpPr txBox="1">
            <a:spLocks noGrp="1"/>
          </p:cNvSpPr>
          <p:nvPr>
            <p:ph type="dt" idx="10"/>
          </p:nvPr>
        </p:nvSpPr>
        <p:spPr>
          <a:xfrm>
            <a:off x="1219200" y="6203950"/>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Font typeface="Roboto"/>
              <a:buNone/>
              <a:defRPr sz="1200" i="0" u="none" strike="noStrike" cap="none">
                <a:solidFill>
                  <a:srgbClr val="888888"/>
                </a:solidFill>
                <a:latin typeface="Roboto"/>
                <a:ea typeface="Roboto"/>
                <a:cs typeface="Roboto"/>
                <a:sym typeface="Robo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876800" y="6203950"/>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Font typeface="Roboto"/>
              <a:buNone/>
              <a:defRPr sz="1200" i="0" u="none" strike="noStrike" cap="none">
                <a:solidFill>
                  <a:srgbClr val="888888"/>
                </a:solidFill>
                <a:latin typeface="Roboto"/>
                <a:ea typeface="Roboto"/>
                <a:cs typeface="Roboto"/>
                <a:sym typeface="Robo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9296400" y="62039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888888"/>
                </a:solidFill>
                <a:latin typeface="Roboto"/>
                <a:ea typeface="Roboto"/>
                <a:cs typeface="Roboto"/>
                <a:sym typeface="Roboto"/>
              </a:defRPr>
            </a:lvl1pPr>
            <a:lvl2pPr marL="0" marR="0" lvl="1" indent="0" algn="r" rtl="0">
              <a:spcBef>
                <a:spcPts val="0"/>
              </a:spcBef>
              <a:buNone/>
              <a:defRPr sz="1200" i="0" u="none" strike="noStrike" cap="none">
                <a:solidFill>
                  <a:srgbClr val="888888"/>
                </a:solidFill>
                <a:latin typeface="Roboto"/>
                <a:ea typeface="Roboto"/>
                <a:cs typeface="Roboto"/>
                <a:sym typeface="Roboto"/>
              </a:defRPr>
            </a:lvl2pPr>
            <a:lvl3pPr marL="0" marR="0" lvl="2" indent="0" algn="r" rtl="0">
              <a:spcBef>
                <a:spcPts val="0"/>
              </a:spcBef>
              <a:buNone/>
              <a:defRPr sz="1200" i="0" u="none" strike="noStrike" cap="none">
                <a:solidFill>
                  <a:srgbClr val="888888"/>
                </a:solidFill>
                <a:latin typeface="Roboto"/>
                <a:ea typeface="Roboto"/>
                <a:cs typeface="Roboto"/>
                <a:sym typeface="Roboto"/>
              </a:defRPr>
            </a:lvl3pPr>
            <a:lvl4pPr marL="0" marR="0" lvl="3" indent="0" algn="r" rtl="0">
              <a:spcBef>
                <a:spcPts val="0"/>
              </a:spcBef>
              <a:buNone/>
              <a:defRPr sz="1200" i="0" u="none" strike="noStrike" cap="none">
                <a:solidFill>
                  <a:srgbClr val="888888"/>
                </a:solidFill>
                <a:latin typeface="Roboto"/>
                <a:ea typeface="Roboto"/>
                <a:cs typeface="Roboto"/>
                <a:sym typeface="Roboto"/>
              </a:defRPr>
            </a:lvl4pPr>
            <a:lvl5pPr marL="0" marR="0" lvl="4" indent="0" algn="r" rtl="0">
              <a:spcBef>
                <a:spcPts val="0"/>
              </a:spcBef>
              <a:buNone/>
              <a:defRPr sz="1200" i="0" u="none" strike="noStrike" cap="none">
                <a:solidFill>
                  <a:srgbClr val="888888"/>
                </a:solidFill>
                <a:latin typeface="Roboto"/>
                <a:ea typeface="Roboto"/>
                <a:cs typeface="Roboto"/>
                <a:sym typeface="Roboto"/>
              </a:defRPr>
            </a:lvl5pPr>
            <a:lvl6pPr marL="0" marR="0" lvl="5" indent="0" algn="r" rtl="0">
              <a:spcBef>
                <a:spcPts val="0"/>
              </a:spcBef>
              <a:buNone/>
              <a:defRPr sz="1200" i="0" u="none" strike="noStrike" cap="none">
                <a:solidFill>
                  <a:srgbClr val="888888"/>
                </a:solidFill>
                <a:latin typeface="Roboto"/>
                <a:ea typeface="Roboto"/>
                <a:cs typeface="Roboto"/>
                <a:sym typeface="Roboto"/>
              </a:defRPr>
            </a:lvl6pPr>
            <a:lvl7pPr marL="0" marR="0" lvl="6" indent="0" algn="r" rtl="0">
              <a:spcBef>
                <a:spcPts val="0"/>
              </a:spcBef>
              <a:buNone/>
              <a:defRPr sz="1200" i="0" u="none" strike="noStrike" cap="none">
                <a:solidFill>
                  <a:srgbClr val="888888"/>
                </a:solidFill>
                <a:latin typeface="Roboto"/>
                <a:ea typeface="Roboto"/>
                <a:cs typeface="Roboto"/>
                <a:sym typeface="Roboto"/>
              </a:defRPr>
            </a:lvl7pPr>
            <a:lvl8pPr marL="0" marR="0" lvl="7" indent="0" algn="r" rtl="0">
              <a:spcBef>
                <a:spcPts val="0"/>
              </a:spcBef>
              <a:buNone/>
              <a:defRPr sz="1200" i="0" u="none" strike="noStrike" cap="none">
                <a:solidFill>
                  <a:srgbClr val="888888"/>
                </a:solidFill>
                <a:latin typeface="Roboto"/>
                <a:ea typeface="Roboto"/>
                <a:cs typeface="Roboto"/>
                <a:sym typeface="Roboto"/>
              </a:defRPr>
            </a:lvl8pPr>
            <a:lvl9pPr marL="0" marR="0" lvl="8" indent="0" algn="r" rtl="0">
              <a:spcBef>
                <a:spcPts val="0"/>
              </a:spcBef>
              <a:buNone/>
              <a:defRPr sz="1200" i="0" u="none" strike="noStrike" cap="none">
                <a:solidFill>
                  <a:srgbClr val="888888"/>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8.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30.svg"/></Relationships>
</file>

<file path=ppt/slides/_rels/slide37.xml.rels><?xml version="1.0" encoding="UTF-8" standalone="yes"?>
<Relationships xmlns="http://schemas.openxmlformats.org/package/2006/relationships"><Relationship Id="rId8" Type="http://schemas.openxmlformats.org/officeDocument/2006/relationships/image" Target="../media/image240.png"/><Relationship Id="rId13" Type="http://schemas.openxmlformats.org/officeDocument/2006/relationships/image" Target="../media/image291.png"/><Relationship Id="rId18" Type="http://schemas.openxmlformats.org/officeDocument/2006/relationships/image" Target="../media/image290.png"/><Relationship Id="rId3" Type="http://schemas.openxmlformats.org/officeDocument/2006/relationships/image" Target="../media/image29.png"/><Relationship Id="rId21" Type="http://schemas.openxmlformats.org/officeDocument/2006/relationships/image" Target="../media/image33.png"/><Relationship Id="rId7" Type="http://schemas.openxmlformats.org/officeDocument/2006/relationships/image" Target="../media/image230.png"/><Relationship Id="rId12" Type="http://schemas.openxmlformats.org/officeDocument/2006/relationships/image" Target="../media/image28.png"/><Relationship Id="rId17" Type="http://schemas.openxmlformats.org/officeDocument/2006/relationships/image" Target="../media/image31.png"/><Relationship Id="rId2" Type="http://schemas.openxmlformats.org/officeDocument/2006/relationships/notesSlide" Target="../notesSlides/notesSlide37.xml"/><Relationship Id="rId16" Type="http://schemas.openxmlformats.org/officeDocument/2006/relationships/image" Target="../media/image300.png"/><Relationship Id="rId20" Type="http://schemas.openxmlformats.org/officeDocument/2006/relationships/image" Target="../media/image220.png"/><Relationship Id="rId1" Type="http://schemas.openxmlformats.org/officeDocument/2006/relationships/slideLayout" Target="../slideLayouts/slideLayout1.xml"/><Relationship Id="rId6" Type="http://schemas.openxmlformats.org/officeDocument/2006/relationships/image" Target="../media/image221.png"/><Relationship Id="rId11" Type="http://schemas.openxmlformats.org/officeDocument/2006/relationships/image" Target="../media/image270.png"/><Relationship Id="rId5" Type="http://schemas.openxmlformats.org/officeDocument/2006/relationships/image" Target="../media/image210.png"/><Relationship Id="rId15" Type="http://schemas.openxmlformats.org/officeDocument/2006/relationships/image" Target="../media/image280.png"/><Relationship Id="rId10" Type="http://schemas.openxmlformats.org/officeDocument/2006/relationships/image" Target="../media/image260.png"/><Relationship Id="rId19" Type="http://schemas.openxmlformats.org/officeDocument/2006/relationships/image" Target="../media/image32.png"/><Relationship Id="rId4" Type="http://schemas.openxmlformats.org/officeDocument/2006/relationships/image" Target="../media/image30.svg"/><Relationship Id="rId9" Type="http://schemas.openxmlformats.org/officeDocument/2006/relationships/image" Target="../media/image250.png"/><Relationship Id="rId14" Type="http://schemas.openxmlformats.org/officeDocument/2006/relationships/image" Target="../media/image30.png"/></Relationships>
</file>

<file path=ppt/slides/_rels/slide38.xml.rels><?xml version="1.0" encoding="UTF-8" standalone="yes"?>
<Relationships xmlns="http://schemas.openxmlformats.org/package/2006/relationships"><Relationship Id="rId13" Type="http://schemas.openxmlformats.org/officeDocument/2006/relationships/image" Target="../media/image40.png"/><Relationship Id="rId18" Type="http://schemas.openxmlformats.org/officeDocument/2006/relationships/image" Target="../media/image45.png"/><Relationship Id="rId26" Type="http://schemas.openxmlformats.org/officeDocument/2006/relationships/image" Target="../media/image37.png"/><Relationship Id="rId3" Type="http://schemas.openxmlformats.org/officeDocument/2006/relationships/image" Target="../media/image34.png"/><Relationship Id="rId21" Type="http://schemas.openxmlformats.org/officeDocument/2006/relationships/image" Target="../media/image48.png"/><Relationship Id="rId12" Type="http://schemas.openxmlformats.org/officeDocument/2006/relationships/image" Target="../media/image39.png"/><Relationship Id="rId17" Type="http://schemas.openxmlformats.org/officeDocument/2006/relationships/image" Target="../media/image44.png"/><Relationship Id="rId25" Type="http://schemas.openxmlformats.org/officeDocument/2006/relationships/image" Target="../media/image36.png"/><Relationship Id="rId2" Type="http://schemas.openxmlformats.org/officeDocument/2006/relationships/notesSlide" Target="../notesSlides/notesSlide38.xml"/><Relationship Id="rId16" Type="http://schemas.openxmlformats.org/officeDocument/2006/relationships/image" Target="../media/image43.png"/><Relationship Id="rId20" Type="http://schemas.openxmlformats.org/officeDocument/2006/relationships/image" Target="../media/image47.png"/><Relationship Id="rId29" Type="http://schemas.openxmlformats.org/officeDocument/2006/relationships/image" Target="../media/image51.png"/><Relationship Id="rId1" Type="http://schemas.openxmlformats.org/officeDocument/2006/relationships/slideLayout" Target="../slideLayouts/slideLayout1.xml"/><Relationship Id="rId11" Type="http://schemas.openxmlformats.org/officeDocument/2006/relationships/image" Target="../media/image38.png"/><Relationship Id="rId24" Type="http://schemas.openxmlformats.org/officeDocument/2006/relationships/image" Target="../media/image35.png"/><Relationship Id="rId15" Type="http://schemas.openxmlformats.org/officeDocument/2006/relationships/image" Target="../media/image42.png"/><Relationship Id="rId23" Type="http://schemas.openxmlformats.org/officeDocument/2006/relationships/image" Target="../media/image270.png"/><Relationship Id="rId28" Type="http://schemas.openxmlformats.org/officeDocument/2006/relationships/image" Target="../media/image210.png"/><Relationship Id="rId19" Type="http://schemas.openxmlformats.org/officeDocument/2006/relationships/image" Target="../media/image46.png"/><Relationship Id="rId14" Type="http://schemas.openxmlformats.org/officeDocument/2006/relationships/image" Target="../media/image41.png"/><Relationship Id="rId22" Type="http://schemas.openxmlformats.org/officeDocument/2006/relationships/image" Target="../media/image49.png"/><Relationship Id="rId27" Type="http://schemas.openxmlformats.org/officeDocument/2006/relationships/image" Target="../media/image50.png"/></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30.svg"/><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8" Type="http://schemas.openxmlformats.org/officeDocument/2006/relationships/image" Target="../media/image530.png"/><Relationship Id="rId13" Type="http://schemas.openxmlformats.org/officeDocument/2006/relationships/image" Target="../media/image58.png"/><Relationship Id="rId3" Type="http://schemas.openxmlformats.org/officeDocument/2006/relationships/image" Target="../media/image340.png"/><Relationship Id="rId7" Type="http://schemas.openxmlformats.org/officeDocument/2006/relationships/image" Target="../media/image53.png"/><Relationship Id="rId12"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10.png"/><Relationship Id="rId11" Type="http://schemas.openxmlformats.org/officeDocument/2006/relationships/image" Target="../media/image56.png"/><Relationship Id="rId5" Type="http://schemas.openxmlformats.org/officeDocument/2006/relationships/image" Target="../media/image220.png"/><Relationship Id="rId10" Type="http://schemas.openxmlformats.org/officeDocument/2006/relationships/image" Target="../media/image55.png"/><Relationship Id="rId4" Type="http://schemas.openxmlformats.org/officeDocument/2006/relationships/image" Target="../media/image500.png"/><Relationship Id="rId9" Type="http://schemas.openxmlformats.org/officeDocument/2006/relationships/image" Target="../media/image54.png"/></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30.svg"/></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30.sv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210.png"/><Relationship Id="rId7" Type="http://schemas.openxmlformats.org/officeDocument/2006/relationships/image" Target="../media/image63.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291.png"/><Relationship Id="rId11" Type="http://schemas.openxmlformats.org/officeDocument/2006/relationships/image" Target="../media/image270.png"/><Relationship Id="rId5" Type="http://schemas.openxmlformats.org/officeDocument/2006/relationships/image" Target="../media/image62.png"/><Relationship Id="rId10" Type="http://schemas.openxmlformats.org/officeDocument/2006/relationships/image" Target="../media/image66.png"/><Relationship Id="rId4" Type="http://schemas.openxmlformats.org/officeDocument/2006/relationships/image" Target="../media/image61.png"/><Relationship Id="rId9" Type="http://schemas.openxmlformats.org/officeDocument/2006/relationships/image" Target="../media/image65.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8" Type="http://schemas.openxmlformats.org/officeDocument/2006/relationships/hyperlink" Target="https://michalpitr.substack.com/p/how-does-sqlite-store-data" TargetMode="External"/><Relationship Id="rId13" Type="http://schemas.openxmlformats.org/officeDocument/2006/relationships/hyperlink" Target="https://tinydb.readthedocs.io/en/latest/" TargetMode="External"/><Relationship Id="rId3" Type="http://schemas.openxmlformats.org/officeDocument/2006/relationships/hyperlink" Target="https://www.mongodb.com/resources/basics/databases/nosql-explained" TargetMode="External"/><Relationship Id="rId7" Type="http://schemas.openxmlformats.org/officeDocument/2006/relationships/hyperlink" Target="https://medium.com/@pablo.lopez.santori/what-do-postgres-tables-actually-look-like-426028eabc1a" TargetMode="External"/><Relationship Id="rId12" Type="http://schemas.openxmlformats.org/officeDocument/2006/relationships/hyperlink" Target="https://github.com/quazi-irfan/pySimpleDB" TargetMode="External"/><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hyperlink" Target="https://levelup.gitconnected.com/postgresql-deep-dive-the-anatomy-of-disk-file-and-page-layout-part-2-9b6fb7ede383" TargetMode="External"/><Relationship Id="rId11" Type="http://schemas.openxmlformats.org/officeDocument/2006/relationships/hyperlink" Target="https://simpledb-java.netlify.app/#/" TargetMode="External"/><Relationship Id="rId5" Type="http://schemas.openxmlformats.org/officeDocument/2006/relationships/hyperlink" Target="https://cs186berkeley.net/notes/note17/" TargetMode="External"/><Relationship Id="rId10" Type="http://schemas.openxmlformats.org/officeDocument/2006/relationships/hyperlink" Target="https://github.com/MIT-DB-Class/simple-db-hw" TargetMode="External"/><Relationship Id="rId4" Type="http://schemas.openxmlformats.org/officeDocument/2006/relationships/hyperlink" Target="https://blog.bytebytego.com/p/sql-vs-nosql-choosing-the-right-database" TargetMode="External"/><Relationship Id="rId9" Type="http://schemas.openxmlformats.org/officeDocument/2006/relationships/hyperlink" Target="https://cs186berkeley.net/notes/note3/" TargetMode="Externa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ctrTitle"/>
          </p:nvPr>
        </p:nvSpPr>
        <p:spPr>
          <a:xfrm>
            <a:off x="408725" y="2964875"/>
            <a:ext cx="7356900" cy="922200"/>
          </a:xfrm>
          <a:prstGeom prst="rect">
            <a:avLst/>
          </a:prstGeom>
        </p:spPr>
        <p:txBody>
          <a:bodyPr spcFirstLastPara="1" wrap="square" lIns="91425" tIns="45700" rIns="91425" bIns="45700" anchor="b" anchorCtr="0">
            <a:noAutofit/>
          </a:bodyPr>
          <a:lstStyle/>
          <a:p>
            <a:pPr marL="0" lvl="0" indent="0" algn="l" rtl="0">
              <a:spcBef>
                <a:spcPts val="0"/>
              </a:spcBef>
              <a:spcAft>
                <a:spcPts val="0"/>
              </a:spcAft>
              <a:buClr>
                <a:schemeClr val="lt1"/>
              </a:buClr>
              <a:buSzPts val="2800"/>
              <a:buFont typeface="Roboto Slab"/>
              <a:buNone/>
            </a:pPr>
            <a:r>
              <a:rPr lang="es-ES" sz="3200" b="1" dirty="0"/>
              <a:t>Curso</a:t>
            </a:r>
            <a:endParaRPr sz="3200" dirty="0">
              <a:solidFill>
                <a:schemeClr val="dk1"/>
              </a:solidFill>
              <a:latin typeface="Arial"/>
              <a:ea typeface="Arial"/>
              <a:cs typeface="Arial"/>
              <a:sym typeface="Arial"/>
            </a:endParaRPr>
          </a:p>
          <a:p>
            <a:pPr marL="0" lvl="0" indent="0" algn="l" rtl="0">
              <a:spcBef>
                <a:spcPts val="0"/>
              </a:spcBef>
              <a:spcAft>
                <a:spcPts val="0"/>
              </a:spcAft>
              <a:buClr>
                <a:schemeClr val="lt1"/>
              </a:buClr>
              <a:buSzPts val="2800"/>
              <a:buFont typeface="Roboto Slab"/>
              <a:buNone/>
            </a:pPr>
            <a:r>
              <a:rPr lang="es-ES" b="1" dirty="0"/>
              <a:t>Estructuras de datos</a:t>
            </a:r>
            <a:endParaRPr sz="3200" dirty="0"/>
          </a:p>
        </p:txBody>
      </p:sp>
      <p:sp>
        <p:nvSpPr>
          <p:cNvPr id="140" name="Google Shape;140;p17"/>
          <p:cNvSpPr txBox="1">
            <a:spLocks noGrp="1"/>
          </p:cNvSpPr>
          <p:nvPr>
            <p:ph type="subTitle" idx="1"/>
          </p:nvPr>
        </p:nvSpPr>
        <p:spPr>
          <a:xfrm>
            <a:off x="1524000" y="4872871"/>
            <a:ext cx="9144000" cy="1106400"/>
          </a:xfrm>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s-ES" dirty="0"/>
              <a:t>Clase</a:t>
            </a:r>
            <a:r>
              <a:rPr lang="es-ES" dirty="0">
                <a:latin typeface="Roboto"/>
                <a:ea typeface="Roboto"/>
                <a:cs typeface="Roboto"/>
                <a:sym typeface="Roboto"/>
              </a:rPr>
              <a:t> 4</a:t>
            </a:r>
            <a:r>
              <a:rPr lang="es-ES" dirty="0"/>
              <a:t> –</a:t>
            </a:r>
            <a:r>
              <a:rPr lang="es-ES" dirty="0">
                <a:latin typeface="Roboto"/>
                <a:ea typeface="Roboto"/>
                <a:cs typeface="Roboto"/>
                <a:sym typeface="Roboto"/>
              </a:rPr>
              <a:t> </a:t>
            </a:r>
            <a:r>
              <a:rPr lang="es-ES" dirty="0"/>
              <a:t>Archivos (Parte 1)</a:t>
            </a:r>
            <a:endParaRPr dirty="0">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t>Sobre el curso</a:t>
            </a:r>
          </a:p>
        </p:txBody>
      </p:sp>
      <p:sp>
        <p:nvSpPr>
          <p:cNvPr id="6" name="Google Shape;310;p34">
            <a:extLst>
              <a:ext uri="{FF2B5EF4-FFF2-40B4-BE49-F238E27FC236}">
                <a16:creationId xmlns:a16="http://schemas.microsoft.com/office/drawing/2014/main" id="{CF851078-B9A5-498B-8A59-BAB678895DC4}"/>
              </a:ext>
            </a:extLst>
          </p:cNvPr>
          <p:cNvSpPr txBox="1">
            <a:spLocks noGrp="1"/>
          </p:cNvSpPr>
          <p:nvPr>
            <p:ph type="body" idx="1"/>
          </p:nvPr>
        </p:nvSpPr>
        <p:spPr>
          <a:xfrm>
            <a:off x="916650" y="999331"/>
            <a:ext cx="10515600" cy="175432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200" dirty="0"/>
              <a:t>En este curso se abordaran algunos conceptos relacionados con el diseño y la implementación de sistemas de gestión de bases de datos orientados a disco.</a:t>
            </a:r>
          </a:p>
          <a:p>
            <a:pPr marL="342900" indent="-342900"/>
            <a:r>
              <a:rPr lang="es-MX" sz="2200" dirty="0"/>
              <a:t>No es un curso sobre cómo usar una base de datos para construir aplicaciones ni sobre cómo administrar una base de datos.</a:t>
            </a:r>
          </a:p>
        </p:txBody>
      </p:sp>
      <p:pic>
        <p:nvPicPr>
          <p:cNvPr id="4" name="Imagen 3">
            <a:extLst>
              <a:ext uri="{FF2B5EF4-FFF2-40B4-BE49-F238E27FC236}">
                <a16:creationId xmlns:a16="http://schemas.microsoft.com/office/drawing/2014/main" id="{A0F7EB7B-9910-4868-98B2-3FFA99FAFF92}"/>
              </a:ext>
            </a:extLst>
          </p:cNvPr>
          <p:cNvPicPr>
            <a:picLocks noChangeAspect="1"/>
          </p:cNvPicPr>
          <p:nvPr/>
        </p:nvPicPr>
        <p:blipFill>
          <a:blip r:embed="rId3"/>
          <a:stretch>
            <a:fillRect/>
          </a:stretch>
        </p:blipFill>
        <p:spPr>
          <a:xfrm>
            <a:off x="3053206" y="2875236"/>
            <a:ext cx="5391150" cy="3314700"/>
          </a:xfrm>
          <a:prstGeom prst="rect">
            <a:avLst/>
          </a:prstGeom>
        </p:spPr>
      </p:pic>
    </p:spTree>
    <p:extLst>
      <p:ext uri="{BB962C8B-B14F-4D97-AF65-F5344CB8AC3E}">
        <p14:creationId xmlns:p14="http://schemas.microsoft.com/office/powerpoint/2010/main" val="2869497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p:txBody>
          <a:bodyPr/>
          <a:lstStyle/>
          <a:p>
            <a:r>
              <a:rPr lang="es-CO" dirty="0"/>
              <a:t>Base de datos</a:t>
            </a:r>
          </a:p>
        </p:txBody>
      </p:sp>
      <p:sp>
        <p:nvSpPr>
          <p:cNvPr id="5" name="Marcador de texto 3">
            <a:extLst>
              <a:ext uri="{FF2B5EF4-FFF2-40B4-BE49-F238E27FC236}">
                <a16:creationId xmlns:a16="http://schemas.microsoft.com/office/drawing/2014/main" id="{81315430-90B4-4095-8F0E-17CF140264BB}"/>
              </a:ext>
            </a:extLst>
          </p:cNvPr>
          <p:cNvSpPr txBox="1">
            <a:spLocks/>
          </p:cNvSpPr>
          <p:nvPr/>
        </p:nvSpPr>
        <p:spPr>
          <a:xfrm>
            <a:off x="1087132" y="902096"/>
            <a:ext cx="10723635" cy="20774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Roboto"/>
              <a:buChar char="●"/>
              <a:defRPr sz="2600" b="0" i="0" u="none" strike="noStrike" cap="none">
                <a:solidFill>
                  <a:schemeClr val="dk1"/>
                </a:solidFill>
                <a:latin typeface="Roboto"/>
                <a:ea typeface="Roboto"/>
                <a:cs typeface="Roboto"/>
                <a:sym typeface="Roboto"/>
              </a:defRPr>
            </a:lvl1pPr>
            <a:lvl2pPr marL="914400" marR="0" lvl="1" indent="-342900" algn="l" rtl="0">
              <a:lnSpc>
                <a:spcPct val="90000"/>
              </a:lnSpc>
              <a:spcBef>
                <a:spcPts val="500"/>
              </a:spcBef>
              <a:spcAft>
                <a:spcPts val="0"/>
              </a:spcAft>
              <a:buClr>
                <a:schemeClr val="dk1"/>
              </a:buClr>
              <a:buSzPts val="18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sz="2200" dirty="0"/>
              <a:t>La clase anterior tratamos algunos de los siguientes conceptos</a:t>
            </a:r>
          </a:p>
          <a:p>
            <a:pPr marL="342900"/>
            <a:r>
              <a:rPr lang="es-MX" sz="2000" dirty="0"/>
              <a:t>Base de datos</a:t>
            </a:r>
          </a:p>
          <a:p>
            <a:pPr marL="342900"/>
            <a:r>
              <a:rPr lang="es-MX" sz="2000" dirty="0"/>
              <a:t>Manejo de bases de datos:</a:t>
            </a:r>
          </a:p>
          <a:p>
            <a:pPr marL="800100" lvl="1"/>
            <a:r>
              <a:rPr lang="es-MX" sz="2000" b="1" dirty="0"/>
              <a:t>Forma antigua</a:t>
            </a:r>
            <a:r>
              <a:rPr lang="es-MX" sz="2000" dirty="0"/>
              <a:t>: Sistemas basados en archivos</a:t>
            </a:r>
          </a:p>
          <a:p>
            <a:pPr marL="800100" lvl="1"/>
            <a:r>
              <a:rPr lang="es-MX" sz="2000" b="1" dirty="0"/>
              <a:t>Actual</a:t>
            </a:r>
            <a:r>
              <a:rPr lang="es-MX" sz="2000" dirty="0"/>
              <a:t>: Motor de bases de datos (DBSM)</a:t>
            </a:r>
          </a:p>
          <a:p>
            <a:endParaRPr lang="es-CO" dirty="0"/>
          </a:p>
        </p:txBody>
      </p:sp>
      <p:pic>
        <p:nvPicPr>
          <p:cNvPr id="6" name="Imagen 5">
            <a:extLst>
              <a:ext uri="{FF2B5EF4-FFF2-40B4-BE49-F238E27FC236}">
                <a16:creationId xmlns:a16="http://schemas.microsoft.com/office/drawing/2014/main" id="{A89DCCC7-1A4B-4538-9BE0-E39EEBADE020}"/>
              </a:ext>
            </a:extLst>
          </p:cNvPr>
          <p:cNvPicPr>
            <a:picLocks noChangeAspect="1"/>
          </p:cNvPicPr>
          <p:nvPr/>
        </p:nvPicPr>
        <p:blipFill>
          <a:blip r:embed="rId3"/>
          <a:stretch>
            <a:fillRect/>
          </a:stretch>
        </p:blipFill>
        <p:spPr>
          <a:xfrm>
            <a:off x="6926608" y="3781124"/>
            <a:ext cx="4884160" cy="2827672"/>
          </a:xfrm>
          <a:prstGeom prst="rect">
            <a:avLst/>
          </a:prstGeom>
        </p:spPr>
      </p:pic>
      <p:pic>
        <p:nvPicPr>
          <p:cNvPr id="7" name="Imagen 6">
            <a:extLst>
              <a:ext uri="{FF2B5EF4-FFF2-40B4-BE49-F238E27FC236}">
                <a16:creationId xmlns:a16="http://schemas.microsoft.com/office/drawing/2014/main" id="{9DA5E2BB-6DAC-455A-9334-270BB473C7F1}"/>
              </a:ext>
            </a:extLst>
          </p:cNvPr>
          <p:cNvPicPr>
            <a:picLocks noChangeAspect="1"/>
          </p:cNvPicPr>
          <p:nvPr/>
        </p:nvPicPr>
        <p:blipFill>
          <a:blip r:embed="rId4"/>
          <a:stretch>
            <a:fillRect/>
          </a:stretch>
        </p:blipFill>
        <p:spPr>
          <a:xfrm>
            <a:off x="1574483" y="4053103"/>
            <a:ext cx="4193089" cy="2444679"/>
          </a:xfrm>
          <a:prstGeom prst="rect">
            <a:avLst/>
          </a:prstGeom>
        </p:spPr>
      </p:pic>
      <p:sp>
        <p:nvSpPr>
          <p:cNvPr id="8" name="CuadroTexto 7">
            <a:extLst>
              <a:ext uri="{FF2B5EF4-FFF2-40B4-BE49-F238E27FC236}">
                <a16:creationId xmlns:a16="http://schemas.microsoft.com/office/drawing/2014/main" id="{78BE9A13-6726-4E18-9F6F-041ACAA3160E}"/>
              </a:ext>
            </a:extLst>
          </p:cNvPr>
          <p:cNvSpPr txBox="1"/>
          <p:nvPr/>
        </p:nvSpPr>
        <p:spPr>
          <a:xfrm>
            <a:off x="2534933" y="3195657"/>
            <a:ext cx="3810000" cy="369332"/>
          </a:xfrm>
          <a:prstGeom prst="rect">
            <a:avLst/>
          </a:prstGeom>
          <a:noFill/>
        </p:spPr>
        <p:txBody>
          <a:bodyPr wrap="square">
            <a:spAutoFit/>
          </a:bodyPr>
          <a:lstStyle/>
          <a:p>
            <a:pPr algn="ctr"/>
            <a:r>
              <a:rPr lang="es-MX" sz="1800" b="1" dirty="0">
                <a:latin typeface="Roboto" panose="02000000000000000000" pitchFamily="2" charset="0"/>
                <a:ea typeface="Roboto" panose="02000000000000000000" pitchFamily="2" charset="0"/>
              </a:rPr>
              <a:t>Sistemas basados en archivos</a:t>
            </a:r>
            <a:endParaRPr lang="es-CO" sz="1800" b="1" dirty="0">
              <a:latin typeface="Roboto" panose="02000000000000000000" pitchFamily="2" charset="0"/>
              <a:ea typeface="Roboto" panose="02000000000000000000" pitchFamily="2" charset="0"/>
            </a:endParaRPr>
          </a:p>
        </p:txBody>
      </p:sp>
      <p:sp>
        <p:nvSpPr>
          <p:cNvPr id="9" name="CuadroTexto 8">
            <a:extLst>
              <a:ext uri="{FF2B5EF4-FFF2-40B4-BE49-F238E27FC236}">
                <a16:creationId xmlns:a16="http://schemas.microsoft.com/office/drawing/2014/main" id="{73A8B84B-AD99-4E6B-B3A1-470D7A3B99D0}"/>
              </a:ext>
            </a:extLst>
          </p:cNvPr>
          <p:cNvSpPr txBox="1"/>
          <p:nvPr/>
        </p:nvSpPr>
        <p:spPr>
          <a:xfrm>
            <a:off x="7752068" y="3195657"/>
            <a:ext cx="2937164" cy="369332"/>
          </a:xfrm>
          <a:prstGeom prst="rect">
            <a:avLst/>
          </a:prstGeom>
          <a:noFill/>
        </p:spPr>
        <p:txBody>
          <a:bodyPr wrap="square">
            <a:spAutoFit/>
          </a:bodyPr>
          <a:lstStyle/>
          <a:p>
            <a:pPr algn="ctr"/>
            <a:r>
              <a:rPr lang="es-MX" sz="1800" b="1" dirty="0">
                <a:latin typeface="Roboto" panose="02000000000000000000" pitchFamily="2" charset="0"/>
                <a:ea typeface="Roboto" panose="02000000000000000000" pitchFamily="2" charset="0"/>
              </a:rPr>
              <a:t>Motor de bases de datos</a:t>
            </a:r>
            <a:endParaRPr lang="es-CO" sz="1800" b="1"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117404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Representando los datos</a:t>
            </a:r>
            <a:endParaRPr dirty="0"/>
          </a:p>
        </p:txBody>
      </p:sp>
      <p:sp>
        <p:nvSpPr>
          <p:cNvPr id="10" name="Google Shape;310;p34">
            <a:extLst>
              <a:ext uri="{FF2B5EF4-FFF2-40B4-BE49-F238E27FC236}">
                <a16:creationId xmlns:a16="http://schemas.microsoft.com/office/drawing/2014/main" id="{9336861D-8C76-497B-B73D-456F9AA36823}"/>
              </a:ext>
            </a:extLst>
          </p:cNvPr>
          <p:cNvSpPr txBox="1">
            <a:spLocks noGrp="1"/>
          </p:cNvSpPr>
          <p:nvPr>
            <p:ph type="body" idx="1"/>
          </p:nvPr>
        </p:nvSpPr>
        <p:spPr>
          <a:xfrm>
            <a:off x="916650" y="1053130"/>
            <a:ext cx="10734067" cy="53852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200" b="1" dirty="0"/>
              <a:t>¿Cómo un DBMS representa la base de datos en archivos en el disco?</a:t>
            </a:r>
          </a:p>
        </p:txBody>
      </p:sp>
      <p:graphicFrame>
        <p:nvGraphicFramePr>
          <p:cNvPr id="2" name="Tabla 1">
            <a:extLst>
              <a:ext uri="{FF2B5EF4-FFF2-40B4-BE49-F238E27FC236}">
                <a16:creationId xmlns:a16="http://schemas.microsoft.com/office/drawing/2014/main" id="{D2CCFA4F-42F8-458C-9708-23442E0A6A11}"/>
              </a:ext>
            </a:extLst>
          </p:cNvPr>
          <p:cNvGraphicFramePr>
            <a:graphicFrameLocks noGrp="1"/>
          </p:cNvGraphicFramePr>
          <p:nvPr>
            <p:extLst>
              <p:ext uri="{D42A27DB-BD31-4B8C-83A1-F6EECF244321}">
                <p14:modId xmlns:p14="http://schemas.microsoft.com/office/powerpoint/2010/main" val="2169476489"/>
              </p:ext>
            </p:extLst>
          </p:nvPr>
        </p:nvGraphicFramePr>
        <p:xfrm>
          <a:off x="1332683" y="3221182"/>
          <a:ext cx="4322620" cy="1524000"/>
        </p:xfrm>
        <a:graphic>
          <a:graphicData uri="http://schemas.openxmlformats.org/drawingml/2006/table">
            <a:tbl>
              <a:tblPr/>
              <a:tblGrid>
                <a:gridCol w="484911">
                  <a:extLst>
                    <a:ext uri="{9D8B030D-6E8A-4147-A177-3AD203B41FA5}">
                      <a16:colId xmlns:a16="http://schemas.microsoft.com/office/drawing/2014/main" val="4171863402"/>
                    </a:ext>
                  </a:extLst>
                </a:gridCol>
                <a:gridCol w="1177637">
                  <a:extLst>
                    <a:ext uri="{9D8B030D-6E8A-4147-A177-3AD203B41FA5}">
                      <a16:colId xmlns:a16="http://schemas.microsoft.com/office/drawing/2014/main" val="1178716260"/>
                    </a:ext>
                  </a:extLst>
                </a:gridCol>
                <a:gridCol w="1177637">
                  <a:extLst>
                    <a:ext uri="{9D8B030D-6E8A-4147-A177-3AD203B41FA5}">
                      <a16:colId xmlns:a16="http://schemas.microsoft.com/office/drawing/2014/main" val="2360111845"/>
                    </a:ext>
                  </a:extLst>
                </a:gridCol>
                <a:gridCol w="678872">
                  <a:extLst>
                    <a:ext uri="{9D8B030D-6E8A-4147-A177-3AD203B41FA5}">
                      <a16:colId xmlns:a16="http://schemas.microsoft.com/office/drawing/2014/main" val="2492268695"/>
                    </a:ext>
                  </a:extLst>
                </a:gridCol>
                <a:gridCol w="803563">
                  <a:extLst>
                    <a:ext uri="{9D8B030D-6E8A-4147-A177-3AD203B41FA5}">
                      <a16:colId xmlns:a16="http://schemas.microsoft.com/office/drawing/2014/main" val="3250207032"/>
                    </a:ext>
                  </a:extLst>
                </a:gridCol>
              </a:tblGrid>
              <a:tr h="0">
                <a:tc>
                  <a:txBody>
                    <a:bodyPr/>
                    <a:lstStyle/>
                    <a:p>
                      <a:r>
                        <a:rPr lang="es-CO" b="1" dirty="0">
                          <a:latin typeface="Roboto" panose="02000000000000000000" pitchFamily="2" charset="0"/>
                          <a:ea typeface="Roboto" panose="02000000000000000000" pitchFamily="2" charset="0"/>
                        </a:rPr>
                        <a: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b="1" dirty="0">
                          <a:latin typeface="Roboto" panose="02000000000000000000" pitchFamily="2" charset="0"/>
                          <a:ea typeface="Roboto" panose="02000000000000000000" pitchFamily="2" charset="0"/>
                        </a:rPr>
                        <a:t>Last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b="1" dirty="0">
                          <a:latin typeface="Roboto" panose="02000000000000000000" pitchFamily="2" charset="0"/>
                          <a:ea typeface="Roboto" panose="02000000000000000000" pitchFamily="2" charset="0"/>
                        </a:rPr>
                        <a:t>First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b="1">
                          <a:latin typeface="Roboto" panose="02000000000000000000" pitchFamily="2" charset="0"/>
                          <a:ea typeface="Roboto" panose="02000000000000000000" pitchFamily="2" charset="0"/>
                        </a:rPr>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b="1" dirty="0">
                          <a:latin typeface="Roboto" panose="02000000000000000000" pitchFamily="2" charset="0"/>
                          <a:ea typeface="Roboto" panose="02000000000000000000" pitchFamily="2" charset="0"/>
                        </a:rPr>
                        <a:t>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7833149"/>
                  </a:ext>
                </a:extLst>
              </a:tr>
              <a:tr h="0">
                <a:tc>
                  <a:txBody>
                    <a:bodyPr/>
                    <a:lstStyle/>
                    <a:p>
                      <a:r>
                        <a:rPr lang="es-CO">
                          <a:latin typeface="Roboto" panose="02000000000000000000" pitchFamily="2" charset="0"/>
                          <a:ea typeface="Roboto" panose="02000000000000000000" pitchFamily="2" charset="0"/>
                        </a:rPr>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a:latin typeface="Roboto" panose="02000000000000000000" pitchFamily="2" charset="0"/>
                          <a:ea typeface="Roboto" panose="02000000000000000000" pitchFamily="2" charset="0"/>
                        </a:rPr>
                        <a:t>Homer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3226260"/>
                  </a:ext>
                </a:extLst>
              </a:tr>
              <a:tr h="0">
                <a:tc>
                  <a:txBody>
                    <a:bodyPr/>
                    <a:lstStyle/>
                    <a:p>
                      <a:r>
                        <a:rPr lang="es-CO">
                          <a:latin typeface="Roboto" panose="02000000000000000000" pitchFamily="2" charset="0"/>
                          <a:ea typeface="Roboto" panose="02000000000000000000" pitchFamily="2" charset="0"/>
                        </a:rPr>
                        <a:t>443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a:latin typeface="Roboto" panose="02000000000000000000" pitchFamily="2" charset="0"/>
                          <a:ea typeface="Roboto" panose="02000000000000000000" pitchFamily="2" charset="0"/>
                        </a:rPr>
                        <a:t>Marge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$140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7633836"/>
                  </a:ext>
                </a:extLst>
              </a:tr>
              <a:tr h="0">
                <a:tc>
                  <a:txBody>
                    <a:bodyPr/>
                    <a:lstStyle/>
                    <a:p>
                      <a:r>
                        <a:rPr lang="es-CO">
                          <a:latin typeface="Roboto" panose="02000000000000000000" pitchFamily="2" charset="0"/>
                          <a:ea typeface="Roboto" panose="02000000000000000000" pitchFamily="2" charset="0"/>
                        </a:rPr>
                        <a:t>244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Flanders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a:latin typeface="Roboto" panose="02000000000000000000" pitchFamily="2" charset="0"/>
                          <a:ea typeface="Roboto" panose="02000000000000000000" pitchFamily="2" charset="0"/>
                        </a:rPr>
                        <a:t>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dirty="0">
                          <a:latin typeface="Roboto" panose="02000000000000000000" pitchFamily="2" charset="0"/>
                          <a:ea typeface="Roboto" panose="02000000000000000000" pitchFamily="2" charset="0"/>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704149"/>
                  </a:ext>
                </a:extLst>
              </a:tr>
              <a:tr h="0">
                <a:tc>
                  <a:txBody>
                    <a:bodyPr/>
                    <a:lstStyle/>
                    <a:p>
                      <a:r>
                        <a:rPr lang="es-CO">
                          <a:latin typeface="Roboto" panose="02000000000000000000" pitchFamily="2" charset="0"/>
                          <a:ea typeface="Roboto" panose="02000000000000000000" pitchFamily="2" charset="0"/>
                        </a:rPr>
                        <a:t>134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a:latin typeface="Roboto" panose="02000000000000000000" pitchFamily="2" charset="0"/>
                          <a:ea typeface="Roboto" panose="02000000000000000000" pitchFamily="2" charset="0"/>
                        </a:rPr>
                        <a:t>Skinner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Seymour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dirty="0">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dirty="0">
                          <a:latin typeface="Roboto" panose="02000000000000000000" pitchFamily="2" charset="0"/>
                          <a:ea typeface="Roboto" panose="02000000000000000000" pitchFamily="2" charset="0"/>
                        </a:rPr>
                        <a:t>$400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854283"/>
                  </a:ext>
                </a:extLst>
              </a:tr>
            </a:tbl>
          </a:graphicData>
        </a:graphic>
      </p:graphicFrame>
      <p:sp>
        <p:nvSpPr>
          <p:cNvPr id="3" name="Cilindro 2">
            <a:extLst>
              <a:ext uri="{FF2B5EF4-FFF2-40B4-BE49-F238E27FC236}">
                <a16:creationId xmlns:a16="http://schemas.microsoft.com/office/drawing/2014/main" id="{A353083C-E4CE-48C4-A794-2E6765B045D8}"/>
              </a:ext>
            </a:extLst>
          </p:cNvPr>
          <p:cNvSpPr/>
          <p:nvPr/>
        </p:nvSpPr>
        <p:spPr>
          <a:xfrm>
            <a:off x="7706673" y="2881745"/>
            <a:ext cx="3261171" cy="2202873"/>
          </a:xfrm>
          <a:prstGeom prst="can">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 name="Flecha: a la derecha 3">
            <a:extLst>
              <a:ext uri="{FF2B5EF4-FFF2-40B4-BE49-F238E27FC236}">
                <a16:creationId xmlns:a16="http://schemas.microsoft.com/office/drawing/2014/main" id="{88FA96C2-A990-494B-B03B-356C08A88FE4}"/>
              </a:ext>
            </a:extLst>
          </p:cNvPr>
          <p:cNvSpPr/>
          <p:nvPr/>
        </p:nvSpPr>
        <p:spPr>
          <a:xfrm>
            <a:off x="6140646" y="3913906"/>
            <a:ext cx="1114645" cy="429490"/>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Representación de los datos</a:t>
            </a:r>
            <a:endParaRPr dirty="0"/>
          </a:p>
        </p:txBody>
      </p:sp>
      <p:graphicFrame>
        <p:nvGraphicFramePr>
          <p:cNvPr id="2" name="Tabla 1">
            <a:extLst>
              <a:ext uri="{FF2B5EF4-FFF2-40B4-BE49-F238E27FC236}">
                <a16:creationId xmlns:a16="http://schemas.microsoft.com/office/drawing/2014/main" id="{D2CCFA4F-42F8-458C-9708-23442E0A6A11}"/>
              </a:ext>
            </a:extLst>
          </p:cNvPr>
          <p:cNvGraphicFramePr>
            <a:graphicFrameLocks noGrp="1"/>
          </p:cNvGraphicFramePr>
          <p:nvPr>
            <p:extLst>
              <p:ext uri="{D42A27DB-BD31-4B8C-83A1-F6EECF244321}">
                <p14:modId xmlns:p14="http://schemas.microsoft.com/office/powerpoint/2010/main" val="3635178238"/>
              </p:ext>
            </p:extLst>
          </p:nvPr>
        </p:nvGraphicFramePr>
        <p:xfrm>
          <a:off x="1792083" y="3230595"/>
          <a:ext cx="3094746" cy="1219200"/>
        </p:xfrm>
        <a:graphic>
          <a:graphicData uri="http://schemas.openxmlformats.org/drawingml/2006/table">
            <a:tbl>
              <a:tblPr/>
              <a:tblGrid>
                <a:gridCol w="428943">
                  <a:extLst>
                    <a:ext uri="{9D8B030D-6E8A-4147-A177-3AD203B41FA5}">
                      <a16:colId xmlns:a16="http://schemas.microsoft.com/office/drawing/2014/main" val="4171863402"/>
                    </a:ext>
                  </a:extLst>
                </a:gridCol>
                <a:gridCol w="825818">
                  <a:extLst>
                    <a:ext uri="{9D8B030D-6E8A-4147-A177-3AD203B41FA5}">
                      <a16:colId xmlns:a16="http://schemas.microsoft.com/office/drawing/2014/main" val="1178716260"/>
                    </a:ext>
                  </a:extLst>
                </a:gridCol>
                <a:gridCol w="838518">
                  <a:extLst>
                    <a:ext uri="{9D8B030D-6E8A-4147-A177-3AD203B41FA5}">
                      <a16:colId xmlns:a16="http://schemas.microsoft.com/office/drawing/2014/main" val="2360111845"/>
                    </a:ext>
                  </a:extLst>
                </a:gridCol>
                <a:gridCol w="441643">
                  <a:extLst>
                    <a:ext uri="{9D8B030D-6E8A-4147-A177-3AD203B41FA5}">
                      <a16:colId xmlns:a16="http://schemas.microsoft.com/office/drawing/2014/main" val="2492268695"/>
                    </a:ext>
                  </a:extLst>
                </a:gridCol>
                <a:gridCol w="559824">
                  <a:extLst>
                    <a:ext uri="{9D8B030D-6E8A-4147-A177-3AD203B41FA5}">
                      <a16:colId xmlns:a16="http://schemas.microsoft.com/office/drawing/2014/main" val="3250207032"/>
                    </a:ext>
                  </a:extLst>
                </a:gridCol>
              </a:tblGrid>
              <a:tr h="152781">
                <a:tc>
                  <a:txBody>
                    <a:bodyPr/>
                    <a:lstStyle/>
                    <a:p>
                      <a:r>
                        <a:rPr lang="es-CO" sz="1000" b="1" dirty="0">
                          <a:latin typeface="Roboto" panose="02000000000000000000" pitchFamily="2" charset="0"/>
                          <a:ea typeface="Roboto" panose="02000000000000000000" pitchFamily="2" charset="0"/>
                        </a:rPr>
                        <a: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000" b="1" dirty="0">
                          <a:latin typeface="Roboto" panose="02000000000000000000" pitchFamily="2" charset="0"/>
                          <a:ea typeface="Roboto" panose="02000000000000000000" pitchFamily="2" charset="0"/>
                        </a:rPr>
                        <a:t>Last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000" b="1" dirty="0">
                          <a:latin typeface="Roboto" panose="02000000000000000000" pitchFamily="2" charset="0"/>
                          <a:ea typeface="Roboto" panose="02000000000000000000" pitchFamily="2" charset="0"/>
                        </a:rPr>
                        <a:t>First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000" b="1" dirty="0">
                          <a:latin typeface="Roboto" panose="02000000000000000000" pitchFamily="2" charset="0"/>
                          <a:ea typeface="Roboto" panose="02000000000000000000" pitchFamily="2" charset="0"/>
                        </a:rPr>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000" b="1" dirty="0">
                          <a:latin typeface="Roboto" panose="02000000000000000000" pitchFamily="2" charset="0"/>
                          <a:ea typeface="Roboto" panose="02000000000000000000" pitchFamily="2" charset="0"/>
                        </a:rPr>
                        <a:t>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7833149"/>
                  </a:ext>
                </a:extLst>
              </a:tr>
              <a:tr h="152781">
                <a:tc>
                  <a:txBody>
                    <a:bodyPr/>
                    <a:lstStyle/>
                    <a:p>
                      <a:r>
                        <a:rPr lang="es-CO" sz="1000">
                          <a:latin typeface="Roboto" panose="02000000000000000000" pitchFamily="2" charset="0"/>
                          <a:ea typeface="Roboto" panose="02000000000000000000" pitchFamily="2" charset="0"/>
                        </a:rPr>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a:latin typeface="Roboto" panose="02000000000000000000" pitchFamily="2" charset="0"/>
                          <a:ea typeface="Roboto" panose="02000000000000000000" pitchFamily="2" charset="0"/>
                        </a:rPr>
                        <a:t>Homer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3226260"/>
                  </a:ext>
                </a:extLst>
              </a:tr>
              <a:tr h="152781">
                <a:tc>
                  <a:txBody>
                    <a:bodyPr/>
                    <a:lstStyle/>
                    <a:p>
                      <a:r>
                        <a:rPr lang="es-CO" sz="1000">
                          <a:latin typeface="Roboto" panose="02000000000000000000" pitchFamily="2" charset="0"/>
                          <a:ea typeface="Roboto" panose="02000000000000000000" pitchFamily="2" charset="0"/>
                        </a:rPr>
                        <a:t>443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a:latin typeface="Roboto" panose="02000000000000000000" pitchFamily="2" charset="0"/>
                          <a:ea typeface="Roboto" panose="02000000000000000000" pitchFamily="2" charset="0"/>
                        </a:rPr>
                        <a:t>Marge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$140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7633836"/>
                  </a:ext>
                </a:extLst>
              </a:tr>
              <a:tr h="152781">
                <a:tc>
                  <a:txBody>
                    <a:bodyPr/>
                    <a:lstStyle/>
                    <a:p>
                      <a:r>
                        <a:rPr lang="es-CO" sz="1000">
                          <a:latin typeface="Roboto" panose="02000000000000000000" pitchFamily="2" charset="0"/>
                          <a:ea typeface="Roboto" panose="02000000000000000000" pitchFamily="2" charset="0"/>
                        </a:rPr>
                        <a:t>244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Flanders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a:latin typeface="Roboto" panose="02000000000000000000" pitchFamily="2" charset="0"/>
                          <a:ea typeface="Roboto" panose="02000000000000000000" pitchFamily="2" charset="0"/>
                        </a:rPr>
                        <a:t>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latin typeface="Roboto" panose="02000000000000000000" pitchFamily="2" charset="0"/>
                          <a:ea typeface="Roboto" panose="02000000000000000000" pitchFamily="2" charset="0"/>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704149"/>
                  </a:ext>
                </a:extLst>
              </a:tr>
              <a:tr h="152781">
                <a:tc>
                  <a:txBody>
                    <a:bodyPr/>
                    <a:lstStyle/>
                    <a:p>
                      <a:r>
                        <a:rPr lang="es-CO" sz="1000">
                          <a:latin typeface="Roboto" panose="02000000000000000000" pitchFamily="2" charset="0"/>
                          <a:ea typeface="Roboto" panose="02000000000000000000" pitchFamily="2" charset="0"/>
                        </a:rPr>
                        <a:t>134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Skinner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Seymour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latin typeface="Roboto" panose="02000000000000000000" pitchFamily="2" charset="0"/>
                          <a:ea typeface="Roboto" panose="02000000000000000000" pitchFamily="2" charset="0"/>
                        </a:rPr>
                        <a:t>$400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854283"/>
                  </a:ext>
                </a:extLst>
              </a:tr>
            </a:tbl>
          </a:graphicData>
        </a:graphic>
      </p:graphicFrame>
      <p:sp>
        <p:nvSpPr>
          <p:cNvPr id="12" name="Google Shape;310;p34">
            <a:extLst>
              <a:ext uri="{FF2B5EF4-FFF2-40B4-BE49-F238E27FC236}">
                <a16:creationId xmlns:a16="http://schemas.microsoft.com/office/drawing/2014/main" id="{7F281228-AEA2-4043-B477-719F1E2157D9}"/>
              </a:ext>
            </a:extLst>
          </p:cNvPr>
          <p:cNvSpPr txBox="1">
            <a:spLocks/>
          </p:cNvSpPr>
          <p:nvPr/>
        </p:nvSpPr>
        <p:spPr>
          <a:xfrm>
            <a:off x="883650" y="875371"/>
            <a:ext cx="5664634" cy="226147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200" b="1" dirty="0">
                <a:solidFill>
                  <a:schemeClr val="accent2"/>
                </a:solidFill>
              </a:rPr>
              <a:t>Sistema operativo</a:t>
            </a:r>
          </a:p>
          <a:p>
            <a:pPr marL="342900" indent="-342900"/>
            <a:r>
              <a:rPr lang="es-MX" sz="2000" dirty="0"/>
              <a:t>Un archivo es simplemente una secuencia de bytes o bloques de disco. </a:t>
            </a:r>
          </a:p>
          <a:p>
            <a:pPr marL="342900" indent="-342900"/>
            <a:r>
              <a:rPr lang="es-MX" sz="2000" dirty="0"/>
              <a:t>No importa lo que representan los bytes.</a:t>
            </a:r>
          </a:p>
          <a:p>
            <a:pPr marL="342900" indent="-342900"/>
            <a:r>
              <a:rPr lang="es-MX" sz="2000" dirty="0"/>
              <a:t>El sistema operativo administra la memoria decidiendo que archivos mantener en RAM.</a:t>
            </a:r>
          </a:p>
        </p:txBody>
      </p:sp>
      <p:graphicFrame>
        <p:nvGraphicFramePr>
          <p:cNvPr id="15" name="Tabla 14">
            <a:extLst>
              <a:ext uri="{FF2B5EF4-FFF2-40B4-BE49-F238E27FC236}">
                <a16:creationId xmlns:a16="http://schemas.microsoft.com/office/drawing/2014/main" id="{18C897A2-51C3-44F6-8C58-490F0B4E3500}"/>
              </a:ext>
            </a:extLst>
          </p:cNvPr>
          <p:cNvGraphicFramePr>
            <a:graphicFrameLocks noGrp="1"/>
          </p:cNvGraphicFramePr>
          <p:nvPr>
            <p:extLst>
              <p:ext uri="{D42A27DB-BD31-4B8C-83A1-F6EECF244321}">
                <p14:modId xmlns:p14="http://schemas.microsoft.com/office/powerpoint/2010/main" val="1984072719"/>
              </p:ext>
            </p:extLst>
          </p:nvPr>
        </p:nvGraphicFramePr>
        <p:xfrm>
          <a:off x="7305171" y="3269578"/>
          <a:ext cx="3094746" cy="1219200"/>
        </p:xfrm>
        <a:graphic>
          <a:graphicData uri="http://schemas.openxmlformats.org/drawingml/2006/table">
            <a:tbl>
              <a:tblPr/>
              <a:tblGrid>
                <a:gridCol w="428943">
                  <a:extLst>
                    <a:ext uri="{9D8B030D-6E8A-4147-A177-3AD203B41FA5}">
                      <a16:colId xmlns:a16="http://schemas.microsoft.com/office/drawing/2014/main" val="4171863402"/>
                    </a:ext>
                  </a:extLst>
                </a:gridCol>
                <a:gridCol w="825818">
                  <a:extLst>
                    <a:ext uri="{9D8B030D-6E8A-4147-A177-3AD203B41FA5}">
                      <a16:colId xmlns:a16="http://schemas.microsoft.com/office/drawing/2014/main" val="1178716260"/>
                    </a:ext>
                  </a:extLst>
                </a:gridCol>
                <a:gridCol w="838518">
                  <a:extLst>
                    <a:ext uri="{9D8B030D-6E8A-4147-A177-3AD203B41FA5}">
                      <a16:colId xmlns:a16="http://schemas.microsoft.com/office/drawing/2014/main" val="2360111845"/>
                    </a:ext>
                  </a:extLst>
                </a:gridCol>
                <a:gridCol w="441643">
                  <a:extLst>
                    <a:ext uri="{9D8B030D-6E8A-4147-A177-3AD203B41FA5}">
                      <a16:colId xmlns:a16="http://schemas.microsoft.com/office/drawing/2014/main" val="2492268695"/>
                    </a:ext>
                  </a:extLst>
                </a:gridCol>
                <a:gridCol w="559824">
                  <a:extLst>
                    <a:ext uri="{9D8B030D-6E8A-4147-A177-3AD203B41FA5}">
                      <a16:colId xmlns:a16="http://schemas.microsoft.com/office/drawing/2014/main" val="3250207032"/>
                    </a:ext>
                  </a:extLst>
                </a:gridCol>
              </a:tblGrid>
              <a:tr h="152781">
                <a:tc>
                  <a:txBody>
                    <a:bodyPr/>
                    <a:lstStyle/>
                    <a:p>
                      <a:r>
                        <a:rPr lang="es-CO" sz="1000" b="1" dirty="0">
                          <a:latin typeface="Roboto" panose="02000000000000000000" pitchFamily="2" charset="0"/>
                          <a:ea typeface="Roboto" panose="02000000000000000000" pitchFamily="2" charset="0"/>
                        </a:rPr>
                        <a: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000" b="1" dirty="0">
                          <a:latin typeface="Roboto" panose="02000000000000000000" pitchFamily="2" charset="0"/>
                          <a:ea typeface="Roboto" panose="02000000000000000000" pitchFamily="2" charset="0"/>
                        </a:rPr>
                        <a:t>Last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000" b="1" dirty="0">
                          <a:latin typeface="Roboto" panose="02000000000000000000" pitchFamily="2" charset="0"/>
                          <a:ea typeface="Roboto" panose="02000000000000000000" pitchFamily="2" charset="0"/>
                        </a:rPr>
                        <a:t>First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000" b="1" dirty="0">
                          <a:latin typeface="Roboto" panose="02000000000000000000" pitchFamily="2" charset="0"/>
                          <a:ea typeface="Roboto" panose="02000000000000000000" pitchFamily="2" charset="0"/>
                        </a:rPr>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000" b="1" dirty="0">
                          <a:latin typeface="Roboto" panose="02000000000000000000" pitchFamily="2" charset="0"/>
                          <a:ea typeface="Roboto" panose="02000000000000000000" pitchFamily="2" charset="0"/>
                        </a:rPr>
                        <a:t>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7833149"/>
                  </a:ext>
                </a:extLst>
              </a:tr>
              <a:tr h="152781">
                <a:tc>
                  <a:txBody>
                    <a:bodyPr/>
                    <a:lstStyle/>
                    <a:p>
                      <a:r>
                        <a:rPr lang="es-CO" sz="1000">
                          <a:latin typeface="Roboto" panose="02000000000000000000" pitchFamily="2" charset="0"/>
                          <a:ea typeface="Roboto" panose="02000000000000000000" pitchFamily="2" charset="0"/>
                        </a:rPr>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a:latin typeface="Roboto" panose="02000000000000000000" pitchFamily="2" charset="0"/>
                          <a:ea typeface="Roboto" panose="02000000000000000000" pitchFamily="2" charset="0"/>
                        </a:rPr>
                        <a:t>Homer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3226260"/>
                  </a:ext>
                </a:extLst>
              </a:tr>
              <a:tr h="152781">
                <a:tc>
                  <a:txBody>
                    <a:bodyPr/>
                    <a:lstStyle/>
                    <a:p>
                      <a:r>
                        <a:rPr lang="es-CO" sz="1000">
                          <a:latin typeface="Roboto" panose="02000000000000000000" pitchFamily="2" charset="0"/>
                          <a:ea typeface="Roboto" panose="02000000000000000000" pitchFamily="2" charset="0"/>
                        </a:rPr>
                        <a:t>443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a:latin typeface="Roboto" panose="02000000000000000000" pitchFamily="2" charset="0"/>
                          <a:ea typeface="Roboto" panose="02000000000000000000" pitchFamily="2" charset="0"/>
                        </a:rPr>
                        <a:t>Marge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$140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7633836"/>
                  </a:ext>
                </a:extLst>
              </a:tr>
              <a:tr h="152781">
                <a:tc>
                  <a:txBody>
                    <a:bodyPr/>
                    <a:lstStyle/>
                    <a:p>
                      <a:r>
                        <a:rPr lang="es-CO" sz="1000">
                          <a:latin typeface="Roboto" panose="02000000000000000000" pitchFamily="2" charset="0"/>
                          <a:ea typeface="Roboto" panose="02000000000000000000" pitchFamily="2" charset="0"/>
                        </a:rPr>
                        <a:t>244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Flanders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a:latin typeface="Roboto" panose="02000000000000000000" pitchFamily="2" charset="0"/>
                          <a:ea typeface="Roboto" panose="02000000000000000000" pitchFamily="2" charset="0"/>
                        </a:rPr>
                        <a:t>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latin typeface="Roboto" panose="02000000000000000000" pitchFamily="2" charset="0"/>
                          <a:ea typeface="Roboto" panose="02000000000000000000" pitchFamily="2" charset="0"/>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704149"/>
                  </a:ext>
                </a:extLst>
              </a:tr>
              <a:tr h="152781">
                <a:tc>
                  <a:txBody>
                    <a:bodyPr/>
                    <a:lstStyle/>
                    <a:p>
                      <a:r>
                        <a:rPr lang="es-CO" sz="1000">
                          <a:latin typeface="Roboto" panose="02000000000000000000" pitchFamily="2" charset="0"/>
                          <a:ea typeface="Roboto" panose="02000000000000000000" pitchFamily="2" charset="0"/>
                        </a:rPr>
                        <a:t>134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Skinner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Seymour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000" dirty="0">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000" dirty="0">
                          <a:latin typeface="Roboto" panose="02000000000000000000" pitchFamily="2" charset="0"/>
                          <a:ea typeface="Roboto" panose="02000000000000000000" pitchFamily="2" charset="0"/>
                        </a:rPr>
                        <a:t>$400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854283"/>
                  </a:ext>
                </a:extLst>
              </a:tr>
            </a:tbl>
          </a:graphicData>
        </a:graphic>
      </p:graphicFrame>
      <p:grpSp>
        <p:nvGrpSpPr>
          <p:cNvPr id="30" name="Grupo 29">
            <a:extLst>
              <a:ext uri="{FF2B5EF4-FFF2-40B4-BE49-F238E27FC236}">
                <a16:creationId xmlns:a16="http://schemas.microsoft.com/office/drawing/2014/main" id="{3F3638C7-2DDA-44EE-8621-73094BA87F35}"/>
              </a:ext>
            </a:extLst>
          </p:cNvPr>
          <p:cNvGrpSpPr/>
          <p:nvPr/>
        </p:nvGrpSpPr>
        <p:grpSpPr>
          <a:xfrm>
            <a:off x="7442734" y="5049707"/>
            <a:ext cx="2551882" cy="1679933"/>
            <a:chOff x="6440188" y="4862268"/>
            <a:chExt cx="2551882" cy="1679933"/>
          </a:xfrm>
        </p:grpSpPr>
        <p:sp>
          <p:nvSpPr>
            <p:cNvPr id="16" name="Cilindro 15">
              <a:extLst>
                <a:ext uri="{FF2B5EF4-FFF2-40B4-BE49-F238E27FC236}">
                  <a16:creationId xmlns:a16="http://schemas.microsoft.com/office/drawing/2014/main" id="{35561542-9F76-4458-A58E-53523F890475}"/>
                </a:ext>
              </a:extLst>
            </p:cNvPr>
            <p:cNvSpPr/>
            <p:nvPr/>
          </p:nvSpPr>
          <p:spPr>
            <a:xfrm>
              <a:off x="6440188" y="4862268"/>
              <a:ext cx="2551882" cy="1679933"/>
            </a:xfrm>
            <a:prstGeom prst="can">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8" name="Grupo 7">
              <a:extLst>
                <a:ext uri="{FF2B5EF4-FFF2-40B4-BE49-F238E27FC236}">
                  <a16:creationId xmlns:a16="http://schemas.microsoft.com/office/drawing/2014/main" id="{CBEC7924-D25F-471D-AD60-C572A1FA929F}"/>
                </a:ext>
              </a:extLst>
            </p:cNvPr>
            <p:cNvGrpSpPr/>
            <p:nvPr/>
          </p:nvGrpSpPr>
          <p:grpSpPr>
            <a:xfrm>
              <a:off x="6772786" y="5303418"/>
              <a:ext cx="1877262" cy="1080989"/>
              <a:chOff x="6772786" y="5303418"/>
              <a:chExt cx="1877262" cy="1080989"/>
            </a:xfrm>
          </p:grpSpPr>
          <p:sp>
            <p:nvSpPr>
              <p:cNvPr id="19" name="CuadroTexto 18">
                <a:extLst>
                  <a:ext uri="{FF2B5EF4-FFF2-40B4-BE49-F238E27FC236}">
                    <a16:creationId xmlns:a16="http://schemas.microsoft.com/office/drawing/2014/main" id="{74C3F862-9730-43AF-80E1-68262CAC5735}"/>
                  </a:ext>
                </a:extLst>
              </p:cNvPr>
              <p:cNvSpPr txBox="1"/>
              <p:nvPr/>
            </p:nvSpPr>
            <p:spPr>
              <a:xfrm>
                <a:off x="6772786" y="5303418"/>
                <a:ext cx="804797" cy="276999"/>
              </a:xfrm>
              <a:prstGeom prst="rect">
                <a:avLst/>
              </a:prstGeom>
              <a:noFill/>
            </p:spPr>
            <p:txBody>
              <a:bodyPr wrap="square" rtlCol="0">
                <a:spAutoFit/>
              </a:bodyPr>
              <a:lstStyle/>
              <a:p>
                <a:r>
                  <a:rPr lang="es-CO" sz="1200" b="1" dirty="0">
                    <a:latin typeface="Roboto" panose="02000000000000000000" pitchFamily="2" charset="0"/>
                    <a:ea typeface="Roboto" panose="02000000000000000000" pitchFamily="2" charset="0"/>
                  </a:rPr>
                  <a:t>File</a:t>
                </a:r>
                <a:endParaRPr lang="es-CO" sz="1600" b="1" dirty="0">
                  <a:latin typeface="Roboto" panose="02000000000000000000" pitchFamily="2" charset="0"/>
                  <a:ea typeface="Roboto" panose="02000000000000000000" pitchFamily="2" charset="0"/>
                </a:endParaRPr>
              </a:p>
            </p:txBody>
          </p:sp>
          <p:grpSp>
            <p:nvGrpSpPr>
              <p:cNvPr id="6" name="Grupo 5">
                <a:extLst>
                  <a:ext uri="{FF2B5EF4-FFF2-40B4-BE49-F238E27FC236}">
                    <a16:creationId xmlns:a16="http://schemas.microsoft.com/office/drawing/2014/main" id="{D7E8240E-23C4-4058-A392-45459E47E42F}"/>
                  </a:ext>
                </a:extLst>
              </p:cNvPr>
              <p:cNvGrpSpPr/>
              <p:nvPr/>
            </p:nvGrpSpPr>
            <p:grpSpPr>
              <a:xfrm>
                <a:off x="6866967" y="5522221"/>
                <a:ext cx="1783081" cy="862186"/>
                <a:chOff x="6866967" y="5425236"/>
                <a:chExt cx="1783081" cy="862186"/>
              </a:xfrm>
            </p:grpSpPr>
            <p:sp>
              <p:nvSpPr>
                <p:cNvPr id="18" name="Rectángulo: esquina doblada 17">
                  <a:extLst>
                    <a:ext uri="{FF2B5EF4-FFF2-40B4-BE49-F238E27FC236}">
                      <a16:creationId xmlns:a16="http://schemas.microsoft.com/office/drawing/2014/main" id="{94BCF175-7A71-4C49-AFED-45DAB338CBE3}"/>
                    </a:ext>
                  </a:extLst>
                </p:cNvPr>
                <p:cNvSpPr/>
                <p:nvPr/>
              </p:nvSpPr>
              <p:spPr>
                <a:xfrm>
                  <a:off x="6866967" y="5425236"/>
                  <a:ext cx="1783081" cy="862186"/>
                </a:xfrm>
                <a:prstGeom prst="foldedCorne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O" sz="1100" dirty="0">
                    <a:solidFill>
                      <a:schemeClr val="tx1"/>
                    </a:solidFill>
                    <a:latin typeface="Consolas" panose="020B0609020204030204" pitchFamily="49" charset="0"/>
                    <a:ea typeface="Roboto" panose="02000000000000000000" pitchFamily="2" charset="0"/>
                  </a:endParaRPr>
                </a:p>
              </p:txBody>
            </p:sp>
            <p:sp>
              <p:nvSpPr>
                <p:cNvPr id="20" name="Rectángulo 19">
                  <a:extLst>
                    <a:ext uri="{FF2B5EF4-FFF2-40B4-BE49-F238E27FC236}">
                      <a16:creationId xmlns:a16="http://schemas.microsoft.com/office/drawing/2014/main" id="{A894AE3E-E050-4342-8889-88E4F1EB3437}"/>
                    </a:ext>
                  </a:extLst>
                </p:cNvPr>
                <p:cNvSpPr/>
                <p:nvPr/>
              </p:nvSpPr>
              <p:spPr>
                <a:xfrm>
                  <a:off x="7007104" y="5543138"/>
                  <a:ext cx="709025" cy="187073"/>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b="1" dirty="0">
                      <a:solidFill>
                        <a:schemeClr val="tx1"/>
                      </a:solidFill>
                      <a:latin typeface="Roboto" panose="02000000000000000000" pitchFamily="2" charset="0"/>
                      <a:ea typeface="Roboto" panose="02000000000000000000" pitchFamily="2" charset="0"/>
                    </a:rPr>
                    <a:t>Page 1</a:t>
                  </a:r>
                </a:p>
              </p:txBody>
            </p:sp>
            <p:sp>
              <p:nvSpPr>
                <p:cNvPr id="21" name="Rectángulo 20">
                  <a:extLst>
                    <a:ext uri="{FF2B5EF4-FFF2-40B4-BE49-F238E27FC236}">
                      <a16:creationId xmlns:a16="http://schemas.microsoft.com/office/drawing/2014/main" id="{922ACFC9-1008-4C9E-B0AB-F52E15CDAB2E}"/>
                    </a:ext>
                  </a:extLst>
                </p:cNvPr>
                <p:cNvSpPr/>
                <p:nvPr/>
              </p:nvSpPr>
              <p:spPr>
                <a:xfrm>
                  <a:off x="7769179" y="5543137"/>
                  <a:ext cx="709025" cy="187073"/>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b="1" dirty="0">
                      <a:solidFill>
                        <a:schemeClr val="tx1"/>
                      </a:solidFill>
                      <a:latin typeface="Roboto" panose="02000000000000000000" pitchFamily="2" charset="0"/>
                      <a:ea typeface="Roboto" panose="02000000000000000000" pitchFamily="2" charset="0"/>
                    </a:rPr>
                    <a:t>Page 2</a:t>
                  </a:r>
                </a:p>
              </p:txBody>
            </p:sp>
            <p:sp>
              <p:nvSpPr>
                <p:cNvPr id="22" name="Rectángulo 21">
                  <a:extLst>
                    <a:ext uri="{FF2B5EF4-FFF2-40B4-BE49-F238E27FC236}">
                      <a16:creationId xmlns:a16="http://schemas.microsoft.com/office/drawing/2014/main" id="{4B5DD6B3-3B94-4278-82CC-CC861761D726}"/>
                    </a:ext>
                  </a:extLst>
                </p:cNvPr>
                <p:cNvSpPr/>
                <p:nvPr/>
              </p:nvSpPr>
              <p:spPr>
                <a:xfrm>
                  <a:off x="7007104" y="5772727"/>
                  <a:ext cx="709025" cy="187073"/>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b="1" dirty="0">
                      <a:solidFill>
                        <a:schemeClr val="tx1"/>
                      </a:solidFill>
                      <a:latin typeface="Roboto" panose="02000000000000000000" pitchFamily="2" charset="0"/>
                      <a:ea typeface="Roboto" panose="02000000000000000000" pitchFamily="2" charset="0"/>
                    </a:rPr>
                    <a:t>Page 3</a:t>
                  </a:r>
                </a:p>
              </p:txBody>
            </p:sp>
            <p:sp>
              <p:nvSpPr>
                <p:cNvPr id="23" name="Rectángulo 22">
                  <a:extLst>
                    <a:ext uri="{FF2B5EF4-FFF2-40B4-BE49-F238E27FC236}">
                      <a16:creationId xmlns:a16="http://schemas.microsoft.com/office/drawing/2014/main" id="{21C788AF-EFA4-4834-A1CC-CE89F064D860}"/>
                    </a:ext>
                  </a:extLst>
                </p:cNvPr>
                <p:cNvSpPr/>
                <p:nvPr/>
              </p:nvSpPr>
              <p:spPr>
                <a:xfrm>
                  <a:off x="7769178" y="5772726"/>
                  <a:ext cx="709025" cy="187073"/>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b="1" dirty="0">
                      <a:solidFill>
                        <a:schemeClr val="tx1"/>
                      </a:solidFill>
                      <a:latin typeface="Roboto" panose="02000000000000000000" pitchFamily="2" charset="0"/>
                      <a:ea typeface="Roboto" panose="02000000000000000000" pitchFamily="2" charset="0"/>
                    </a:rPr>
                    <a:t>Page 4</a:t>
                  </a:r>
                </a:p>
              </p:txBody>
            </p:sp>
            <p:sp>
              <p:nvSpPr>
                <p:cNvPr id="24" name="Rectángulo 23">
                  <a:extLst>
                    <a:ext uri="{FF2B5EF4-FFF2-40B4-BE49-F238E27FC236}">
                      <a16:creationId xmlns:a16="http://schemas.microsoft.com/office/drawing/2014/main" id="{D221938C-779E-4696-A6B1-7473DA5F50CD}"/>
                    </a:ext>
                  </a:extLst>
                </p:cNvPr>
                <p:cNvSpPr/>
                <p:nvPr/>
              </p:nvSpPr>
              <p:spPr>
                <a:xfrm>
                  <a:off x="7007104" y="6002316"/>
                  <a:ext cx="709025" cy="187073"/>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b="1" dirty="0">
                      <a:solidFill>
                        <a:schemeClr val="tx1"/>
                      </a:solidFill>
                      <a:latin typeface="Roboto" panose="02000000000000000000" pitchFamily="2" charset="0"/>
                      <a:ea typeface="Roboto" panose="02000000000000000000" pitchFamily="2" charset="0"/>
                    </a:rPr>
                    <a:t>Page 5</a:t>
                  </a:r>
                </a:p>
              </p:txBody>
            </p:sp>
            <p:sp>
              <p:nvSpPr>
                <p:cNvPr id="25" name="Rectángulo 24">
                  <a:extLst>
                    <a:ext uri="{FF2B5EF4-FFF2-40B4-BE49-F238E27FC236}">
                      <a16:creationId xmlns:a16="http://schemas.microsoft.com/office/drawing/2014/main" id="{F52EE024-7114-4799-8F5A-8A405CA424D5}"/>
                    </a:ext>
                  </a:extLst>
                </p:cNvPr>
                <p:cNvSpPr/>
                <p:nvPr/>
              </p:nvSpPr>
              <p:spPr>
                <a:xfrm>
                  <a:off x="7769178" y="6005128"/>
                  <a:ext cx="709025" cy="187073"/>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b="1" dirty="0">
                      <a:solidFill>
                        <a:schemeClr val="tx1"/>
                      </a:solidFill>
                      <a:latin typeface="Roboto" panose="02000000000000000000" pitchFamily="2" charset="0"/>
                      <a:ea typeface="Roboto" panose="02000000000000000000" pitchFamily="2" charset="0"/>
                    </a:rPr>
                    <a:t>Page 6</a:t>
                  </a:r>
                </a:p>
              </p:txBody>
            </p:sp>
          </p:grpSp>
        </p:grpSp>
      </p:grpSp>
      <p:grpSp>
        <p:nvGrpSpPr>
          <p:cNvPr id="34" name="Grupo 33">
            <a:extLst>
              <a:ext uri="{FF2B5EF4-FFF2-40B4-BE49-F238E27FC236}">
                <a16:creationId xmlns:a16="http://schemas.microsoft.com/office/drawing/2014/main" id="{793E75E6-F39E-42A1-81CC-6E6566758156}"/>
              </a:ext>
            </a:extLst>
          </p:cNvPr>
          <p:cNvGrpSpPr/>
          <p:nvPr/>
        </p:nvGrpSpPr>
        <p:grpSpPr>
          <a:xfrm>
            <a:off x="2021953" y="5049707"/>
            <a:ext cx="2551882" cy="1679933"/>
            <a:chOff x="2605759" y="4862268"/>
            <a:chExt cx="2551882" cy="1679933"/>
          </a:xfrm>
        </p:grpSpPr>
        <p:sp>
          <p:nvSpPr>
            <p:cNvPr id="26" name="Cilindro 25">
              <a:extLst>
                <a:ext uri="{FF2B5EF4-FFF2-40B4-BE49-F238E27FC236}">
                  <a16:creationId xmlns:a16="http://schemas.microsoft.com/office/drawing/2014/main" id="{3ADF70B9-7A68-43DD-83F8-01F61059DA9B}"/>
                </a:ext>
              </a:extLst>
            </p:cNvPr>
            <p:cNvSpPr/>
            <p:nvPr/>
          </p:nvSpPr>
          <p:spPr>
            <a:xfrm>
              <a:off x="2605759" y="4862268"/>
              <a:ext cx="2551882" cy="1679933"/>
            </a:xfrm>
            <a:prstGeom prst="can">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27" name="Grupo 26">
              <a:extLst>
                <a:ext uri="{FF2B5EF4-FFF2-40B4-BE49-F238E27FC236}">
                  <a16:creationId xmlns:a16="http://schemas.microsoft.com/office/drawing/2014/main" id="{68BFED6E-0F31-4481-930E-10C14E8724E8}"/>
                </a:ext>
              </a:extLst>
            </p:cNvPr>
            <p:cNvGrpSpPr/>
            <p:nvPr/>
          </p:nvGrpSpPr>
          <p:grpSpPr>
            <a:xfrm>
              <a:off x="2728155" y="5361414"/>
              <a:ext cx="2065011" cy="873637"/>
              <a:chOff x="2171963" y="4979120"/>
              <a:chExt cx="2835382" cy="873637"/>
            </a:xfrm>
          </p:grpSpPr>
          <p:sp>
            <p:nvSpPr>
              <p:cNvPr id="28" name="Rectángulo: esquina doblada 27">
                <a:extLst>
                  <a:ext uri="{FF2B5EF4-FFF2-40B4-BE49-F238E27FC236}">
                    <a16:creationId xmlns:a16="http://schemas.microsoft.com/office/drawing/2014/main" id="{34461A29-9D7A-4BCF-9D87-CDF6656032FD}"/>
                  </a:ext>
                </a:extLst>
              </p:cNvPr>
              <p:cNvSpPr/>
              <p:nvPr/>
            </p:nvSpPr>
            <p:spPr>
              <a:xfrm>
                <a:off x="2313932" y="5209066"/>
                <a:ext cx="2693413" cy="643691"/>
              </a:xfrm>
              <a:prstGeom prst="foldedCorne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sz="1100" dirty="0">
                    <a:solidFill>
                      <a:schemeClr val="tx1"/>
                    </a:solidFill>
                    <a:latin typeface="Consolas" panose="020B0609020204030204" pitchFamily="49" charset="0"/>
                    <a:ea typeface="Roboto" panose="02000000000000000000" pitchFamily="2" charset="0"/>
                  </a:rPr>
                  <a:t>000011000000001111000000001010001110000000001111000000000101010000...</a:t>
                </a:r>
              </a:p>
            </p:txBody>
          </p:sp>
          <p:sp>
            <p:nvSpPr>
              <p:cNvPr id="29" name="CuadroTexto 28">
                <a:extLst>
                  <a:ext uri="{FF2B5EF4-FFF2-40B4-BE49-F238E27FC236}">
                    <a16:creationId xmlns:a16="http://schemas.microsoft.com/office/drawing/2014/main" id="{E7EB13BE-5857-460D-B9D0-86E4D62272CF}"/>
                  </a:ext>
                </a:extLst>
              </p:cNvPr>
              <p:cNvSpPr txBox="1"/>
              <p:nvPr/>
            </p:nvSpPr>
            <p:spPr>
              <a:xfrm>
                <a:off x="2171963" y="4979120"/>
                <a:ext cx="804797" cy="276999"/>
              </a:xfrm>
              <a:prstGeom prst="rect">
                <a:avLst/>
              </a:prstGeom>
              <a:noFill/>
            </p:spPr>
            <p:txBody>
              <a:bodyPr wrap="square" rtlCol="0">
                <a:spAutoFit/>
              </a:bodyPr>
              <a:lstStyle/>
              <a:p>
                <a:r>
                  <a:rPr lang="es-CO" sz="1200" b="1" dirty="0">
                    <a:latin typeface="Roboto" panose="02000000000000000000" pitchFamily="2" charset="0"/>
                    <a:ea typeface="Roboto" panose="02000000000000000000" pitchFamily="2" charset="0"/>
                  </a:rPr>
                  <a:t>File</a:t>
                </a:r>
                <a:endParaRPr lang="es-CO" sz="1600" b="1" dirty="0">
                  <a:latin typeface="Roboto" panose="02000000000000000000" pitchFamily="2" charset="0"/>
                  <a:ea typeface="Roboto" panose="02000000000000000000" pitchFamily="2" charset="0"/>
                </a:endParaRPr>
              </a:p>
            </p:txBody>
          </p:sp>
        </p:grpSp>
      </p:grpSp>
      <p:sp>
        <p:nvSpPr>
          <p:cNvPr id="31" name="Google Shape;310;p34">
            <a:extLst>
              <a:ext uri="{FF2B5EF4-FFF2-40B4-BE49-F238E27FC236}">
                <a16:creationId xmlns:a16="http://schemas.microsoft.com/office/drawing/2014/main" id="{07F2F719-69ED-415A-BE16-AAB11B0076A4}"/>
              </a:ext>
            </a:extLst>
          </p:cNvPr>
          <p:cNvSpPr txBox="1">
            <a:spLocks/>
          </p:cNvSpPr>
          <p:nvPr/>
        </p:nvSpPr>
        <p:spPr>
          <a:xfrm>
            <a:off x="6666270" y="875371"/>
            <a:ext cx="5329281" cy="210491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200" b="1" dirty="0">
                <a:solidFill>
                  <a:schemeClr val="accent2"/>
                </a:solidFill>
              </a:rPr>
              <a:t>DBMS</a:t>
            </a:r>
          </a:p>
          <a:p>
            <a:pPr marL="342900" indent="-342900"/>
            <a:r>
              <a:rPr lang="es-MX" sz="2000" dirty="0"/>
              <a:t>El DBMS va mas allá de un simple archivo</a:t>
            </a:r>
          </a:p>
          <a:p>
            <a:pPr marL="342900" indent="-342900"/>
            <a:r>
              <a:rPr lang="es-MX" sz="2000" dirty="0"/>
              <a:t>Los datos datos tienen significado.</a:t>
            </a:r>
          </a:p>
          <a:p>
            <a:pPr marL="342900" indent="-342900"/>
            <a:r>
              <a:rPr lang="es-MX" sz="2000" dirty="0"/>
              <a:t>El DBMS tiene su propio </a:t>
            </a:r>
            <a:r>
              <a:rPr lang="es-MX" sz="2000" b="1" dirty="0"/>
              <a:t>Buffer Pool </a:t>
            </a:r>
            <a:r>
              <a:rPr lang="es-MX" sz="2000" dirty="0"/>
              <a:t>para decidir que paginas mantener en memoria</a:t>
            </a:r>
            <a:endParaRPr lang="es-MX" sz="2000" b="1" dirty="0"/>
          </a:p>
        </p:txBody>
      </p:sp>
      <p:sp>
        <p:nvSpPr>
          <p:cNvPr id="32" name="Flecha: a la derecha 31">
            <a:extLst>
              <a:ext uri="{FF2B5EF4-FFF2-40B4-BE49-F238E27FC236}">
                <a16:creationId xmlns:a16="http://schemas.microsoft.com/office/drawing/2014/main" id="{3D51F1AC-73D1-4928-98D2-86A4F9322B36}"/>
              </a:ext>
            </a:extLst>
          </p:cNvPr>
          <p:cNvSpPr/>
          <p:nvPr/>
        </p:nvSpPr>
        <p:spPr>
          <a:xfrm rot="5400000">
            <a:off x="3091685" y="4615883"/>
            <a:ext cx="412419" cy="267736"/>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Flecha: a la derecha 32">
            <a:extLst>
              <a:ext uri="{FF2B5EF4-FFF2-40B4-BE49-F238E27FC236}">
                <a16:creationId xmlns:a16="http://schemas.microsoft.com/office/drawing/2014/main" id="{D5EDC261-FF59-482A-9D88-10AD103A03A8}"/>
              </a:ext>
            </a:extLst>
          </p:cNvPr>
          <p:cNvSpPr/>
          <p:nvPr/>
        </p:nvSpPr>
        <p:spPr>
          <a:xfrm rot="5400000">
            <a:off x="8512466" y="4664301"/>
            <a:ext cx="412419" cy="267736"/>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8545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Representación de los datos</a:t>
            </a:r>
            <a:endParaRPr dirty="0"/>
          </a:p>
        </p:txBody>
      </p:sp>
      <mc:AlternateContent xmlns:mc="http://schemas.openxmlformats.org/markup-compatibility/2006" xmlns:a14="http://schemas.microsoft.com/office/drawing/2010/main">
        <mc:Choice Requires="a14">
          <p:sp>
            <p:nvSpPr>
              <p:cNvPr id="12" name="Google Shape;310;p34">
                <a:extLst>
                  <a:ext uri="{FF2B5EF4-FFF2-40B4-BE49-F238E27FC236}">
                    <a16:creationId xmlns:a16="http://schemas.microsoft.com/office/drawing/2014/main" id="{7F281228-AEA2-4043-B477-719F1E2157D9}"/>
                  </a:ext>
                </a:extLst>
              </p:cNvPr>
              <p:cNvSpPr txBox="1">
                <a:spLocks/>
              </p:cNvSpPr>
              <p:nvPr/>
            </p:nvSpPr>
            <p:spPr>
              <a:xfrm>
                <a:off x="916650" y="1081825"/>
                <a:ext cx="5179350" cy="203398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200" b="1" dirty="0">
                    <a:solidFill>
                      <a:schemeClr val="accent2"/>
                    </a:solidFill>
                  </a:rPr>
                  <a:t>Sistema operativo</a:t>
                </a:r>
              </a:p>
              <a:p>
                <a:pPr marL="342900" indent="-342900"/>
                <a:r>
                  <a:rPr lang="es-MX" sz="2000" dirty="0"/>
                  <a:t>El SO proporciona un API que permite:</a:t>
                </a:r>
              </a:p>
              <a:p>
                <a:pPr marL="800100" lvl="1" indent="-342900"/>
                <a:r>
                  <a:rPr lang="es-MX" sz="1800" dirty="0"/>
                  <a:t>El posicionamiento es por bytes (Saltar </a:t>
                </a:r>
                <a14:m>
                  <m:oMath xmlns:m="http://schemas.openxmlformats.org/officeDocument/2006/math">
                    <m:r>
                      <a:rPr lang="es-MX" sz="1800" b="0" i="1" smtClean="0">
                        <a:latin typeface="Cambria Math" panose="02040503050406030204" pitchFamily="18" charset="0"/>
                      </a:rPr>
                      <m:t>𝑠</m:t>
                    </m:r>
                  </m:oMath>
                </a14:m>
                <a:r>
                  <a:rPr lang="es-MX" sz="1800" dirty="0"/>
                  <a:t> bytes)</a:t>
                </a:r>
              </a:p>
              <a:p>
                <a:pPr marL="800100" lvl="1" indent="-342900"/>
                <a:r>
                  <a:rPr lang="es-MX" sz="1800" dirty="0"/>
                  <a:t>Lectura/Escritura por bytes (</a:t>
                </a:r>
                <a14:m>
                  <m:oMath xmlns:m="http://schemas.openxmlformats.org/officeDocument/2006/math">
                    <m:r>
                      <a:rPr lang="es-MX" sz="1800" b="0" i="1" smtClean="0">
                        <a:latin typeface="Cambria Math" panose="02040503050406030204" pitchFamily="18" charset="0"/>
                      </a:rPr>
                      <m:t>𝐵</m:t>
                    </m:r>
                  </m:oMath>
                </a14:m>
                <a:r>
                  <a:rPr lang="es-MX" sz="1800" dirty="0"/>
                  <a:t> bytes)</a:t>
                </a:r>
              </a:p>
            </p:txBody>
          </p:sp>
        </mc:Choice>
        <mc:Fallback xmlns="">
          <p:sp>
            <p:nvSpPr>
              <p:cNvPr id="12" name="Google Shape;310;p34">
                <a:extLst>
                  <a:ext uri="{FF2B5EF4-FFF2-40B4-BE49-F238E27FC236}">
                    <a16:creationId xmlns:a16="http://schemas.microsoft.com/office/drawing/2014/main" id="{7F281228-AEA2-4043-B477-719F1E2157D9}"/>
                  </a:ext>
                </a:extLst>
              </p:cNvPr>
              <p:cNvSpPr txBox="1">
                <a:spLocks noRot="1" noChangeAspect="1" noMove="1" noResize="1" noEditPoints="1" noAdjustHandles="1" noChangeArrowheads="1" noChangeShapeType="1" noTextEdit="1"/>
              </p:cNvSpPr>
              <p:nvPr/>
            </p:nvSpPr>
            <p:spPr>
              <a:xfrm>
                <a:off x="916650" y="1081825"/>
                <a:ext cx="5179350" cy="2033988"/>
              </a:xfrm>
              <a:prstGeom prst="rect">
                <a:avLst/>
              </a:prstGeom>
              <a:blipFill>
                <a:blip r:embed="rId3"/>
                <a:stretch>
                  <a:fillRect l="-1529"/>
                </a:stretch>
              </a:blipFill>
              <a:ln>
                <a:noFill/>
              </a:ln>
            </p:spPr>
            <p:txBody>
              <a:bodyPr/>
              <a:lstStyle/>
              <a:p>
                <a:r>
                  <a:rPr lang="es-CO">
                    <a:noFill/>
                  </a:rPr>
                  <a:t> </a:t>
                </a:r>
              </a:p>
            </p:txBody>
          </p:sp>
        </mc:Fallback>
      </mc:AlternateContent>
      <p:sp>
        <p:nvSpPr>
          <p:cNvPr id="26" name="Cilindro 25">
            <a:extLst>
              <a:ext uri="{FF2B5EF4-FFF2-40B4-BE49-F238E27FC236}">
                <a16:creationId xmlns:a16="http://schemas.microsoft.com/office/drawing/2014/main" id="{3ADF70B9-7A68-43DD-83F8-01F61059DA9B}"/>
              </a:ext>
            </a:extLst>
          </p:cNvPr>
          <p:cNvSpPr/>
          <p:nvPr/>
        </p:nvSpPr>
        <p:spPr>
          <a:xfrm>
            <a:off x="1427245" y="3820423"/>
            <a:ext cx="4008839" cy="1679933"/>
          </a:xfrm>
          <a:prstGeom prst="can">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9" name="CuadroTexto 28">
            <a:extLst>
              <a:ext uri="{FF2B5EF4-FFF2-40B4-BE49-F238E27FC236}">
                <a16:creationId xmlns:a16="http://schemas.microsoft.com/office/drawing/2014/main" id="{E7EB13BE-5857-460D-B9D0-86E4D62272CF}"/>
              </a:ext>
            </a:extLst>
          </p:cNvPr>
          <p:cNvSpPr txBox="1"/>
          <p:nvPr/>
        </p:nvSpPr>
        <p:spPr>
          <a:xfrm>
            <a:off x="1646178" y="4420166"/>
            <a:ext cx="586134" cy="276999"/>
          </a:xfrm>
          <a:prstGeom prst="rect">
            <a:avLst/>
          </a:prstGeom>
          <a:noFill/>
        </p:spPr>
        <p:txBody>
          <a:bodyPr wrap="square" rtlCol="0">
            <a:spAutoFit/>
          </a:bodyPr>
          <a:lstStyle/>
          <a:p>
            <a:r>
              <a:rPr lang="es-CO" sz="1200" b="1" dirty="0">
                <a:latin typeface="Roboto" panose="02000000000000000000" pitchFamily="2" charset="0"/>
                <a:ea typeface="Roboto" panose="02000000000000000000" pitchFamily="2" charset="0"/>
              </a:rPr>
              <a:t>File</a:t>
            </a:r>
            <a:endParaRPr lang="es-CO" sz="1600" b="1" dirty="0">
              <a:latin typeface="Roboto" panose="02000000000000000000" pitchFamily="2" charset="0"/>
              <a:ea typeface="Roboto" panose="02000000000000000000" pitchFamily="2" charset="0"/>
            </a:endParaRPr>
          </a:p>
        </p:txBody>
      </p:sp>
      <p:sp>
        <p:nvSpPr>
          <p:cNvPr id="31" name="Google Shape;310;p34">
            <a:extLst>
              <a:ext uri="{FF2B5EF4-FFF2-40B4-BE49-F238E27FC236}">
                <a16:creationId xmlns:a16="http://schemas.microsoft.com/office/drawing/2014/main" id="{07F2F719-69ED-415A-BE16-AAB11B0076A4}"/>
              </a:ext>
            </a:extLst>
          </p:cNvPr>
          <p:cNvSpPr txBox="1">
            <a:spLocks/>
          </p:cNvSpPr>
          <p:nvPr/>
        </p:nvSpPr>
        <p:spPr>
          <a:xfrm>
            <a:off x="6273347" y="1104212"/>
            <a:ext cx="5530725" cy="180988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200" b="1" dirty="0">
                <a:solidFill>
                  <a:schemeClr val="accent2"/>
                </a:solidFill>
              </a:rPr>
              <a:t>DBMS</a:t>
            </a:r>
          </a:p>
          <a:p>
            <a:pPr marL="342900" indent="-342900"/>
            <a:r>
              <a:rPr lang="es-MX" sz="2000" dirty="0"/>
              <a:t>El DBMS trabaja por paginas.</a:t>
            </a:r>
          </a:p>
          <a:p>
            <a:pPr marL="800100" lvl="1" indent="-342900"/>
            <a:r>
              <a:rPr lang="es-MX" sz="1800" dirty="0"/>
              <a:t>Favorece el acceso secuencial (mas rápido).</a:t>
            </a:r>
          </a:p>
          <a:p>
            <a:pPr marL="800100" lvl="1" indent="-342900"/>
            <a:r>
              <a:rPr lang="es-MX" sz="1800" dirty="0"/>
              <a:t>El salto se hace a través de las paginas.</a:t>
            </a:r>
          </a:p>
          <a:p>
            <a:pPr marL="800100" lvl="1" indent="-342900"/>
            <a:r>
              <a:rPr lang="es-MX" sz="1800" dirty="0"/>
              <a:t>Lectura/Escritura por paginas.</a:t>
            </a:r>
          </a:p>
        </p:txBody>
      </p:sp>
      <p:graphicFrame>
        <p:nvGraphicFramePr>
          <p:cNvPr id="37" name="Tabla 37">
            <a:extLst>
              <a:ext uri="{FF2B5EF4-FFF2-40B4-BE49-F238E27FC236}">
                <a16:creationId xmlns:a16="http://schemas.microsoft.com/office/drawing/2014/main" id="{1DAC6DFB-6436-4372-A5FD-36000EA97844}"/>
              </a:ext>
            </a:extLst>
          </p:cNvPr>
          <p:cNvGraphicFramePr>
            <a:graphicFrameLocks noGrp="1"/>
          </p:cNvGraphicFramePr>
          <p:nvPr>
            <p:extLst>
              <p:ext uri="{D42A27DB-BD31-4B8C-83A1-F6EECF244321}">
                <p14:modId xmlns:p14="http://schemas.microsoft.com/office/powerpoint/2010/main" val="2484023017"/>
              </p:ext>
            </p:extLst>
          </p:nvPr>
        </p:nvGraphicFramePr>
        <p:xfrm>
          <a:off x="1757015" y="4724874"/>
          <a:ext cx="3332480" cy="370840"/>
        </p:xfrm>
        <a:graphic>
          <a:graphicData uri="http://schemas.openxmlformats.org/drawingml/2006/table">
            <a:tbl>
              <a:tblPr firstRow="1" bandRow="1">
                <a:tableStyleId>{AD6A3598-7CB8-4345-8D95-17CE05F158A0}</a:tableStyleId>
              </a:tblPr>
              <a:tblGrid>
                <a:gridCol w="208280">
                  <a:extLst>
                    <a:ext uri="{9D8B030D-6E8A-4147-A177-3AD203B41FA5}">
                      <a16:colId xmlns:a16="http://schemas.microsoft.com/office/drawing/2014/main" val="4142965274"/>
                    </a:ext>
                  </a:extLst>
                </a:gridCol>
                <a:gridCol w="208280">
                  <a:extLst>
                    <a:ext uri="{9D8B030D-6E8A-4147-A177-3AD203B41FA5}">
                      <a16:colId xmlns:a16="http://schemas.microsoft.com/office/drawing/2014/main" val="4197519760"/>
                    </a:ext>
                  </a:extLst>
                </a:gridCol>
                <a:gridCol w="208280">
                  <a:extLst>
                    <a:ext uri="{9D8B030D-6E8A-4147-A177-3AD203B41FA5}">
                      <a16:colId xmlns:a16="http://schemas.microsoft.com/office/drawing/2014/main" val="2151046700"/>
                    </a:ext>
                  </a:extLst>
                </a:gridCol>
                <a:gridCol w="208280">
                  <a:extLst>
                    <a:ext uri="{9D8B030D-6E8A-4147-A177-3AD203B41FA5}">
                      <a16:colId xmlns:a16="http://schemas.microsoft.com/office/drawing/2014/main" val="1797113900"/>
                    </a:ext>
                  </a:extLst>
                </a:gridCol>
                <a:gridCol w="208280">
                  <a:extLst>
                    <a:ext uri="{9D8B030D-6E8A-4147-A177-3AD203B41FA5}">
                      <a16:colId xmlns:a16="http://schemas.microsoft.com/office/drawing/2014/main" val="2320764609"/>
                    </a:ext>
                  </a:extLst>
                </a:gridCol>
                <a:gridCol w="208280">
                  <a:extLst>
                    <a:ext uri="{9D8B030D-6E8A-4147-A177-3AD203B41FA5}">
                      <a16:colId xmlns:a16="http://schemas.microsoft.com/office/drawing/2014/main" val="1236526500"/>
                    </a:ext>
                  </a:extLst>
                </a:gridCol>
                <a:gridCol w="208280">
                  <a:extLst>
                    <a:ext uri="{9D8B030D-6E8A-4147-A177-3AD203B41FA5}">
                      <a16:colId xmlns:a16="http://schemas.microsoft.com/office/drawing/2014/main" val="2202812980"/>
                    </a:ext>
                  </a:extLst>
                </a:gridCol>
                <a:gridCol w="208280">
                  <a:extLst>
                    <a:ext uri="{9D8B030D-6E8A-4147-A177-3AD203B41FA5}">
                      <a16:colId xmlns:a16="http://schemas.microsoft.com/office/drawing/2014/main" val="1537510331"/>
                    </a:ext>
                  </a:extLst>
                </a:gridCol>
                <a:gridCol w="208280">
                  <a:extLst>
                    <a:ext uri="{9D8B030D-6E8A-4147-A177-3AD203B41FA5}">
                      <a16:colId xmlns:a16="http://schemas.microsoft.com/office/drawing/2014/main" val="905931755"/>
                    </a:ext>
                  </a:extLst>
                </a:gridCol>
                <a:gridCol w="208280">
                  <a:extLst>
                    <a:ext uri="{9D8B030D-6E8A-4147-A177-3AD203B41FA5}">
                      <a16:colId xmlns:a16="http://schemas.microsoft.com/office/drawing/2014/main" val="2519465147"/>
                    </a:ext>
                  </a:extLst>
                </a:gridCol>
                <a:gridCol w="208280">
                  <a:extLst>
                    <a:ext uri="{9D8B030D-6E8A-4147-A177-3AD203B41FA5}">
                      <a16:colId xmlns:a16="http://schemas.microsoft.com/office/drawing/2014/main" val="1799449462"/>
                    </a:ext>
                  </a:extLst>
                </a:gridCol>
                <a:gridCol w="208280">
                  <a:extLst>
                    <a:ext uri="{9D8B030D-6E8A-4147-A177-3AD203B41FA5}">
                      <a16:colId xmlns:a16="http://schemas.microsoft.com/office/drawing/2014/main" val="302586263"/>
                    </a:ext>
                  </a:extLst>
                </a:gridCol>
                <a:gridCol w="208280">
                  <a:extLst>
                    <a:ext uri="{9D8B030D-6E8A-4147-A177-3AD203B41FA5}">
                      <a16:colId xmlns:a16="http://schemas.microsoft.com/office/drawing/2014/main" val="789142382"/>
                    </a:ext>
                  </a:extLst>
                </a:gridCol>
                <a:gridCol w="208280">
                  <a:extLst>
                    <a:ext uri="{9D8B030D-6E8A-4147-A177-3AD203B41FA5}">
                      <a16:colId xmlns:a16="http://schemas.microsoft.com/office/drawing/2014/main" val="3125448973"/>
                    </a:ext>
                  </a:extLst>
                </a:gridCol>
                <a:gridCol w="208280">
                  <a:extLst>
                    <a:ext uri="{9D8B030D-6E8A-4147-A177-3AD203B41FA5}">
                      <a16:colId xmlns:a16="http://schemas.microsoft.com/office/drawing/2014/main" val="753392367"/>
                    </a:ext>
                  </a:extLst>
                </a:gridCol>
                <a:gridCol w="208280">
                  <a:extLst>
                    <a:ext uri="{9D8B030D-6E8A-4147-A177-3AD203B41FA5}">
                      <a16:colId xmlns:a16="http://schemas.microsoft.com/office/drawing/2014/main" val="4240393353"/>
                    </a:ext>
                  </a:extLst>
                </a:gridCol>
              </a:tblGrid>
              <a:tr h="370840">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1020263"/>
                  </a:ext>
                </a:extLst>
              </a:tr>
            </a:tbl>
          </a:graphicData>
        </a:graphic>
      </p:graphicFrame>
      <p:sp>
        <p:nvSpPr>
          <p:cNvPr id="40" name="CuadroTexto 39">
            <a:extLst>
              <a:ext uri="{FF2B5EF4-FFF2-40B4-BE49-F238E27FC236}">
                <a16:creationId xmlns:a16="http://schemas.microsoft.com/office/drawing/2014/main" id="{F699425E-14E8-49EB-9AFC-BF41D275756A}"/>
              </a:ext>
            </a:extLst>
          </p:cNvPr>
          <p:cNvSpPr txBox="1"/>
          <p:nvPr/>
        </p:nvSpPr>
        <p:spPr>
          <a:xfrm>
            <a:off x="1329754" y="5790610"/>
            <a:ext cx="586134" cy="276999"/>
          </a:xfrm>
          <a:prstGeom prst="rect">
            <a:avLst/>
          </a:prstGeom>
          <a:noFill/>
        </p:spPr>
        <p:txBody>
          <a:bodyPr wrap="square" rtlCol="0">
            <a:spAutoFit/>
          </a:bodyPr>
          <a:lstStyle/>
          <a:p>
            <a:pPr algn="r"/>
            <a:r>
              <a:rPr lang="es-CO" sz="1200" dirty="0" err="1">
                <a:latin typeface="Roboto" panose="02000000000000000000" pitchFamily="2" charset="0"/>
                <a:ea typeface="Roboto" panose="02000000000000000000" pitchFamily="2" charset="0"/>
              </a:rPr>
              <a:t>Tuple</a:t>
            </a:r>
            <a:endParaRPr lang="es-CO" sz="1600" dirty="0">
              <a:latin typeface="Roboto" panose="02000000000000000000" pitchFamily="2" charset="0"/>
              <a:ea typeface="Roboto" panose="02000000000000000000" pitchFamily="2" charset="0"/>
            </a:endParaRPr>
          </a:p>
        </p:txBody>
      </p:sp>
      <p:graphicFrame>
        <p:nvGraphicFramePr>
          <p:cNvPr id="41" name="Tabla 37">
            <a:extLst>
              <a:ext uri="{FF2B5EF4-FFF2-40B4-BE49-F238E27FC236}">
                <a16:creationId xmlns:a16="http://schemas.microsoft.com/office/drawing/2014/main" id="{B1C13F46-1343-4B32-B2B7-AAAFC40FFE7B}"/>
              </a:ext>
            </a:extLst>
          </p:cNvPr>
          <p:cNvGraphicFramePr>
            <a:graphicFrameLocks noGrp="1"/>
          </p:cNvGraphicFramePr>
          <p:nvPr>
            <p:extLst>
              <p:ext uri="{D42A27DB-BD31-4B8C-83A1-F6EECF244321}">
                <p14:modId xmlns:p14="http://schemas.microsoft.com/office/powerpoint/2010/main" val="3226343801"/>
              </p:ext>
            </p:extLst>
          </p:nvPr>
        </p:nvGraphicFramePr>
        <p:xfrm>
          <a:off x="1939245" y="5707845"/>
          <a:ext cx="208280" cy="370840"/>
        </p:xfrm>
        <a:graphic>
          <a:graphicData uri="http://schemas.openxmlformats.org/drawingml/2006/table">
            <a:tbl>
              <a:tblPr firstRow="1" bandRow="1">
                <a:tableStyleId>{AD6A3598-7CB8-4345-8D95-17CE05F158A0}</a:tableStyleId>
              </a:tblPr>
              <a:tblGrid>
                <a:gridCol w="208280">
                  <a:extLst>
                    <a:ext uri="{9D8B030D-6E8A-4147-A177-3AD203B41FA5}">
                      <a16:colId xmlns:a16="http://schemas.microsoft.com/office/drawing/2014/main" val="4142965274"/>
                    </a:ext>
                  </a:extLst>
                </a:gridCol>
              </a:tblGrid>
              <a:tr h="370840">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extLst>
                  <a:ext uri="{0D108BD9-81ED-4DB2-BD59-A6C34878D82A}">
                    <a16:rowId xmlns:a16="http://schemas.microsoft.com/office/drawing/2014/main" val="1301020263"/>
                  </a:ext>
                </a:extLst>
              </a:tr>
            </a:tbl>
          </a:graphicData>
        </a:graphic>
      </p:graphicFrame>
      <p:cxnSp>
        <p:nvCxnSpPr>
          <p:cNvPr id="42" name="Conector recto de flecha 41">
            <a:extLst>
              <a:ext uri="{FF2B5EF4-FFF2-40B4-BE49-F238E27FC236}">
                <a16:creationId xmlns:a16="http://schemas.microsoft.com/office/drawing/2014/main" id="{35C11230-5194-42FA-A28D-51AC6879F259}"/>
              </a:ext>
            </a:extLst>
          </p:cNvPr>
          <p:cNvCxnSpPr>
            <a:cxnSpLocks/>
          </p:cNvCxnSpPr>
          <p:nvPr/>
        </p:nvCxnSpPr>
        <p:spPr>
          <a:xfrm flipV="1">
            <a:off x="3207391" y="5151683"/>
            <a:ext cx="0" cy="603082"/>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5" name="CuadroTexto 44">
            <a:extLst>
              <a:ext uri="{FF2B5EF4-FFF2-40B4-BE49-F238E27FC236}">
                <a16:creationId xmlns:a16="http://schemas.microsoft.com/office/drawing/2014/main" id="{A1C084E0-C142-4DB8-9356-009F10A93DBF}"/>
              </a:ext>
            </a:extLst>
          </p:cNvPr>
          <p:cNvSpPr txBox="1"/>
          <p:nvPr/>
        </p:nvSpPr>
        <p:spPr>
          <a:xfrm>
            <a:off x="2760415" y="5754412"/>
            <a:ext cx="897471" cy="276999"/>
          </a:xfrm>
          <a:prstGeom prst="rect">
            <a:avLst/>
          </a:prstGeom>
          <a:noFill/>
          <a:ln>
            <a:noFill/>
          </a:ln>
        </p:spPr>
        <p:txBody>
          <a:bodyPr wrap="square" rtlCol="0">
            <a:spAutoFit/>
          </a:bodyPr>
          <a:lstStyle/>
          <a:p>
            <a:pPr algn="ctr"/>
            <a:r>
              <a:rPr lang="es-CO" sz="1200" dirty="0">
                <a:solidFill>
                  <a:schemeClr val="accent2"/>
                </a:solidFill>
                <a:latin typeface="Consolas" panose="020B0609020204030204" pitchFamily="49" charset="0"/>
                <a:ea typeface="Roboto" panose="02000000000000000000" pitchFamily="2" charset="0"/>
              </a:rPr>
              <a:t>seek()</a:t>
            </a:r>
            <a:endParaRPr lang="es-CO" sz="1600" dirty="0">
              <a:solidFill>
                <a:schemeClr val="accent2"/>
              </a:solidFill>
              <a:latin typeface="Consolas" panose="020B0609020204030204" pitchFamily="49" charset="0"/>
              <a:ea typeface="Roboto" panose="02000000000000000000" pitchFamily="2" charset="0"/>
            </a:endParaRPr>
          </a:p>
        </p:txBody>
      </p:sp>
      <p:sp>
        <p:nvSpPr>
          <p:cNvPr id="46" name="CuadroTexto 45">
            <a:extLst>
              <a:ext uri="{FF2B5EF4-FFF2-40B4-BE49-F238E27FC236}">
                <a16:creationId xmlns:a16="http://schemas.microsoft.com/office/drawing/2014/main" id="{72D011EC-9134-4F95-9D33-C744DC0A62B8}"/>
              </a:ext>
            </a:extLst>
          </p:cNvPr>
          <p:cNvSpPr txBox="1"/>
          <p:nvPr/>
        </p:nvSpPr>
        <p:spPr>
          <a:xfrm>
            <a:off x="3244488" y="4276359"/>
            <a:ext cx="758126" cy="276999"/>
          </a:xfrm>
          <a:prstGeom prst="rect">
            <a:avLst/>
          </a:prstGeom>
          <a:noFill/>
        </p:spPr>
        <p:txBody>
          <a:bodyPr wrap="square" rtlCol="0">
            <a:spAutoFit/>
          </a:bodyPr>
          <a:lstStyle/>
          <a:p>
            <a:pPr algn="ctr"/>
            <a:r>
              <a:rPr lang="es-CO" sz="1200" dirty="0">
                <a:solidFill>
                  <a:srgbClr val="0070C0"/>
                </a:solidFill>
                <a:latin typeface="Consolas" panose="020B0609020204030204" pitchFamily="49" charset="0"/>
                <a:ea typeface="Roboto" panose="02000000000000000000" pitchFamily="2" charset="0"/>
              </a:rPr>
              <a:t>R/W(B)</a:t>
            </a:r>
            <a:endParaRPr lang="es-CO" sz="1600" dirty="0">
              <a:solidFill>
                <a:srgbClr val="0070C0"/>
              </a:solidFill>
              <a:latin typeface="Consolas" panose="020B0609020204030204" pitchFamily="49" charset="0"/>
              <a:ea typeface="Roboto" panose="02000000000000000000" pitchFamily="2" charset="0"/>
            </a:endParaRPr>
          </a:p>
        </p:txBody>
      </p:sp>
      <p:sp>
        <p:nvSpPr>
          <p:cNvPr id="44" name="Abrir llave 43">
            <a:extLst>
              <a:ext uri="{FF2B5EF4-FFF2-40B4-BE49-F238E27FC236}">
                <a16:creationId xmlns:a16="http://schemas.microsoft.com/office/drawing/2014/main" id="{E59879CF-1944-4B41-B081-85723E3E3491}"/>
              </a:ext>
            </a:extLst>
          </p:cNvPr>
          <p:cNvSpPr/>
          <p:nvPr/>
        </p:nvSpPr>
        <p:spPr>
          <a:xfrm rot="5400000">
            <a:off x="3523964" y="4221554"/>
            <a:ext cx="128500" cy="758126"/>
          </a:xfrm>
          <a:prstGeom prst="leftBrace">
            <a:avLst>
              <a:gd name="adj1" fmla="val 42964"/>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8" name="Abrir llave 47">
            <a:extLst>
              <a:ext uri="{FF2B5EF4-FFF2-40B4-BE49-F238E27FC236}">
                <a16:creationId xmlns:a16="http://schemas.microsoft.com/office/drawing/2014/main" id="{F81A07BB-21FB-411D-BB04-F83B945F6550}"/>
              </a:ext>
            </a:extLst>
          </p:cNvPr>
          <p:cNvSpPr/>
          <p:nvPr/>
        </p:nvSpPr>
        <p:spPr>
          <a:xfrm rot="16200000">
            <a:off x="2422642" y="4451270"/>
            <a:ext cx="113926" cy="1445180"/>
          </a:xfrm>
          <a:prstGeom prst="leftBrace">
            <a:avLst>
              <a:gd name="adj1" fmla="val 42964"/>
              <a:gd name="adj2" fmla="val 50000"/>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9" name="CuadroTexto 48">
            <a:extLst>
              <a:ext uri="{FF2B5EF4-FFF2-40B4-BE49-F238E27FC236}">
                <a16:creationId xmlns:a16="http://schemas.microsoft.com/office/drawing/2014/main" id="{DC428D0E-1B3F-4CDF-93C7-7F396D07C4C8}"/>
              </a:ext>
            </a:extLst>
          </p:cNvPr>
          <p:cNvSpPr txBox="1"/>
          <p:nvPr/>
        </p:nvSpPr>
        <p:spPr>
          <a:xfrm>
            <a:off x="2186538" y="5178652"/>
            <a:ext cx="586134" cy="276999"/>
          </a:xfrm>
          <a:prstGeom prst="rect">
            <a:avLst/>
          </a:prstGeom>
          <a:noFill/>
          <a:ln>
            <a:noFill/>
          </a:ln>
        </p:spPr>
        <p:txBody>
          <a:bodyPr wrap="square" rtlCol="0">
            <a:spAutoFit/>
          </a:bodyPr>
          <a:lstStyle/>
          <a:p>
            <a:pPr algn="ctr"/>
            <a:r>
              <a:rPr lang="es-CO" sz="1200" dirty="0">
                <a:solidFill>
                  <a:schemeClr val="accent2"/>
                </a:solidFill>
                <a:latin typeface="Consolas" panose="020B0609020204030204" pitchFamily="49" charset="0"/>
                <a:ea typeface="Roboto" panose="02000000000000000000" pitchFamily="2" charset="0"/>
              </a:rPr>
              <a:t>s</a:t>
            </a:r>
            <a:endParaRPr lang="es-CO" sz="1600" dirty="0">
              <a:solidFill>
                <a:schemeClr val="accent2"/>
              </a:solidFill>
              <a:latin typeface="Consolas" panose="020B0609020204030204" pitchFamily="49" charset="0"/>
              <a:ea typeface="Roboto" panose="02000000000000000000" pitchFamily="2" charset="0"/>
            </a:endParaRPr>
          </a:p>
        </p:txBody>
      </p:sp>
      <p:sp>
        <p:nvSpPr>
          <p:cNvPr id="50" name="Cilindro 49">
            <a:extLst>
              <a:ext uri="{FF2B5EF4-FFF2-40B4-BE49-F238E27FC236}">
                <a16:creationId xmlns:a16="http://schemas.microsoft.com/office/drawing/2014/main" id="{7A2B67F0-BE7D-482B-B824-493B8F802F2C}"/>
              </a:ext>
            </a:extLst>
          </p:cNvPr>
          <p:cNvSpPr/>
          <p:nvPr/>
        </p:nvSpPr>
        <p:spPr>
          <a:xfrm>
            <a:off x="7216230" y="3742188"/>
            <a:ext cx="4008839" cy="1679933"/>
          </a:xfrm>
          <a:prstGeom prst="can">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aphicFrame>
        <p:nvGraphicFramePr>
          <p:cNvPr id="51" name="Tabla 37">
            <a:extLst>
              <a:ext uri="{FF2B5EF4-FFF2-40B4-BE49-F238E27FC236}">
                <a16:creationId xmlns:a16="http://schemas.microsoft.com/office/drawing/2014/main" id="{E6FFD46B-3253-4864-AF12-CC920772DEAD}"/>
              </a:ext>
            </a:extLst>
          </p:cNvPr>
          <p:cNvGraphicFramePr>
            <a:graphicFrameLocks noGrp="1"/>
          </p:cNvGraphicFramePr>
          <p:nvPr>
            <p:extLst>
              <p:ext uri="{D42A27DB-BD31-4B8C-83A1-F6EECF244321}">
                <p14:modId xmlns:p14="http://schemas.microsoft.com/office/powerpoint/2010/main" val="3781054031"/>
              </p:ext>
            </p:extLst>
          </p:nvPr>
        </p:nvGraphicFramePr>
        <p:xfrm>
          <a:off x="7490784" y="4604931"/>
          <a:ext cx="3332480" cy="370840"/>
        </p:xfrm>
        <a:graphic>
          <a:graphicData uri="http://schemas.openxmlformats.org/drawingml/2006/table">
            <a:tbl>
              <a:tblPr firstRow="1" bandRow="1">
                <a:tableStyleId>{AD6A3598-7CB8-4345-8D95-17CE05F158A0}</a:tableStyleId>
              </a:tblPr>
              <a:tblGrid>
                <a:gridCol w="208280">
                  <a:extLst>
                    <a:ext uri="{9D8B030D-6E8A-4147-A177-3AD203B41FA5}">
                      <a16:colId xmlns:a16="http://schemas.microsoft.com/office/drawing/2014/main" val="4142965274"/>
                    </a:ext>
                  </a:extLst>
                </a:gridCol>
                <a:gridCol w="208280">
                  <a:extLst>
                    <a:ext uri="{9D8B030D-6E8A-4147-A177-3AD203B41FA5}">
                      <a16:colId xmlns:a16="http://schemas.microsoft.com/office/drawing/2014/main" val="4197519760"/>
                    </a:ext>
                  </a:extLst>
                </a:gridCol>
                <a:gridCol w="208280">
                  <a:extLst>
                    <a:ext uri="{9D8B030D-6E8A-4147-A177-3AD203B41FA5}">
                      <a16:colId xmlns:a16="http://schemas.microsoft.com/office/drawing/2014/main" val="2151046700"/>
                    </a:ext>
                  </a:extLst>
                </a:gridCol>
                <a:gridCol w="208280">
                  <a:extLst>
                    <a:ext uri="{9D8B030D-6E8A-4147-A177-3AD203B41FA5}">
                      <a16:colId xmlns:a16="http://schemas.microsoft.com/office/drawing/2014/main" val="1797113900"/>
                    </a:ext>
                  </a:extLst>
                </a:gridCol>
                <a:gridCol w="208280">
                  <a:extLst>
                    <a:ext uri="{9D8B030D-6E8A-4147-A177-3AD203B41FA5}">
                      <a16:colId xmlns:a16="http://schemas.microsoft.com/office/drawing/2014/main" val="2320764609"/>
                    </a:ext>
                  </a:extLst>
                </a:gridCol>
                <a:gridCol w="208280">
                  <a:extLst>
                    <a:ext uri="{9D8B030D-6E8A-4147-A177-3AD203B41FA5}">
                      <a16:colId xmlns:a16="http://schemas.microsoft.com/office/drawing/2014/main" val="1236526500"/>
                    </a:ext>
                  </a:extLst>
                </a:gridCol>
                <a:gridCol w="208280">
                  <a:extLst>
                    <a:ext uri="{9D8B030D-6E8A-4147-A177-3AD203B41FA5}">
                      <a16:colId xmlns:a16="http://schemas.microsoft.com/office/drawing/2014/main" val="2202812980"/>
                    </a:ext>
                  </a:extLst>
                </a:gridCol>
                <a:gridCol w="208280">
                  <a:extLst>
                    <a:ext uri="{9D8B030D-6E8A-4147-A177-3AD203B41FA5}">
                      <a16:colId xmlns:a16="http://schemas.microsoft.com/office/drawing/2014/main" val="1537510331"/>
                    </a:ext>
                  </a:extLst>
                </a:gridCol>
                <a:gridCol w="208280">
                  <a:extLst>
                    <a:ext uri="{9D8B030D-6E8A-4147-A177-3AD203B41FA5}">
                      <a16:colId xmlns:a16="http://schemas.microsoft.com/office/drawing/2014/main" val="905931755"/>
                    </a:ext>
                  </a:extLst>
                </a:gridCol>
                <a:gridCol w="208280">
                  <a:extLst>
                    <a:ext uri="{9D8B030D-6E8A-4147-A177-3AD203B41FA5}">
                      <a16:colId xmlns:a16="http://schemas.microsoft.com/office/drawing/2014/main" val="2519465147"/>
                    </a:ext>
                  </a:extLst>
                </a:gridCol>
                <a:gridCol w="208280">
                  <a:extLst>
                    <a:ext uri="{9D8B030D-6E8A-4147-A177-3AD203B41FA5}">
                      <a16:colId xmlns:a16="http://schemas.microsoft.com/office/drawing/2014/main" val="1799449462"/>
                    </a:ext>
                  </a:extLst>
                </a:gridCol>
                <a:gridCol w="208280">
                  <a:extLst>
                    <a:ext uri="{9D8B030D-6E8A-4147-A177-3AD203B41FA5}">
                      <a16:colId xmlns:a16="http://schemas.microsoft.com/office/drawing/2014/main" val="302586263"/>
                    </a:ext>
                  </a:extLst>
                </a:gridCol>
                <a:gridCol w="208280">
                  <a:extLst>
                    <a:ext uri="{9D8B030D-6E8A-4147-A177-3AD203B41FA5}">
                      <a16:colId xmlns:a16="http://schemas.microsoft.com/office/drawing/2014/main" val="789142382"/>
                    </a:ext>
                  </a:extLst>
                </a:gridCol>
                <a:gridCol w="208280">
                  <a:extLst>
                    <a:ext uri="{9D8B030D-6E8A-4147-A177-3AD203B41FA5}">
                      <a16:colId xmlns:a16="http://schemas.microsoft.com/office/drawing/2014/main" val="3125448973"/>
                    </a:ext>
                  </a:extLst>
                </a:gridCol>
                <a:gridCol w="208280">
                  <a:extLst>
                    <a:ext uri="{9D8B030D-6E8A-4147-A177-3AD203B41FA5}">
                      <a16:colId xmlns:a16="http://schemas.microsoft.com/office/drawing/2014/main" val="753392367"/>
                    </a:ext>
                  </a:extLst>
                </a:gridCol>
                <a:gridCol w="208280">
                  <a:extLst>
                    <a:ext uri="{9D8B030D-6E8A-4147-A177-3AD203B41FA5}">
                      <a16:colId xmlns:a16="http://schemas.microsoft.com/office/drawing/2014/main" val="4240393353"/>
                    </a:ext>
                  </a:extLst>
                </a:gridCol>
              </a:tblGrid>
              <a:tr h="370840">
                <a:tc>
                  <a:txBody>
                    <a:bodyPr/>
                    <a:lstStyle/>
                    <a:p>
                      <a:endParaRPr lang="es-CO"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endParaRPr lang="es-CO" dirty="0"/>
                    </a:p>
                  </a:txBody>
                  <a:tcP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01020263"/>
                  </a:ext>
                </a:extLst>
              </a:tr>
            </a:tbl>
          </a:graphicData>
        </a:graphic>
      </p:graphicFrame>
      <p:sp>
        <p:nvSpPr>
          <p:cNvPr id="52" name="CuadroTexto 51">
            <a:extLst>
              <a:ext uri="{FF2B5EF4-FFF2-40B4-BE49-F238E27FC236}">
                <a16:creationId xmlns:a16="http://schemas.microsoft.com/office/drawing/2014/main" id="{72670715-28D0-4B5F-B58E-603134816369}"/>
              </a:ext>
            </a:extLst>
          </p:cNvPr>
          <p:cNvSpPr txBox="1"/>
          <p:nvPr/>
        </p:nvSpPr>
        <p:spPr>
          <a:xfrm>
            <a:off x="7518493" y="4323578"/>
            <a:ext cx="695266" cy="276999"/>
          </a:xfrm>
          <a:prstGeom prst="rect">
            <a:avLst/>
          </a:prstGeom>
          <a:noFill/>
        </p:spPr>
        <p:txBody>
          <a:bodyPr wrap="square" rtlCol="0">
            <a:spAutoFit/>
          </a:bodyPr>
          <a:lstStyle/>
          <a:p>
            <a:pPr algn="r"/>
            <a:r>
              <a:rPr lang="es-CO" sz="1200" dirty="0">
                <a:latin typeface="Roboto" panose="02000000000000000000" pitchFamily="2" charset="0"/>
                <a:ea typeface="Roboto" panose="02000000000000000000" pitchFamily="2" charset="0"/>
              </a:rPr>
              <a:t>Page 0</a:t>
            </a:r>
            <a:endParaRPr lang="es-CO" sz="1600" dirty="0">
              <a:latin typeface="Roboto" panose="02000000000000000000" pitchFamily="2" charset="0"/>
              <a:ea typeface="Roboto" panose="02000000000000000000" pitchFamily="2" charset="0"/>
            </a:endParaRPr>
          </a:p>
        </p:txBody>
      </p:sp>
      <p:sp>
        <p:nvSpPr>
          <p:cNvPr id="53" name="CuadroTexto 52">
            <a:extLst>
              <a:ext uri="{FF2B5EF4-FFF2-40B4-BE49-F238E27FC236}">
                <a16:creationId xmlns:a16="http://schemas.microsoft.com/office/drawing/2014/main" id="{F8E9B9D1-CF56-4EA7-A539-B1D396EF4AF4}"/>
              </a:ext>
            </a:extLst>
          </p:cNvPr>
          <p:cNvSpPr txBox="1"/>
          <p:nvPr/>
        </p:nvSpPr>
        <p:spPr>
          <a:xfrm>
            <a:off x="8389376" y="4323578"/>
            <a:ext cx="695266" cy="276999"/>
          </a:xfrm>
          <a:prstGeom prst="rect">
            <a:avLst/>
          </a:prstGeom>
          <a:noFill/>
        </p:spPr>
        <p:txBody>
          <a:bodyPr wrap="square" rtlCol="0">
            <a:spAutoFit/>
          </a:bodyPr>
          <a:lstStyle/>
          <a:p>
            <a:pPr algn="r"/>
            <a:r>
              <a:rPr lang="es-CO" sz="1200" dirty="0">
                <a:latin typeface="Roboto" panose="02000000000000000000" pitchFamily="2" charset="0"/>
                <a:ea typeface="Roboto" panose="02000000000000000000" pitchFamily="2" charset="0"/>
              </a:rPr>
              <a:t>Page 1</a:t>
            </a:r>
            <a:endParaRPr lang="es-CO" sz="1600" dirty="0">
              <a:latin typeface="Roboto" panose="02000000000000000000" pitchFamily="2" charset="0"/>
              <a:ea typeface="Roboto" panose="02000000000000000000" pitchFamily="2" charset="0"/>
            </a:endParaRPr>
          </a:p>
        </p:txBody>
      </p:sp>
      <p:sp>
        <p:nvSpPr>
          <p:cNvPr id="54" name="CuadroTexto 53">
            <a:extLst>
              <a:ext uri="{FF2B5EF4-FFF2-40B4-BE49-F238E27FC236}">
                <a16:creationId xmlns:a16="http://schemas.microsoft.com/office/drawing/2014/main" id="{373BB955-6AEE-4A52-8703-D0D9FA571483}"/>
              </a:ext>
            </a:extLst>
          </p:cNvPr>
          <p:cNvSpPr txBox="1"/>
          <p:nvPr/>
        </p:nvSpPr>
        <p:spPr>
          <a:xfrm>
            <a:off x="9220649" y="4322870"/>
            <a:ext cx="695266" cy="276999"/>
          </a:xfrm>
          <a:prstGeom prst="rect">
            <a:avLst/>
          </a:prstGeom>
          <a:noFill/>
        </p:spPr>
        <p:txBody>
          <a:bodyPr wrap="square" rtlCol="0">
            <a:spAutoFit/>
          </a:bodyPr>
          <a:lstStyle/>
          <a:p>
            <a:pPr algn="r"/>
            <a:r>
              <a:rPr lang="es-CO" sz="1200" dirty="0">
                <a:latin typeface="Roboto" panose="02000000000000000000" pitchFamily="2" charset="0"/>
                <a:ea typeface="Roboto" panose="02000000000000000000" pitchFamily="2" charset="0"/>
              </a:rPr>
              <a:t>Page 2</a:t>
            </a:r>
            <a:endParaRPr lang="es-CO" sz="1600" dirty="0">
              <a:latin typeface="Roboto" panose="02000000000000000000" pitchFamily="2" charset="0"/>
              <a:ea typeface="Roboto" panose="02000000000000000000" pitchFamily="2" charset="0"/>
            </a:endParaRPr>
          </a:p>
        </p:txBody>
      </p:sp>
      <p:sp>
        <p:nvSpPr>
          <p:cNvPr id="55" name="CuadroTexto 54">
            <a:extLst>
              <a:ext uri="{FF2B5EF4-FFF2-40B4-BE49-F238E27FC236}">
                <a16:creationId xmlns:a16="http://schemas.microsoft.com/office/drawing/2014/main" id="{AEDC204F-330C-49BE-B090-49A334B79FAA}"/>
              </a:ext>
            </a:extLst>
          </p:cNvPr>
          <p:cNvSpPr txBox="1"/>
          <p:nvPr/>
        </p:nvSpPr>
        <p:spPr>
          <a:xfrm>
            <a:off x="10051922" y="4317850"/>
            <a:ext cx="695266" cy="276999"/>
          </a:xfrm>
          <a:prstGeom prst="rect">
            <a:avLst/>
          </a:prstGeom>
          <a:noFill/>
        </p:spPr>
        <p:txBody>
          <a:bodyPr wrap="square" rtlCol="0">
            <a:spAutoFit/>
          </a:bodyPr>
          <a:lstStyle/>
          <a:p>
            <a:pPr algn="r"/>
            <a:r>
              <a:rPr lang="es-CO" sz="1200" dirty="0">
                <a:latin typeface="Roboto" panose="02000000000000000000" pitchFamily="2" charset="0"/>
                <a:ea typeface="Roboto" panose="02000000000000000000" pitchFamily="2" charset="0"/>
              </a:rPr>
              <a:t>Page 3</a:t>
            </a:r>
            <a:endParaRPr lang="es-CO" sz="1600" dirty="0">
              <a:latin typeface="Roboto" panose="02000000000000000000" pitchFamily="2" charset="0"/>
              <a:ea typeface="Roboto" panose="02000000000000000000" pitchFamily="2" charset="0"/>
            </a:endParaRPr>
          </a:p>
        </p:txBody>
      </p:sp>
      <p:sp>
        <p:nvSpPr>
          <p:cNvPr id="56" name="CuadroTexto 55">
            <a:extLst>
              <a:ext uri="{FF2B5EF4-FFF2-40B4-BE49-F238E27FC236}">
                <a16:creationId xmlns:a16="http://schemas.microsoft.com/office/drawing/2014/main" id="{FA8DFDAC-E149-4416-B285-8EE70AE98921}"/>
              </a:ext>
            </a:extLst>
          </p:cNvPr>
          <p:cNvSpPr txBox="1"/>
          <p:nvPr/>
        </p:nvSpPr>
        <p:spPr>
          <a:xfrm>
            <a:off x="7396040" y="4988163"/>
            <a:ext cx="586134" cy="276999"/>
          </a:xfrm>
          <a:prstGeom prst="rect">
            <a:avLst/>
          </a:prstGeom>
          <a:noFill/>
        </p:spPr>
        <p:txBody>
          <a:bodyPr wrap="square" rtlCol="0">
            <a:spAutoFit/>
          </a:bodyPr>
          <a:lstStyle/>
          <a:p>
            <a:r>
              <a:rPr lang="es-CO" sz="1200" b="1" dirty="0">
                <a:latin typeface="Roboto" panose="02000000000000000000" pitchFamily="2" charset="0"/>
                <a:ea typeface="Roboto" panose="02000000000000000000" pitchFamily="2" charset="0"/>
              </a:rPr>
              <a:t>File</a:t>
            </a:r>
            <a:endParaRPr lang="es-CO" sz="1600" b="1"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178291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Archivos, paginas, registros</a:t>
            </a:r>
            <a:endParaRPr dirty="0"/>
          </a:p>
        </p:txBody>
      </p:sp>
      <p:graphicFrame>
        <p:nvGraphicFramePr>
          <p:cNvPr id="2" name="Tabla 1">
            <a:extLst>
              <a:ext uri="{FF2B5EF4-FFF2-40B4-BE49-F238E27FC236}">
                <a16:creationId xmlns:a16="http://schemas.microsoft.com/office/drawing/2014/main" id="{D2CCFA4F-42F8-458C-9708-23442E0A6A11}"/>
              </a:ext>
            </a:extLst>
          </p:cNvPr>
          <p:cNvGraphicFramePr>
            <a:graphicFrameLocks noGrp="1"/>
          </p:cNvGraphicFramePr>
          <p:nvPr>
            <p:extLst>
              <p:ext uri="{D42A27DB-BD31-4B8C-83A1-F6EECF244321}">
                <p14:modId xmlns:p14="http://schemas.microsoft.com/office/powerpoint/2010/main" val="121386168"/>
              </p:ext>
            </p:extLst>
          </p:nvPr>
        </p:nvGraphicFramePr>
        <p:xfrm>
          <a:off x="2218274" y="4509065"/>
          <a:ext cx="3632007" cy="1371600"/>
        </p:xfrm>
        <a:graphic>
          <a:graphicData uri="http://schemas.openxmlformats.org/drawingml/2006/table">
            <a:tbl>
              <a:tblPr/>
              <a:tblGrid>
                <a:gridCol w="503615">
                  <a:extLst>
                    <a:ext uri="{9D8B030D-6E8A-4147-A177-3AD203B41FA5}">
                      <a16:colId xmlns:a16="http://schemas.microsoft.com/office/drawing/2014/main" val="4171863402"/>
                    </a:ext>
                  </a:extLst>
                </a:gridCol>
                <a:gridCol w="967083">
                  <a:extLst>
                    <a:ext uri="{9D8B030D-6E8A-4147-A177-3AD203B41FA5}">
                      <a16:colId xmlns:a16="http://schemas.microsoft.com/office/drawing/2014/main" val="1178716260"/>
                    </a:ext>
                  </a:extLst>
                </a:gridCol>
                <a:gridCol w="997527">
                  <a:extLst>
                    <a:ext uri="{9D8B030D-6E8A-4147-A177-3AD203B41FA5}">
                      <a16:colId xmlns:a16="http://schemas.microsoft.com/office/drawing/2014/main" val="2360111845"/>
                    </a:ext>
                  </a:extLst>
                </a:gridCol>
                <a:gridCol w="488603">
                  <a:extLst>
                    <a:ext uri="{9D8B030D-6E8A-4147-A177-3AD203B41FA5}">
                      <a16:colId xmlns:a16="http://schemas.microsoft.com/office/drawing/2014/main" val="2492268695"/>
                    </a:ext>
                  </a:extLst>
                </a:gridCol>
                <a:gridCol w="675179">
                  <a:extLst>
                    <a:ext uri="{9D8B030D-6E8A-4147-A177-3AD203B41FA5}">
                      <a16:colId xmlns:a16="http://schemas.microsoft.com/office/drawing/2014/main" val="3250207032"/>
                    </a:ext>
                  </a:extLst>
                </a:gridCol>
              </a:tblGrid>
              <a:tr h="185651">
                <a:tc>
                  <a:txBody>
                    <a:bodyPr/>
                    <a:lstStyle/>
                    <a:p>
                      <a:r>
                        <a:rPr lang="es-CO" sz="1200" b="1" dirty="0">
                          <a:latin typeface="Roboto" panose="02000000000000000000" pitchFamily="2" charset="0"/>
                          <a:ea typeface="Roboto" panose="02000000000000000000" pitchFamily="2" charset="0"/>
                        </a:rPr>
                        <a: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Last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First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a:latin typeface="Roboto" panose="02000000000000000000" pitchFamily="2" charset="0"/>
                          <a:ea typeface="Roboto" panose="02000000000000000000" pitchFamily="2" charset="0"/>
                        </a:rPr>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7833149"/>
                  </a:ext>
                </a:extLst>
              </a:tr>
              <a:tr h="185651">
                <a:tc>
                  <a:txBody>
                    <a:bodyPr/>
                    <a:lstStyle/>
                    <a:p>
                      <a:r>
                        <a:rPr lang="es-CO" sz="1200">
                          <a:latin typeface="Roboto" panose="02000000000000000000" pitchFamily="2" charset="0"/>
                          <a:ea typeface="Roboto" panose="02000000000000000000" pitchFamily="2" charset="0"/>
                        </a:rPr>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Homer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3226260"/>
                  </a:ext>
                </a:extLst>
              </a:tr>
              <a:tr h="185651">
                <a:tc>
                  <a:txBody>
                    <a:bodyPr/>
                    <a:lstStyle/>
                    <a:p>
                      <a:r>
                        <a:rPr lang="es-CO" sz="1200">
                          <a:latin typeface="Roboto" panose="02000000000000000000" pitchFamily="2" charset="0"/>
                          <a:ea typeface="Roboto" panose="02000000000000000000" pitchFamily="2" charset="0"/>
                        </a:rPr>
                        <a:t>443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dirty="0">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a:latin typeface="Roboto" panose="02000000000000000000" pitchFamily="2" charset="0"/>
                          <a:ea typeface="Roboto" panose="02000000000000000000" pitchFamily="2" charset="0"/>
                        </a:rPr>
                        <a:t>Marge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dirty="0">
                          <a:latin typeface="Roboto" panose="02000000000000000000" pitchFamily="2" charset="0"/>
                          <a:ea typeface="Roboto" panose="02000000000000000000" pitchFamily="2"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dirty="0">
                          <a:latin typeface="Roboto" panose="02000000000000000000" pitchFamily="2" charset="0"/>
                          <a:ea typeface="Roboto" panose="02000000000000000000" pitchFamily="2" charset="0"/>
                        </a:rPr>
                        <a:t>$140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457633836"/>
                  </a:ext>
                </a:extLst>
              </a:tr>
              <a:tr h="185651">
                <a:tc>
                  <a:txBody>
                    <a:bodyPr/>
                    <a:lstStyle/>
                    <a:p>
                      <a:r>
                        <a:rPr lang="es-CO" sz="1200">
                          <a:latin typeface="Roboto" panose="02000000000000000000" pitchFamily="2" charset="0"/>
                          <a:ea typeface="Roboto" panose="02000000000000000000" pitchFamily="2" charset="0"/>
                        </a:rPr>
                        <a:t>244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Flanders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200" dirty="0">
                          <a:latin typeface="Roboto" panose="02000000000000000000" pitchFamily="2" charset="0"/>
                          <a:ea typeface="Roboto" panose="02000000000000000000" pitchFamily="2" charset="0"/>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704149"/>
                  </a:ext>
                </a:extLst>
              </a:tr>
              <a:tr h="185651">
                <a:tc>
                  <a:txBody>
                    <a:bodyPr/>
                    <a:lstStyle/>
                    <a:p>
                      <a:r>
                        <a:rPr lang="es-CO" sz="1200">
                          <a:latin typeface="Roboto" panose="02000000000000000000" pitchFamily="2" charset="0"/>
                          <a:ea typeface="Roboto" panose="02000000000000000000" pitchFamily="2" charset="0"/>
                        </a:rPr>
                        <a:t>134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Skinner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Seymour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200" dirty="0">
                          <a:latin typeface="Roboto" panose="02000000000000000000" pitchFamily="2" charset="0"/>
                          <a:ea typeface="Roboto" panose="02000000000000000000" pitchFamily="2" charset="0"/>
                        </a:rPr>
                        <a:t>$400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854283"/>
                  </a:ext>
                </a:extLst>
              </a:tr>
            </a:tbl>
          </a:graphicData>
        </a:graphic>
      </p:graphicFrame>
      <p:sp>
        <p:nvSpPr>
          <p:cNvPr id="7" name="Google Shape;310;p34">
            <a:extLst>
              <a:ext uri="{FF2B5EF4-FFF2-40B4-BE49-F238E27FC236}">
                <a16:creationId xmlns:a16="http://schemas.microsoft.com/office/drawing/2014/main" id="{70DEFA27-6AC4-4939-80A7-2BA081AB3D70}"/>
              </a:ext>
            </a:extLst>
          </p:cNvPr>
          <p:cNvSpPr txBox="1">
            <a:spLocks/>
          </p:cNvSpPr>
          <p:nvPr/>
        </p:nvSpPr>
        <p:spPr>
          <a:xfrm>
            <a:off x="916650" y="802922"/>
            <a:ext cx="10984405" cy="28812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200" b="1" dirty="0">
                <a:solidFill>
                  <a:schemeClr val="accent2"/>
                </a:solidFill>
              </a:rPr>
              <a:t>Bases de datos (Parte Lógica)</a:t>
            </a:r>
          </a:p>
          <a:p>
            <a:pPr marL="800100" lvl="1" indent="-342900"/>
            <a:r>
              <a:rPr lang="es-MX" sz="2000" b="1" dirty="0"/>
              <a:t>Registro (fila)</a:t>
            </a:r>
            <a:r>
              <a:rPr lang="es-MX" sz="2000" dirty="0"/>
              <a:t>: Unidad básica de datos en bases de datos relacionales.</a:t>
            </a:r>
          </a:p>
          <a:p>
            <a:pPr marL="800100" lvl="1" indent="-342900"/>
            <a:r>
              <a:rPr lang="es-MX" sz="2000" b="1" dirty="0"/>
              <a:t>Relación (tabla)</a:t>
            </a:r>
            <a:r>
              <a:rPr lang="es-MX" sz="2000" dirty="0"/>
              <a:t>: Grupo de registros.</a:t>
            </a:r>
          </a:p>
          <a:p>
            <a:pPr marL="342900" indent="-342900"/>
            <a:r>
              <a:rPr lang="es-MX" sz="2200" b="1" dirty="0">
                <a:solidFill>
                  <a:schemeClr val="accent2"/>
                </a:solidFill>
              </a:rPr>
              <a:t>Disco (Parte física)</a:t>
            </a:r>
          </a:p>
          <a:p>
            <a:pPr marL="800100" lvl="1" indent="-342900"/>
            <a:r>
              <a:rPr lang="es-MX" sz="2000" b="1" dirty="0"/>
              <a:t>Pagina</a:t>
            </a:r>
            <a:r>
              <a:rPr lang="es-MX" sz="2000" dirty="0"/>
              <a:t>: Es la unidad básica de datos para el disco.</a:t>
            </a:r>
          </a:p>
          <a:p>
            <a:pPr marL="800100" lvl="1" indent="-342900"/>
            <a:r>
              <a:rPr lang="es-MX" sz="2000" b="1" dirty="0"/>
              <a:t>Transferencia</a:t>
            </a:r>
            <a:r>
              <a:rPr lang="es-MX" sz="2000" dirty="0"/>
              <a:t>: Representa la unidad mínima de movimiento entre el disco y la memoria (I/O).</a:t>
            </a:r>
          </a:p>
        </p:txBody>
      </p:sp>
      <p:grpSp>
        <p:nvGrpSpPr>
          <p:cNvPr id="30" name="Grupo 29">
            <a:extLst>
              <a:ext uri="{FF2B5EF4-FFF2-40B4-BE49-F238E27FC236}">
                <a16:creationId xmlns:a16="http://schemas.microsoft.com/office/drawing/2014/main" id="{A358195F-5F87-442F-A8AA-D53FC9458CB5}"/>
              </a:ext>
            </a:extLst>
          </p:cNvPr>
          <p:cNvGrpSpPr/>
          <p:nvPr/>
        </p:nvGrpSpPr>
        <p:grpSpPr>
          <a:xfrm>
            <a:off x="7519516" y="3694211"/>
            <a:ext cx="3632007" cy="2692400"/>
            <a:chOff x="7159298" y="3745309"/>
            <a:chExt cx="3632007" cy="2692400"/>
          </a:xfrm>
        </p:grpSpPr>
        <p:sp>
          <p:nvSpPr>
            <p:cNvPr id="9" name="Cilindro 8">
              <a:extLst>
                <a:ext uri="{FF2B5EF4-FFF2-40B4-BE49-F238E27FC236}">
                  <a16:creationId xmlns:a16="http://schemas.microsoft.com/office/drawing/2014/main" id="{E36EEB02-77FA-4BD4-A87A-1F42662585D1}"/>
                </a:ext>
              </a:extLst>
            </p:cNvPr>
            <p:cNvSpPr/>
            <p:nvPr/>
          </p:nvSpPr>
          <p:spPr>
            <a:xfrm>
              <a:off x="7159298" y="3745309"/>
              <a:ext cx="3632007" cy="2692400"/>
            </a:xfrm>
            <a:prstGeom prst="can">
              <a:avLst>
                <a:gd name="adj" fmla="val 16625"/>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9" name="Grupo 28">
              <a:extLst>
                <a:ext uri="{FF2B5EF4-FFF2-40B4-BE49-F238E27FC236}">
                  <a16:creationId xmlns:a16="http://schemas.microsoft.com/office/drawing/2014/main" id="{5E46BA42-828D-4900-A994-50BD19E2896C}"/>
                </a:ext>
              </a:extLst>
            </p:cNvPr>
            <p:cNvGrpSpPr/>
            <p:nvPr/>
          </p:nvGrpSpPr>
          <p:grpSpPr>
            <a:xfrm>
              <a:off x="7511163" y="4170511"/>
              <a:ext cx="2870266" cy="1976038"/>
              <a:chOff x="7752463" y="4106107"/>
              <a:chExt cx="2870266" cy="1976038"/>
            </a:xfrm>
          </p:grpSpPr>
          <p:grpSp>
            <p:nvGrpSpPr>
              <p:cNvPr id="27" name="Grupo 26">
                <a:extLst>
                  <a:ext uri="{FF2B5EF4-FFF2-40B4-BE49-F238E27FC236}">
                    <a16:creationId xmlns:a16="http://schemas.microsoft.com/office/drawing/2014/main" id="{611530E2-9F0E-4724-929D-17834757F11E}"/>
                  </a:ext>
                </a:extLst>
              </p:cNvPr>
              <p:cNvGrpSpPr/>
              <p:nvPr/>
            </p:nvGrpSpPr>
            <p:grpSpPr>
              <a:xfrm>
                <a:off x="7818569" y="4398818"/>
                <a:ext cx="2804160" cy="1683327"/>
                <a:chOff x="7719061" y="4641270"/>
                <a:chExt cx="2804160" cy="1683327"/>
              </a:xfrm>
            </p:grpSpPr>
            <p:sp>
              <p:nvSpPr>
                <p:cNvPr id="15" name="Rectángulo: esquina doblada 14">
                  <a:extLst>
                    <a:ext uri="{FF2B5EF4-FFF2-40B4-BE49-F238E27FC236}">
                      <a16:creationId xmlns:a16="http://schemas.microsoft.com/office/drawing/2014/main" id="{F9B075F3-2AD1-4152-A309-774912554001}"/>
                    </a:ext>
                  </a:extLst>
                </p:cNvPr>
                <p:cNvSpPr/>
                <p:nvPr/>
              </p:nvSpPr>
              <p:spPr>
                <a:xfrm flipV="1">
                  <a:off x="7719061" y="4641270"/>
                  <a:ext cx="2804160" cy="1683327"/>
                </a:xfrm>
                <a:prstGeom prst="foldedCorne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26" name="Grupo 25">
                  <a:extLst>
                    <a:ext uri="{FF2B5EF4-FFF2-40B4-BE49-F238E27FC236}">
                      <a16:creationId xmlns:a16="http://schemas.microsoft.com/office/drawing/2014/main" id="{92014FE1-9946-457F-BEDF-59B5EE619CCA}"/>
                    </a:ext>
                  </a:extLst>
                </p:cNvPr>
                <p:cNvGrpSpPr/>
                <p:nvPr/>
              </p:nvGrpSpPr>
              <p:grpSpPr>
                <a:xfrm>
                  <a:off x="7897091" y="4755573"/>
                  <a:ext cx="2300657" cy="1444181"/>
                  <a:chOff x="7897091" y="4755573"/>
                  <a:chExt cx="2300657" cy="1444181"/>
                </a:xfrm>
              </p:grpSpPr>
              <p:grpSp>
                <p:nvGrpSpPr>
                  <p:cNvPr id="24" name="Grupo 23">
                    <a:extLst>
                      <a:ext uri="{FF2B5EF4-FFF2-40B4-BE49-F238E27FC236}">
                        <a16:creationId xmlns:a16="http://schemas.microsoft.com/office/drawing/2014/main" id="{E2417669-2A6B-485D-8E3D-CC98521C25BA}"/>
                      </a:ext>
                    </a:extLst>
                  </p:cNvPr>
                  <p:cNvGrpSpPr/>
                  <p:nvPr/>
                </p:nvGrpSpPr>
                <p:grpSpPr>
                  <a:xfrm>
                    <a:off x="7897091" y="4755573"/>
                    <a:ext cx="2300657" cy="415636"/>
                    <a:chOff x="7897091" y="4755573"/>
                    <a:chExt cx="2300657" cy="415636"/>
                  </a:xfrm>
                </p:grpSpPr>
                <p:sp>
                  <p:nvSpPr>
                    <p:cNvPr id="16" name="Rectángulo 15">
                      <a:extLst>
                        <a:ext uri="{FF2B5EF4-FFF2-40B4-BE49-F238E27FC236}">
                          <a16:creationId xmlns:a16="http://schemas.microsoft.com/office/drawing/2014/main" id="{0E13C5C5-A763-48C5-B733-93ABAF95A52C}"/>
                        </a:ext>
                      </a:extLst>
                    </p:cNvPr>
                    <p:cNvSpPr/>
                    <p:nvPr/>
                  </p:nvSpPr>
                  <p:spPr>
                    <a:xfrm>
                      <a:off x="7897091" y="4755573"/>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1</a:t>
                      </a:r>
                    </a:p>
                  </p:txBody>
                </p:sp>
                <p:sp>
                  <p:nvSpPr>
                    <p:cNvPr id="19" name="Rectángulo 18">
                      <a:extLst>
                        <a:ext uri="{FF2B5EF4-FFF2-40B4-BE49-F238E27FC236}">
                          <a16:creationId xmlns:a16="http://schemas.microsoft.com/office/drawing/2014/main" id="{99EE33AC-095E-43DA-9F91-32514C782897}"/>
                        </a:ext>
                      </a:extLst>
                    </p:cNvPr>
                    <p:cNvSpPr/>
                    <p:nvPr/>
                  </p:nvSpPr>
                  <p:spPr>
                    <a:xfrm>
                      <a:off x="9117094" y="4755573"/>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2</a:t>
                      </a:r>
                    </a:p>
                  </p:txBody>
                </p:sp>
              </p:grpSp>
              <p:grpSp>
                <p:nvGrpSpPr>
                  <p:cNvPr id="17" name="Grupo 16">
                    <a:extLst>
                      <a:ext uri="{FF2B5EF4-FFF2-40B4-BE49-F238E27FC236}">
                        <a16:creationId xmlns:a16="http://schemas.microsoft.com/office/drawing/2014/main" id="{974DA196-6A98-4A8E-973B-C3B1321783A8}"/>
                      </a:ext>
                    </a:extLst>
                  </p:cNvPr>
                  <p:cNvGrpSpPr/>
                  <p:nvPr/>
                </p:nvGrpSpPr>
                <p:grpSpPr>
                  <a:xfrm>
                    <a:off x="7897091" y="5269557"/>
                    <a:ext cx="2300657" cy="415636"/>
                    <a:chOff x="7897091" y="5314950"/>
                    <a:chExt cx="2300657" cy="415636"/>
                  </a:xfrm>
                </p:grpSpPr>
                <p:sp>
                  <p:nvSpPr>
                    <p:cNvPr id="20" name="Rectángulo 19">
                      <a:extLst>
                        <a:ext uri="{FF2B5EF4-FFF2-40B4-BE49-F238E27FC236}">
                          <a16:creationId xmlns:a16="http://schemas.microsoft.com/office/drawing/2014/main" id="{AD395579-7689-42FE-A669-2DFDB6C8378D}"/>
                        </a:ext>
                      </a:extLst>
                    </p:cNvPr>
                    <p:cNvSpPr/>
                    <p:nvPr/>
                  </p:nvSpPr>
                  <p:spPr>
                    <a:xfrm>
                      <a:off x="7897091" y="5314950"/>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3</a:t>
                      </a:r>
                    </a:p>
                  </p:txBody>
                </p:sp>
                <p:sp>
                  <p:nvSpPr>
                    <p:cNvPr id="21" name="Rectángulo 20">
                      <a:extLst>
                        <a:ext uri="{FF2B5EF4-FFF2-40B4-BE49-F238E27FC236}">
                          <a16:creationId xmlns:a16="http://schemas.microsoft.com/office/drawing/2014/main" id="{FA0CE348-8424-4ACE-810E-5943D49B366B}"/>
                        </a:ext>
                      </a:extLst>
                    </p:cNvPr>
                    <p:cNvSpPr/>
                    <p:nvPr/>
                  </p:nvSpPr>
                  <p:spPr>
                    <a:xfrm>
                      <a:off x="9117094" y="5314950"/>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4</a:t>
                      </a:r>
                    </a:p>
                  </p:txBody>
                </p:sp>
              </p:grpSp>
              <p:grpSp>
                <p:nvGrpSpPr>
                  <p:cNvPr id="25" name="Grupo 24">
                    <a:extLst>
                      <a:ext uri="{FF2B5EF4-FFF2-40B4-BE49-F238E27FC236}">
                        <a16:creationId xmlns:a16="http://schemas.microsoft.com/office/drawing/2014/main" id="{309C20A5-479B-4246-B94D-24A2FBB6D445}"/>
                      </a:ext>
                    </a:extLst>
                  </p:cNvPr>
                  <p:cNvGrpSpPr/>
                  <p:nvPr/>
                </p:nvGrpSpPr>
                <p:grpSpPr>
                  <a:xfrm>
                    <a:off x="7897091" y="5784118"/>
                    <a:ext cx="2300657" cy="415636"/>
                    <a:chOff x="7897091" y="5874327"/>
                    <a:chExt cx="2300657" cy="415636"/>
                  </a:xfrm>
                </p:grpSpPr>
                <p:sp>
                  <p:nvSpPr>
                    <p:cNvPr id="22" name="Rectángulo 21">
                      <a:extLst>
                        <a:ext uri="{FF2B5EF4-FFF2-40B4-BE49-F238E27FC236}">
                          <a16:creationId xmlns:a16="http://schemas.microsoft.com/office/drawing/2014/main" id="{FFDB3585-50F0-4F5B-8D00-E3B24B00F2A3}"/>
                        </a:ext>
                      </a:extLst>
                    </p:cNvPr>
                    <p:cNvSpPr/>
                    <p:nvPr/>
                  </p:nvSpPr>
                  <p:spPr>
                    <a:xfrm>
                      <a:off x="7897091" y="5874327"/>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5</a:t>
                      </a:r>
                    </a:p>
                  </p:txBody>
                </p:sp>
                <p:sp>
                  <p:nvSpPr>
                    <p:cNvPr id="23" name="Rectángulo 22">
                      <a:extLst>
                        <a:ext uri="{FF2B5EF4-FFF2-40B4-BE49-F238E27FC236}">
                          <a16:creationId xmlns:a16="http://schemas.microsoft.com/office/drawing/2014/main" id="{F7C10DBA-2A8E-4D5A-B09D-8E8B0DE94740}"/>
                        </a:ext>
                      </a:extLst>
                    </p:cNvPr>
                    <p:cNvSpPr/>
                    <p:nvPr/>
                  </p:nvSpPr>
                  <p:spPr>
                    <a:xfrm>
                      <a:off x="9117094" y="5874327"/>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6</a:t>
                      </a:r>
                    </a:p>
                  </p:txBody>
                </p:sp>
              </p:grpSp>
            </p:grpSp>
          </p:grpSp>
          <p:sp>
            <p:nvSpPr>
              <p:cNvPr id="28" name="CuadroTexto 27">
                <a:extLst>
                  <a:ext uri="{FF2B5EF4-FFF2-40B4-BE49-F238E27FC236}">
                    <a16:creationId xmlns:a16="http://schemas.microsoft.com/office/drawing/2014/main" id="{EB5B7866-9D53-4214-A7ED-D4935F74A744}"/>
                  </a:ext>
                </a:extLst>
              </p:cNvPr>
              <p:cNvSpPr txBox="1"/>
              <p:nvPr/>
            </p:nvSpPr>
            <p:spPr>
              <a:xfrm>
                <a:off x="7752463" y="4106107"/>
                <a:ext cx="804797" cy="338554"/>
              </a:xfrm>
              <a:prstGeom prst="rect">
                <a:avLst/>
              </a:prstGeom>
              <a:noFill/>
            </p:spPr>
            <p:txBody>
              <a:bodyPr wrap="square" rtlCol="0">
                <a:spAutoFit/>
              </a:bodyPr>
              <a:lstStyle/>
              <a:p>
                <a:r>
                  <a:rPr lang="es-CO" sz="1600" b="1" dirty="0">
                    <a:latin typeface="Roboto" panose="02000000000000000000" pitchFamily="2" charset="0"/>
                    <a:ea typeface="Roboto" panose="02000000000000000000" pitchFamily="2" charset="0"/>
                  </a:rPr>
                  <a:t>File</a:t>
                </a:r>
              </a:p>
            </p:txBody>
          </p:sp>
        </p:grpSp>
      </p:grpSp>
      <p:sp>
        <p:nvSpPr>
          <p:cNvPr id="32" name="Flecha: a la derecha 31">
            <a:extLst>
              <a:ext uri="{FF2B5EF4-FFF2-40B4-BE49-F238E27FC236}">
                <a16:creationId xmlns:a16="http://schemas.microsoft.com/office/drawing/2014/main" id="{C274C925-2458-43DC-9DF5-2FA85ACA3DA6}"/>
              </a:ext>
            </a:extLst>
          </p:cNvPr>
          <p:cNvSpPr/>
          <p:nvPr/>
        </p:nvSpPr>
        <p:spPr>
          <a:xfrm>
            <a:off x="6268252" y="4942063"/>
            <a:ext cx="822225" cy="429490"/>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CuadroTexto 32">
            <a:extLst>
              <a:ext uri="{FF2B5EF4-FFF2-40B4-BE49-F238E27FC236}">
                <a16:creationId xmlns:a16="http://schemas.microsoft.com/office/drawing/2014/main" id="{E81A1C2C-9066-4680-B0C3-546930CA80F9}"/>
              </a:ext>
            </a:extLst>
          </p:cNvPr>
          <p:cNvSpPr txBox="1"/>
          <p:nvPr/>
        </p:nvSpPr>
        <p:spPr>
          <a:xfrm>
            <a:off x="2126363" y="4124668"/>
            <a:ext cx="804797" cy="338554"/>
          </a:xfrm>
          <a:prstGeom prst="rect">
            <a:avLst/>
          </a:prstGeom>
          <a:noFill/>
        </p:spPr>
        <p:txBody>
          <a:bodyPr wrap="square" rtlCol="0">
            <a:spAutoFit/>
          </a:bodyPr>
          <a:lstStyle/>
          <a:p>
            <a:r>
              <a:rPr lang="es-CO" sz="1600" b="1" dirty="0">
                <a:solidFill>
                  <a:schemeClr val="accent5"/>
                </a:solidFill>
                <a:latin typeface="Roboto" panose="02000000000000000000" pitchFamily="2" charset="0"/>
                <a:ea typeface="Roboto" panose="02000000000000000000" pitchFamily="2" charset="0"/>
              </a:rPr>
              <a:t>Table</a:t>
            </a:r>
          </a:p>
        </p:txBody>
      </p:sp>
      <p:sp>
        <p:nvSpPr>
          <p:cNvPr id="35" name="CuadroTexto 34">
            <a:extLst>
              <a:ext uri="{FF2B5EF4-FFF2-40B4-BE49-F238E27FC236}">
                <a16:creationId xmlns:a16="http://schemas.microsoft.com/office/drawing/2014/main" id="{F2C51A16-AB54-483C-93D0-CDD694E452FA}"/>
              </a:ext>
            </a:extLst>
          </p:cNvPr>
          <p:cNvSpPr txBox="1"/>
          <p:nvPr/>
        </p:nvSpPr>
        <p:spPr>
          <a:xfrm>
            <a:off x="1142708" y="5040411"/>
            <a:ext cx="1075566" cy="307777"/>
          </a:xfrm>
          <a:prstGeom prst="rect">
            <a:avLst/>
          </a:prstGeom>
          <a:noFill/>
        </p:spPr>
        <p:txBody>
          <a:bodyPr wrap="square" rtlCol="0">
            <a:spAutoFit/>
          </a:bodyPr>
          <a:lstStyle/>
          <a:p>
            <a:pPr algn="r"/>
            <a:r>
              <a:rPr lang="es-CO" b="1" dirty="0">
                <a:solidFill>
                  <a:schemeClr val="accent2"/>
                </a:solidFill>
                <a:latin typeface="Roboto" panose="02000000000000000000" pitchFamily="2" charset="0"/>
                <a:ea typeface="Roboto" panose="02000000000000000000" pitchFamily="2" charset="0"/>
              </a:rPr>
              <a:t>Record</a:t>
            </a:r>
            <a:endParaRPr lang="es-CO" sz="1600" b="1" dirty="0">
              <a:solidFill>
                <a:schemeClr val="accent2"/>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522249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Representaciones</a:t>
            </a:r>
            <a:endParaRPr dirty="0"/>
          </a:p>
        </p:txBody>
      </p:sp>
      <p:graphicFrame>
        <p:nvGraphicFramePr>
          <p:cNvPr id="2" name="Tabla 1">
            <a:extLst>
              <a:ext uri="{FF2B5EF4-FFF2-40B4-BE49-F238E27FC236}">
                <a16:creationId xmlns:a16="http://schemas.microsoft.com/office/drawing/2014/main" id="{D2CCFA4F-42F8-458C-9708-23442E0A6A11}"/>
              </a:ext>
            </a:extLst>
          </p:cNvPr>
          <p:cNvGraphicFramePr>
            <a:graphicFrameLocks noGrp="1"/>
          </p:cNvGraphicFramePr>
          <p:nvPr>
            <p:extLst>
              <p:ext uri="{D42A27DB-BD31-4B8C-83A1-F6EECF244321}">
                <p14:modId xmlns:p14="http://schemas.microsoft.com/office/powerpoint/2010/main" val="1149911961"/>
              </p:ext>
            </p:extLst>
          </p:nvPr>
        </p:nvGraphicFramePr>
        <p:xfrm>
          <a:off x="7696497" y="1485759"/>
          <a:ext cx="3632007" cy="1371600"/>
        </p:xfrm>
        <a:graphic>
          <a:graphicData uri="http://schemas.openxmlformats.org/drawingml/2006/table">
            <a:tbl>
              <a:tblPr/>
              <a:tblGrid>
                <a:gridCol w="503615">
                  <a:extLst>
                    <a:ext uri="{9D8B030D-6E8A-4147-A177-3AD203B41FA5}">
                      <a16:colId xmlns:a16="http://schemas.microsoft.com/office/drawing/2014/main" val="4171863402"/>
                    </a:ext>
                  </a:extLst>
                </a:gridCol>
                <a:gridCol w="967083">
                  <a:extLst>
                    <a:ext uri="{9D8B030D-6E8A-4147-A177-3AD203B41FA5}">
                      <a16:colId xmlns:a16="http://schemas.microsoft.com/office/drawing/2014/main" val="1178716260"/>
                    </a:ext>
                  </a:extLst>
                </a:gridCol>
                <a:gridCol w="997527">
                  <a:extLst>
                    <a:ext uri="{9D8B030D-6E8A-4147-A177-3AD203B41FA5}">
                      <a16:colId xmlns:a16="http://schemas.microsoft.com/office/drawing/2014/main" val="2360111845"/>
                    </a:ext>
                  </a:extLst>
                </a:gridCol>
                <a:gridCol w="488603">
                  <a:extLst>
                    <a:ext uri="{9D8B030D-6E8A-4147-A177-3AD203B41FA5}">
                      <a16:colId xmlns:a16="http://schemas.microsoft.com/office/drawing/2014/main" val="2492268695"/>
                    </a:ext>
                  </a:extLst>
                </a:gridCol>
                <a:gridCol w="675179">
                  <a:extLst>
                    <a:ext uri="{9D8B030D-6E8A-4147-A177-3AD203B41FA5}">
                      <a16:colId xmlns:a16="http://schemas.microsoft.com/office/drawing/2014/main" val="3250207032"/>
                    </a:ext>
                  </a:extLst>
                </a:gridCol>
              </a:tblGrid>
              <a:tr h="185651">
                <a:tc>
                  <a:txBody>
                    <a:bodyPr/>
                    <a:lstStyle/>
                    <a:p>
                      <a:r>
                        <a:rPr lang="es-CO" sz="1200" b="1" dirty="0">
                          <a:latin typeface="Roboto" panose="02000000000000000000" pitchFamily="2" charset="0"/>
                          <a:ea typeface="Roboto" panose="02000000000000000000" pitchFamily="2" charset="0"/>
                        </a:rPr>
                        <a: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Last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First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7833149"/>
                  </a:ext>
                </a:extLst>
              </a:tr>
              <a:tr h="185651">
                <a:tc>
                  <a:txBody>
                    <a:bodyPr/>
                    <a:lstStyle/>
                    <a:p>
                      <a:r>
                        <a:rPr lang="es-CO" sz="1200">
                          <a:latin typeface="Roboto" panose="02000000000000000000" pitchFamily="2" charset="0"/>
                          <a:ea typeface="Roboto" panose="02000000000000000000" pitchFamily="2" charset="0"/>
                        </a:rPr>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Homer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3226260"/>
                  </a:ext>
                </a:extLst>
              </a:tr>
              <a:tr h="185651">
                <a:tc>
                  <a:txBody>
                    <a:bodyPr/>
                    <a:lstStyle/>
                    <a:p>
                      <a:r>
                        <a:rPr lang="es-CO" sz="1200">
                          <a:latin typeface="Roboto" panose="02000000000000000000" pitchFamily="2" charset="0"/>
                          <a:ea typeface="Roboto" panose="02000000000000000000" pitchFamily="2" charset="0"/>
                        </a:rPr>
                        <a:t>443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dirty="0">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a:latin typeface="Roboto" panose="02000000000000000000" pitchFamily="2" charset="0"/>
                          <a:ea typeface="Roboto" panose="02000000000000000000" pitchFamily="2" charset="0"/>
                        </a:rPr>
                        <a:t>Marge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dirty="0">
                          <a:latin typeface="Roboto" panose="02000000000000000000" pitchFamily="2" charset="0"/>
                          <a:ea typeface="Roboto" panose="02000000000000000000" pitchFamily="2"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dirty="0">
                          <a:latin typeface="Roboto" panose="02000000000000000000" pitchFamily="2" charset="0"/>
                          <a:ea typeface="Roboto" panose="02000000000000000000" pitchFamily="2" charset="0"/>
                        </a:rPr>
                        <a:t>$140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457633836"/>
                  </a:ext>
                </a:extLst>
              </a:tr>
              <a:tr h="185651">
                <a:tc>
                  <a:txBody>
                    <a:bodyPr/>
                    <a:lstStyle/>
                    <a:p>
                      <a:r>
                        <a:rPr lang="es-CO" sz="1200">
                          <a:latin typeface="Roboto" panose="02000000000000000000" pitchFamily="2" charset="0"/>
                          <a:ea typeface="Roboto" panose="02000000000000000000" pitchFamily="2" charset="0"/>
                        </a:rPr>
                        <a:t>244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Flanders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200" dirty="0">
                          <a:latin typeface="Roboto" panose="02000000000000000000" pitchFamily="2" charset="0"/>
                          <a:ea typeface="Roboto" panose="02000000000000000000" pitchFamily="2" charset="0"/>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704149"/>
                  </a:ext>
                </a:extLst>
              </a:tr>
              <a:tr h="0">
                <a:tc>
                  <a:txBody>
                    <a:bodyPr/>
                    <a:lstStyle/>
                    <a:p>
                      <a:r>
                        <a:rPr lang="es-CO" sz="1200">
                          <a:latin typeface="Roboto" panose="02000000000000000000" pitchFamily="2" charset="0"/>
                          <a:ea typeface="Roboto" panose="02000000000000000000" pitchFamily="2" charset="0"/>
                        </a:rPr>
                        <a:t>134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Skinner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Seymour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200" dirty="0">
                          <a:latin typeface="Roboto" panose="02000000000000000000" pitchFamily="2" charset="0"/>
                          <a:ea typeface="Roboto" panose="02000000000000000000" pitchFamily="2" charset="0"/>
                        </a:rPr>
                        <a:t>$400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854283"/>
                  </a:ext>
                </a:extLst>
              </a:tr>
            </a:tbl>
          </a:graphicData>
        </a:graphic>
      </p:graphicFrame>
      <p:grpSp>
        <p:nvGrpSpPr>
          <p:cNvPr id="29" name="Grupo 28">
            <a:extLst>
              <a:ext uri="{FF2B5EF4-FFF2-40B4-BE49-F238E27FC236}">
                <a16:creationId xmlns:a16="http://schemas.microsoft.com/office/drawing/2014/main" id="{5E46BA42-828D-4900-A994-50BD19E2896C}"/>
              </a:ext>
            </a:extLst>
          </p:cNvPr>
          <p:cNvGrpSpPr/>
          <p:nvPr/>
        </p:nvGrpSpPr>
        <p:grpSpPr>
          <a:xfrm>
            <a:off x="8048362" y="3521046"/>
            <a:ext cx="2870266" cy="1976038"/>
            <a:chOff x="7752463" y="4106107"/>
            <a:chExt cx="2870266" cy="1976038"/>
          </a:xfrm>
        </p:grpSpPr>
        <p:grpSp>
          <p:nvGrpSpPr>
            <p:cNvPr id="27" name="Grupo 26">
              <a:extLst>
                <a:ext uri="{FF2B5EF4-FFF2-40B4-BE49-F238E27FC236}">
                  <a16:creationId xmlns:a16="http://schemas.microsoft.com/office/drawing/2014/main" id="{611530E2-9F0E-4724-929D-17834757F11E}"/>
                </a:ext>
              </a:extLst>
            </p:cNvPr>
            <p:cNvGrpSpPr/>
            <p:nvPr/>
          </p:nvGrpSpPr>
          <p:grpSpPr>
            <a:xfrm>
              <a:off x="7818569" y="4398818"/>
              <a:ext cx="2804160" cy="1683327"/>
              <a:chOff x="7719061" y="4641270"/>
              <a:chExt cx="2804160" cy="1683327"/>
            </a:xfrm>
          </p:grpSpPr>
          <p:sp>
            <p:nvSpPr>
              <p:cNvPr id="15" name="Rectángulo: esquina doblada 14">
                <a:extLst>
                  <a:ext uri="{FF2B5EF4-FFF2-40B4-BE49-F238E27FC236}">
                    <a16:creationId xmlns:a16="http://schemas.microsoft.com/office/drawing/2014/main" id="{F9B075F3-2AD1-4152-A309-774912554001}"/>
                  </a:ext>
                </a:extLst>
              </p:cNvPr>
              <p:cNvSpPr/>
              <p:nvPr/>
            </p:nvSpPr>
            <p:spPr>
              <a:xfrm flipV="1">
                <a:off x="7719061" y="4641270"/>
                <a:ext cx="2804160" cy="1683327"/>
              </a:xfrm>
              <a:prstGeom prst="foldedCorne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26" name="Grupo 25">
                <a:extLst>
                  <a:ext uri="{FF2B5EF4-FFF2-40B4-BE49-F238E27FC236}">
                    <a16:creationId xmlns:a16="http://schemas.microsoft.com/office/drawing/2014/main" id="{92014FE1-9946-457F-BEDF-59B5EE619CCA}"/>
                  </a:ext>
                </a:extLst>
              </p:cNvPr>
              <p:cNvGrpSpPr/>
              <p:nvPr/>
            </p:nvGrpSpPr>
            <p:grpSpPr>
              <a:xfrm>
                <a:off x="7897091" y="4755573"/>
                <a:ext cx="2300657" cy="1444181"/>
                <a:chOff x="7897091" y="4755573"/>
                <a:chExt cx="2300657" cy="1444181"/>
              </a:xfrm>
            </p:grpSpPr>
            <p:grpSp>
              <p:nvGrpSpPr>
                <p:cNvPr id="24" name="Grupo 23">
                  <a:extLst>
                    <a:ext uri="{FF2B5EF4-FFF2-40B4-BE49-F238E27FC236}">
                      <a16:creationId xmlns:a16="http://schemas.microsoft.com/office/drawing/2014/main" id="{E2417669-2A6B-485D-8E3D-CC98521C25BA}"/>
                    </a:ext>
                  </a:extLst>
                </p:cNvPr>
                <p:cNvGrpSpPr/>
                <p:nvPr/>
              </p:nvGrpSpPr>
              <p:grpSpPr>
                <a:xfrm>
                  <a:off x="7897091" y="4755573"/>
                  <a:ext cx="2300657" cy="415636"/>
                  <a:chOff x="7897091" y="4755573"/>
                  <a:chExt cx="2300657" cy="415636"/>
                </a:xfrm>
              </p:grpSpPr>
              <p:sp>
                <p:nvSpPr>
                  <p:cNvPr id="16" name="Rectángulo 15">
                    <a:extLst>
                      <a:ext uri="{FF2B5EF4-FFF2-40B4-BE49-F238E27FC236}">
                        <a16:creationId xmlns:a16="http://schemas.microsoft.com/office/drawing/2014/main" id="{0E13C5C5-A763-48C5-B733-93ABAF95A52C}"/>
                      </a:ext>
                    </a:extLst>
                  </p:cNvPr>
                  <p:cNvSpPr/>
                  <p:nvPr/>
                </p:nvSpPr>
                <p:spPr>
                  <a:xfrm>
                    <a:off x="7897091" y="4755573"/>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1</a:t>
                    </a:r>
                  </a:p>
                </p:txBody>
              </p:sp>
              <p:sp>
                <p:nvSpPr>
                  <p:cNvPr id="19" name="Rectángulo 18">
                    <a:extLst>
                      <a:ext uri="{FF2B5EF4-FFF2-40B4-BE49-F238E27FC236}">
                        <a16:creationId xmlns:a16="http://schemas.microsoft.com/office/drawing/2014/main" id="{99EE33AC-095E-43DA-9F91-32514C782897}"/>
                      </a:ext>
                    </a:extLst>
                  </p:cNvPr>
                  <p:cNvSpPr/>
                  <p:nvPr/>
                </p:nvSpPr>
                <p:spPr>
                  <a:xfrm>
                    <a:off x="9117094" y="4755573"/>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2</a:t>
                    </a:r>
                  </a:p>
                </p:txBody>
              </p:sp>
            </p:grpSp>
            <p:grpSp>
              <p:nvGrpSpPr>
                <p:cNvPr id="17" name="Grupo 16">
                  <a:extLst>
                    <a:ext uri="{FF2B5EF4-FFF2-40B4-BE49-F238E27FC236}">
                      <a16:creationId xmlns:a16="http://schemas.microsoft.com/office/drawing/2014/main" id="{974DA196-6A98-4A8E-973B-C3B1321783A8}"/>
                    </a:ext>
                  </a:extLst>
                </p:cNvPr>
                <p:cNvGrpSpPr/>
                <p:nvPr/>
              </p:nvGrpSpPr>
              <p:grpSpPr>
                <a:xfrm>
                  <a:off x="7897091" y="5269557"/>
                  <a:ext cx="2300657" cy="415636"/>
                  <a:chOff x="7897091" y="5314950"/>
                  <a:chExt cx="2300657" cy="415636"/>
                </a:xfrm>
              </p:grpSpPr>
              <p:sp>
                <p:nvSpPr>
                  <p:cNvPr id="20" name="Rectángulo 19">
                    <a:extLst>
                      <a:ext uri="{FF2B5EF4-FFF2-40B4-BE49-F238E27FC236}">
                        <a16:creationId xmlns:a16="http://schemas.microsoft.com/office/drawing/2014/main" id="{AD395579-7689-42FE-A669-2DFDB6C8378D}"/>
                      </a:ext>
                    </a:extLst>
                  </p:cNvPr>
                  <p:cNvSpPr/>
                  <p:nvPr/>
                </p:nvSpPr>
                <p:spPr>
                  <a:xfrm>
                    <a:off x="7897091" y="5314950"/>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3</a:t>
                    </a:r>
                  </a:p>
                </p:txBody>
              </p:sp>
              <p:sp>
                <p:nvSpPr>
                  <p:cNvPr id="21" name="Rectángulo 20">
                    <a:extLst>
                      <a:ext uri="{FF2B5EF4-FFF2-40B4-BE49-F238E27FC236}">
                        <a16:creationId xmlns:a16="http://schemas.microsoft.com/office/drawing/2014/main" id="{FA0CE348-8424-4ACE-810E-5943D49B366B}"/>
                      </a:ext>
                    </a:extLst>
                  </p:cNvPr>
                  <p:cNvSpPr/>
                  <p:nvPr/>
                </p:nvSpPr>
                <p:spPr>
                  <a:xfrm>
                    <a:off x="9117094" y="5314950"/>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4</a:t>
                    </a:r>
                  </a:p>
                </p:txBody>
              </p:sp>
            </p:grpSp>
            <p:grpSp>
              <p:nvGrpSpPr>
                <p:cNvPr id="25" name="Grupo 24">
                  <a:extLst>
                    <a:ext uri="{FF2B5EF4-FFF2-40B4-BE49-F238E27FC236}">
                      <a16:creationId xmlns:a16="http://schemas.microsoft.com/office/drawing/2014/main" id="{309C20A5-479B-4246-B94D-24A2FBB6D445}"/>
                    </a:ext>
                  </a:extLst>
                </p:cNvPr>
                <p:cNvGrpSpPr/>
                <p:nvPr/>
              </p:nvGrpSpPr>
              <p:grpSpPr>
                <a:xfrm>
                  <a:off x="7897091" y="5784118"/>
                  <a:ext cx="2300657" cy="415636"/>
                  <a:chOff x="7897091" y="5874327"/>
                  <a:chExt cx="2300657" cy="415636"/>
                </a:xfrm>
              </p:grpSpPr>
              <p:sp>
                <p:nvSpPr>
                  <p:cNvPr id="22" name="Rectángulo 21">
                    <a:extLst>
                      <a:ext uri="{FF2B5EF4-FFF2-40B4-BE49-F238E27FC236}">
                        <a16:creationId xmlns:a16="http://schemas.microsoft.com/office/drawing/2014/main" id="{FFDB3585-50F0-4F5B-8D00-E3B24B00F2A3}"/>
                      </a:ext>
                    </a:extLst>
                  </p:cNvPr>
                  <p:cNvSpPr/>
                  <p:nvPr/>
                </p:nvSpPr>
                <p:spPr>
                  <a:xfrm>
                    <a:off x="7897091" y="5874327"/>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5</a:t>
                    </a:r>
                  </a:p>
                </p:txBody>
              </p:sp>
              <p:sp>
                <p:nvSpPr>
                  <p:cNvPr id="23" name="Rectángulo 22">
                    <a:extLst>
                      <a:ext uri="{FF2B5EF4-FFF2-40B4-BE49-F238E27FC236}">
                        <a16:creationId xmlns:a16="http://schemas.microsoft.com/office/drawing/2014/main" id="{F7C10DBA-2A8E-4D5A-B09D-8E8B0DE94740}"/>
                      </a:ext>
                    </a:extLst>
                  </p:cNvPr>
                  <p:cNvSpPr/>
                  <p:nvPr/>
                </p:nvSpPr>
                <p:spPr>
                  <a:xfrm>
                    <a:off x="9117094" y="5874327"/>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6</a:t>
                    </a:r>
                  </a:p>
                </p:txBody>
              </p:sp>
            </p:grpSp>
          </p:grpSp>
        </p:grpSp>
        <p:sp>
          <p:nvSpPr>
            <p:cNvPr id="28" name="CuadroTexto 27">
              <a:extLst>
                <a:ext uri="{FF2B5EF4-FFF2-40B4-BE49-F238E27FC236}">
                  <a16:creationId xmlns:a16="http://schemas.microsoft.com/office/drawing/2014/main" id="{EB5B7866-9D53-4214-A7ED-D4935F74A744}"/>
                </a:ext>
              </a:extLst>
            </p:cNvPr>
            <p:cNvSpPr txBox="1"/>
            <p:nvPr/>
          </p:nvSpPr>
          <p:spPr>
            <a:xfrm>
              <a:off x="7752463" y="4106107"/>
              <a:ext cx="804797" cy="338554"/>
            </a:xfrm>
            <a:prstGeom prst="rect">
              <a:avLst/>
            </a:prstGeom>
            <a:noFill/>
          </p:spPr>
          <p:txBody>
            <a:bodyPr wrap="square" rtlCol="0">
              <a:spAutoFit/>
            </a:bodyPr>
            <a:lstStyle/>
            <a:p>
              <a:r>
                <a:rPr lang="es-CO" sz="1600" b="1" dirty="0">
                  <a:latin typeface="Roboto" panose="02000000000000000000" pitchFamily="2" charset="0"/>
                  <a:ea typeface="Roboto" panose="02000000000000000000" pitchFamily="2" charset="0"/>
                </a:rPr>
                <a:t>File</a:t>
              </a:r>
            </a:p>
          </p:txBody>
        </p:sp>
      </p:grpSp>
      <p:sp>
        <p:nvSpPr>
          <p:cNvPr id="33" name="CuadroTexto 32">
            <a:extLst>
              <a:ext uri="{FF2B5EF4-FFF2-40B4-BE49-F238E27FC236}">
                <a16:creationId xmlns:a16="http://schemas.microsoft.com/office/drawing/2014/main" id="{E81A1C2C-9066-4680-B0C3-546930CA80F9}"/>
              </a:ext>
            </a:extLst>
          </p:cNvPr>
          <p:cNvSpPr txBox="1"/>
          <p:nvPr/>
        </p:nvSpPr>
        <p:spPr>
          <a:xfrm>
            <a:off x="7607597" y="1124130"/>
            <a:ext cx="2745361" cy="338554"/>
          </a:xfrm>
          <a:prstGeom prst="rect">
            <a:avLst/>
          </a:prstGeom>
          <a:noFill/>
        </p:spPr>
        <p:txBody>
          <a:bodyPr wrap="square" rtlCol="0">
            <a:spAutoFit/>
          </a:bodyPr>
          <a:lstStyle/>
          <a:p>
            <a:r>
              <a:rPr lang="es-CO" sz="1600" b="1" dirty="0">
                <a:solidFill>
                  <a:schemeClr val="accent5"/>
                </a:solidFill>
                <a:latin typeface="Roboto" panose="02000000000000000000" pitchFamily="2" charset="0"/>
                <a:ea typeface="Roboto" panose="02000000000000000000" pitchFamily="2" charset="0"/>
              </a:rPr>
              <a:t>Relation (table)</a:t>
            </a:r>
          </a:p>
        </p:txBody>
      </p:sp>
      <p:grpSp>
        <p:nvGrpSpPr>
          <p:cNvPr id="31" name="Group 12" descr="Bob, Harmon, M, 32, 400" title="Record">
            <a:extLst>
              <a:ext uri="{FF2B5EF4-FFF2-40B4-BE49-F238E27FC236}">
                <a16:creationId xmlns:a16="http://schemas.microsoft.com/office/drawing/2014/main" id="{F5E3593D-7F56-4AAB-9405-096DE49521D9}"/>
              </a:ext>
            </a:extLst>
          </p:cNvPr>
          <p:cNvGrpSpPr/>
          <p:nvPr/>
        </p:nvGrpSpPr>
        <p:grpSpPr>
          <a:xfrm>
            <a:off x="998528" y="3519537"/>
            <a:ext cx="3145111" cy="858620"/>
            <a:chOff x="109404" y="1070849"/>
            <a:chExt cx="3145111" cy="858620"/>
          </a:xfrm>
        </p:grpSpPr>
        <p:sp>
          <p:nvSpPr>
            <p:cNvPr id="34" name="TextBox 43">
              <a:extLst>
                <a:ext uri="{FF2B5EF4-FFF2-40B4-BE49-F238E27FC236}">
                  <a16:creationId xmlns:a16="http://schemas.microsoft.com/office/drawing/2014/main" id="{5CFC2C5B-F9C8-4BE4-8B17-CEFFBA882EAE}"/>
                </a:ext>
              </a:extLst>
            </p:cNvPr>
            <p:cNvSpPr txBox="1">
              <a:spLocks noChangeArrowheads="1"/>
            </p:cNvSpPr>
            <p:nvPr/>
          </p:nvSpPr>
          <p:spPr bwMode="auto">
            <a:xfrm>
              <a:off x="109404" y="1070849"/>
              <a:ext cx="31451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entury Gothic" charset="0"/>
                  <a:ea typeface="Osaka" charset="-128"/>
                </a:defRPr>
              </a:lvl1pPr>
              <a:lvl2pPr marL="742950" indent="-285750">
                <a:spcBef>
                  <a:spcPct val="20000"/>
                </a:spcBef>
                <a:buChar char="–"/>
                <a:defRPr sz="2800">
                  <a:solidFill>
                    <a:schemeClr val="tx1"/>
                  </a:solidFill>
                  <a:latin typeface="Century Gothic" charset="0"/>
                  <a:ea typeface="Osaka" charset="-128"/>
                </a:defRPr>
              </a:lvl2pPr>
              <a:lvl3pPr marL="1143000" indent="-228600">
                <a:spcBef>
                  <a:spcPct val="20000"/>
                </a:spcBef>
                <a:buChar char="•"/>
                <a:defRPr sz="2400">
                  <a:solidFill>
                    <a:schemeClr val="tx1"/>
                  </a:solidFill>
                  <a:latin typeface="Century Gothic" charset="0"/>
                  <a:ea typeface="Osaka" charset="-128"/>
                </a:defRPr>
              </a:lvl3pPr>
              <a:lvl4pPr marL="1600200" indent="-228600">
                <a:spcBef>
                  <a:spcPct val="20000"/>
                </a:spcBef>
                <a:buChar char="–"/>
                <a:defRPr sz="2000">
                  <a:solidFill>
                    <a:schemeClr val="tx1"/>
                  </a:solidFill>
                  <a:latin typeface="Century Gothic" charset="0"/>
                  <a:ea typeface="Osaka" charset="-128"/>
                </a:defRPr>
              </a:lvl4pPr>
              <a:lvl5pPr marL="2057400" indent="-228600">
                <a:spcBef>
                  <a:spcPct val="20000"/>
                </a:spcBef>
                <a:buChar char="»"/>
                <a:defRPr sz="2000">
                  <a:solidFill>
                    <a:schemeClr val="tx1"/>
                  </a:solidFill>
                  <a:latin typeface="Century Gothic" charset="0"/>
                  <a:ea typeface="Osaka" charset="-128"/>
                </a:defRPr>
              </a:lvl5pPr>
              <a:lvl6pPr marL="2514600" indent="-228600" eaLnBrk="0" fontAlgn="base" hangingPunct="0">
                <a:spcBef>
                  <a:spcPct val="20000"/>
                </a:spcBef>
                <a:spcAft>
                  <a:spcPct val="0"/>
                </a:spcAft>
                <a:buChar char="»"/>
                <a:defRPr sz="2000">
                  <a:solidFill>
                    <a:schemeClr val="tx1"/>
                  </a:solidFill>
                  <a:latin typeface="Century Gothic" charset="0"/>
                  <a:ea typeface="Osaka" charset="-128"/>
                </a:defRPr>
              </a:lvl6pPr>
              <a:lvl7pPr marL="2971800" indent="-228600" eaLnBrk="0" fontAlgn="base" hangingPunct="0">
                <a:spcBef>
                  <a:spcPct val="20000"/>
                </a:spcBef>
                <a:spcAft>
                  <a:spcPct val="0"/>
                </a:spcAft>
                <a:buChar char="»"/>
                <a:defRPr sz="2000">
                  <a:solidFill>
                    <a:schemeClr val="tx1"/>
                  </a:solidFill>
                  <a:latin typeface="Century Gothic" charset="0"/>
                  <a:ea typeface="Osaka" charset="-128"/>
                </a:defRPr>
              </a:lvl7pPr>
              <a:lvl8pPr marL="3429000" indent="-228600" eaLnBrk="0" fontAlgn="base" hangingPunct="0">
                <a:spcBef>
                  <a:spcPct val="20000"/>
                </a:spcBef>
                <a:spcAft>
                  <a:spcPct val="0"/>
                </a:spcAft>
                <a:buChar char="»"/>
                <a:defRPr sz="2000">
                  <a:solidFill>
                    <a:schemeClr val="tx1"/>
                  </a:solidFill>
                  <a:latin typeface="Century Gothic" charset="0"/>
                  <a:ea typeface="Osaka" charset="-128"/>
                </a:defRPr>
              </a:lvl8pPr>
              <a:lvl9pPr marL="3886200" indent="-228600" eaLnBrk="0" fontAlgn="base" hangingPunct="0">
                <a:spcBef>
                  <a:spcPct val="20000"/>
                </a:spcBef>
                <a:spcAft>
                  <a:spcPct val="0"/>
                </a:spcAft>
                <a:buChar char="»"/>
                <a:defRPr sz="2000">
                  <a:solidFill>
                    <a:schemeClr val="tx1"/>
                  </a:solidFill>
                  <a:latin typeface="Century Gothic" charset="0"/>
                  <a:ea typeface="Osaka" charset="-128"/>
                </a:defRPr>
              </a:lvl9pPr>
            </a:lstStyle>
            <a:p>
              <a:pPr algn="ctr" defTabSz="685800">
                <a:spcBef>
                  <a:spcPct val="0"/>
                </a:spcBef>
                <a:buNone/>
                <a:defRPr/>
              </a:pPr>
              <a:r>
                <a:rPr lang="en-US" altLang="en-US" sz="1200" b="1" kern="0" dirty="0">
                  <a:solidFill>
                    <a:srgbClr val="000000"/>
                  </a:solidFill>
                  <a:latin typeface="Roboto" panose="02000000000000000000" pitchFamily="2" charset="0"/>
                  <a:ea typeface="Roboto" panose="02000000000000000000" pitchFamily="2" charset="0"/>
                  <a:cs typeface="Helvetica Neue" charset="0"/>
                </a:rPr>
                <a:t>Record</a:t>
              </a:r>
              <a:endParaRPr lang="en-US" altLang="en-US" sz="1050" b="1" kern="0" dirty="0">
                <a:solidFill>
                  <a:srgbClr val="000000"/>
                </a:solidFill>
                <a:latin typeface="Roboto" panose="02000000000000000000" pitchFamily="2" charset="0"/>
                <a:ea typeface="Roboto" panose="02000000000000000000" pitchFamily="2" charset="0"/>
                <a:cs typeface="Helvetica Neue" charset="0"/>
              </a:endParaRPr>
            </a:p>
          </p:txBody>
        </p:sp>
        <p:grpSp>
          <p:nvGrpSpPr>
            <p:cNvPr id="36" name="Group 44">
              <a:extLst>
                <a:ext uri="{FF2B5EF4-FFF2-40B4-BE49-F238E27FC236}">
                  <a16:creationId xmlns:a16="http://schemas.microsoft.com/office/drawing/2014/main" id="{100E9415-D081-40D7-B466-E9320199DB9B}"/>
                </a:ext>
              </a:extLst>
            </p:cNvPr>
            <p:cNvGrpSpPr>
              <a:grpSpLocks/>
            </p:cNvGrpSpPr>
            <p:nvPr/>
          </p:nvGrpSpPr>
          <p:grpSpPr bwMode="auto">
            <a:xfrm>
              <a:off x="109404" y="1375916"/>
              <a:ext cx="3145111" cy="332767"/>
              <a:chOff x="4555518" y="4778432"/>
              <a:chExt cx="4286576" cy="503582"/>
            </a:xfrm>
          </p:grpSpPr>
          <p:sp>
            <p:nvSpPr>
              <p:cNvPr id="42" name="Rectangle 139">
                <a:extLst>
                  <a:ext uri="{FF2B5EF4-FFF2-40B4-BE49-F238E27FC236}">
                    <a16:creationId xmlns:a16="http://schemas.microsoft.com/office/drawing/2014/main" id="{AC5506A2-C394-4D9A-A601-8C4CE5BD6A74}"/>
                  </a:ext>
                </a:extLst>
              </p:cNvPr>
              <p:cNvSpPr/>
              <p:nvPr/>
            </p:nvSpPr>
            <p:spPr bwMode="auto">
              <a:xfrm>
                <a:off x="4556035" y="4778366"/>
                <a:ext cx="751132" cy="504429"/>
              </a:xfrm>
              <a:prstGeom prst="rect">
                <a:avLst/>
              </a:prstGeom>
              <a:noFill/>
              <a:ln w="25400"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Bob</a:t>
                </a:r>
              </a:p>
            </p:txBody>
          </p:sp>
          <p:sp>
            <p:nvSpPr>
              <p:cNvPr id="43" name="Rectangle 140">
                <a:extLst>
                  <a:ext uri="{FF2B5EF4-FFF2-40B4-BE49-F238E27FC236}">
                    <a16:creationId xmlns:a16="http://schemas.microsoft.com/office/drawing/2014/main" id="{DC1AE3C3-45BB-44EE-B613-63E4A83FF393}"/>
                  </a:ext>
                </a:extLst>
              </p:cNvPr>
              <p:cNvSpPr/>
              <p:nvPr/>
            </p:nvSpPr>
            <p:spPr bwMode="auto">
              <a:xfrm>
                <a:off x="6469596" y="4778366"/>
                <a:ext cx="624091" cy="504429"/>
              </a:xfrm>
              <a:prstGeom prst="rect">
                <a:avLst/>
              </a:prstGeom>
              <a:solidFill>
                <a:sysClr val="window" lastClr="FFFFFF"/>
              </a:solidFill>
              <a:ln w="25400"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M</a:t>
                </a:r>
              </a:p>
            </p:txBody>
          </p:sp>
          <p:sp>
            <p:nvSpPr>
              <p:cNvPr id="44" name="Rectangle 141">
                <a:extLst>
                  <a:ext uri="{FF2B5EF4-FFF2-40B4-BE49-F238E27FC236}">
                    <a16:creationId xmlns:a16="http://schemas.microsoft.com/office/drawing/2014/main" id="{800DAE2E-0A87-4DD0-8163-92AD443EB793}"/>
                  </a:ext>
                </a:extLst>
              </p:cNvPr>
              <p:cNvSpPr/>
              <p:nvPr/>
            </p:nvSpPr>
            <p:spPr bwMode="auto">
              <a:xfrm>
                <a:off x="7093687" y="4778366"/>
                <a:ext cx="622503" cy="504429"/>
              </a:xfrm>
              <a:prstGeom prst="rect">
                <a:avLst/>
              </a:prstGeom>
              <a:solidFill>
                <a:sysClr val="window" lastClr="FFFFFF"/>
              </a:solidFill>
              <a:ln w="25400"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32</a:t>
                </a:r>
              </a:p>
            </p:txBody>
          </p:sp>
          <p:sp>
            <p:nvSpPr>
              <p:cNvPr id="45" name="Rectangle 142">
                <a:extLst>
                  <a:ext uri="{FF2B5EF4-FFF2-40B4-BE49-F238E27FC236}">
                    <a16:creationId xmlns:a16="http://schemas.microsoft.com/office/drawing/2014/main" id="{CBA6DE9D-1B34-49AF-914E-261AA011E3EC}"/>
                  </a:ext>
                </a:extLst>
              </p:cNvPr>
              <p:cNvSpPr/>
              <p:nvPr/>
            </p:nvSpPr>
            <p:spPr bwMode="auto">
              <a:xfrm>
                <a:off x="7716190" y="4778366"/>
                <a:ext cx="1125904" cy="504429"/>
              </a:xfrm>
              <a:prstGeom prst="rect">
                <a:avLst/>
              </a:prstGeom>
              <a:solidFill>
                <a:sysClr val="window" lastClr="FFFFFF"/>
              </a:solidFill>
              <a:ln w="25400"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94703</a:t>
                </a:r>
              </a:p>
            </p:txBody>
          </p:sp>
          <p:sp>
            <p:nvSpPr>
              <p:cNvPr id="46" name="Rectangle 143">
                <a:extLst>
                  <a:ext uri="{FF2B5EF4-FFF2-40B4-BE49-F238E27FC236}">
                    <a16:creationId xmlns:a16="http://schemas.microsoft.com/office/drawing/2014/main" id="{5378C0BC-6C1F-4344-ACFB-C0267B4D5351}"/>
                  </a:ext>
                </a:extLst>
              </p:cNvPr>
              <p:cNvSpPr/>
              <p:nvPr/>
            </p:nvSpPr>
            <p:spPr bwMode="auto">
              <a:xfrm>
                <a:off x="5307167" y="4778366"/>
                <a:ext cx="1162429" cy="504429"/>
              </a:xfrm>
              <a:prstGeom prst="rect">
                <a:avLst/>
              </a:prstGeom>
              <a:noFill/>
              <a:ln w="25400"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Harmon</a:t>
                </a:r>
              </a:p>
            </p:txBody>
          </p:sp>
        </p:grpSp>
        <p:sp>
          <p:nvSpPr>
            <p:cNvPr id="37" name="TextBox 134">
              <a:extLst>
                <a:ext uri="{FF2B5EF4-FFF2-40B4-BE49-F238E27FC236}">
                  <a16:creationId xmlns:a16="http://schemas.microsoft.com/office/drawing/2014/main" id="{238105B2-D614-4450-BAAF-888959113C14}"/>
                </a:ext>
              </a:extLst>
            </p:cNvPr>
            <p:cNvSpPr txBox="1"/>
            <p:nvPr/>
          </p:nvSpPr>
          <p:spPr bwMode="auto">
            <a:xfrm>
              <a:off x="109404" y="1698385"/>
              <a:ext cx="633507" cy="230832"/>
            </a:xfrm>
            <a:prstGeom prst="rect">
              <a:avLst/>
            </a:prstGeom>
            <a:noFill/>
          </p:spPr>
          <p:txBody>
            <a:bodyPr wrap="none">
              <a:spAutoFit/>
            </a:bodyPr>
            <a:lstStyle/>
            <a:p>
              <a:pPr defTabSz="685800">
                <a:defRPr/>
              </a:pPr>
              <a:r>
                <a:rPr lang="en-US" sz="900" kern="0" dirty="0">
                  <a:solidFill>
                    <a:schemeClr val="accent5"/>
                  </a:solidFill>
                  <a:latin typeface="Consolas" panose="020B0609020204030204" pitchFamily="49" charset="0"/>
                  <a:ea typeface="Roboto" panose="02000000000000000000" pitchFamily="2" charset="0"/>
                  <a:cs typeface="Helvetica Neue" charset="0"/>
                </a:rPr>
                <a:t>varchar</a:t>
              </a:r>
            </a:p>
          </p:txBody>
        </p:sp>
        <p:sp>
          <p:nvSpPr>
            <p:cNvPr id="38" name="TextBox 135">
              <a:extLst>
                <a:ext uri="{FF2B5EF4-FFF2-40B4-BE49-F238E27FC236}">
                  <a16:creationId xmlns:a16="http://schemas.microsoft.com/office/drawing/2014/main" id="{7432F94D-3011-4EC7-8F6F-4EDB2E79311D}"/>
                </a:ext>
              </a:extLst>
            </p:cNvPr>
            <p:cNvSpPr txBox="1"/>
            <p:nvPr/>
          </p:nvSpPr>
          <p:spPr bwMode="auto">
            <a:xfrm>
              <a:off x="796458" y="1698637"/>
              <a:ext cx="633507" cy="230832"/>
            </a:xfrm>
            <a:prstGeom prst="rect">
              <a:avLst/>
            </a:prstGeom>
            <a:noFill/>
          </p:spPr>
          <p:txBody>
            <a:bodyPr wrap="none">
              <a:spAutoFit/>
            </a:bodyPr>
            <a:lstStyle/>
            <a:p>
              <a:pPr defTabSz="685800">
                <a:defRPr/>
              </a:pPr>
              <a:r>
                <a:rPr lang="en-US" sz="900" kern="0" dirty="0">
                  <a:solidFill>
                    <a:schemeClr val="accent5"/>
                  </a:solidFill>
                  <a:latin typeface="Consolas" panose="020B0609020204030204" pitchFamily="49" charset="0"/>
                  <a:ea typeface="Roboto" panose="02000000000000000000" pitchFamily="2" charset="0"/>
                  <a:cs typeface="Helvetica Neue" charset="0"/>
                </a:rPr>
                <a:t>varchar</a:t>
              </a:r>
            </a:p>
          </p:txBody>
        </p:sp>
        <p:sp>
          <p:nvSpPr>
            <p:cNvPr id="39" name="TextBox 136">
              <a:extLst>
                <a:ext uri="{FF2B5EF4-FFF2-40B4-BE49-F238E27FC236}">
                  <a16:creationId xmlns:a16="http://schemas.microsoft.com/office/drawing/2014/main" id="{36516BF6-CE80-4AD8-94AC-0B6BC77F0625}"/>
                </a:ext>
              </a:extLst>
            </p:cNvPr>
            <p:cNvSpPr txBox="1"/>
            <p:nvPr/>
          </p:nvSpPr>
          <p:spPr bwMode="auto">
            <a:xfrm>
              <a:off x="1550257" y="1692428"/>
              <a:ext cx="441146" cy="230832"/>
            </a:xfrm>
            <a:prstGeom prst="rect">
              <a:avLst/>
            </a:prstGeom>
            <a:noFill/>
          </p:spPr>
          <p:txBody>
            <a:bodyPr wrap="none">
              <a:spAutoFit/>
            </a:bodyPr>
            <a:lstStyle/>
            <a:p>
              <a:pPr defTabSz="685800">
                <a:defRPr/>
              </a:pPr>
              <a:r>
                <a:rPr lang="en-US" sz="900" dirty="0">
                  <a:solidFill>
                    <a:schemeClr val="accent5"/>
                  </a:solidFill>
                  <a:latin typeface="Consolas" panose="020B0609020204030204" pitchFamily="49" charset="0"/>
                  <a:ea typeface="Roboto" panose="02000000000000000000" pitchFamily="2" charset="0"/>
                  <a:cs typeface="Helvetica Neue" charset="0"/>
                </a:rPr>
                <a:t>c</a:t>
              </a:r>
              <a:r>
                <a:rPr lang="en-US" sz="900" kern="0" dirty="0">
                  <a:solidFill>
                    <a:schemeClr val="accent5"/>
                  </a:solidFill>
                  <a:latin typeface="Consolas" panose="020B0609020204030204" pitchFamily="49" charset="0"/>
                  <a:ea typeface="Roboto" panose="02000000000000000000" pitchFamily="2" charset="0"/>
                  <a:cs typeface="Helvetica Neue" charset="0"/>
                </a:rPr>
                <a:t>har</a:t>
              </a:r>
            </a:p>
          </p:txBody>
        </p:sp>
        <p:sp>
          <p:nvSpPr>
            <p:cNvPr id="40" name="TextBox 137">
              <a:extLst>
                <a:ext uri="{FF2B5EF4-FFF2-40B4-BE49-F238E27FC236}">
                  <a16:creationId xmlns:a16="http://schemas.microsoft.com/office/drawing/2014/main" id="{1F139BC1-D280-4EE5-BB67-A59EF59583EA}"/>
                </a:ext>
              </a:extLst>
            </p:cNvPr>
            <p:cNvSpPr txBox="1"/>
            <p:nvPr/>
          </p:nvSpPr>
          <p:spPr bwMode="auto">
            <a:xfrm>
              <a:off x="2040432" y="1692429"/>
              <a:ext cx="377026" cy="230832"/>
            </a:xfrm>
            <a:prstGeom prst="rect">
              <a:avLst/>
            </a:prstGeom>
            <a:noFill/>
          </p:spPr>
          <p:txBody>
            <a:bodyPr wrap="none">
              <a:spAutoFit/>
            </a:bodyPr>
            <a:lstStyle/>
            <a:p>
              <a:pPr defTabSz="685800">
                <a:defRPr/>
              </a:pPr>
              <a:r>
                <a:rPr lang="en-US" sz="900" dirty="0">
                  <a:solidFill>
                    <a:schemeClr val="accent5"/>
                  </a:solidFill>
                  <a:latin typeface="Consolas" panose="020B0609020204030204" pitchFamily="49" charset="0"/>
                  <a:ea typeface="Roboto" panose="02000000000000000000" pitchFamily="2" charset="0"/>
                  <a:cs typeface="Helvetica Neue" charset="0"/>
                </a:rPr>
                <a:t>i</a:t>
              </a:r>
              <a:r>
                <a:rPr lang="en-US" sz="900" kern="0" dirty="0">
                  <a:solidFill>
                    <a:schemeClr val="accent5"/>
                  </a:solidFill>
                  <a:latin typeface="Consolas" panose="020B0609020204030204" pitchFamily="49" charset="0"/>
                  <a:ea typeface="Roboto" panose="02000000000000000000" pitchFamily="2" charset="0"/>
                  <a:cs typeface="Helvetica Neue" charset="0"/>
                </a:rPr>
                <a:t>nt</a:t>
              </a:r>
            </a:p>
          </p:txBody>
        </p:sp>
        <p:sp>
          <p:nvSpPr>
            <p:cNvPr id="41" name="TextBox 138">
              <a:extLst>
                <a:ext uri="{FF2B5EF4-FFF2-40B4-BE49-F238E27FC236}">
                  <a16:creationId xmlns:a16="http://schemas.microsoft.com/office/drawing/2014/main" id="{FADC6CB7-E084-4BFD-81CF-A961A2DDD57E}"/>
                </a:ext>
              </a:extLst>
            </p:cNvPr>
            <p:cNvSpPr txBox="1"/>
            <p:nvPr/>
          </p:nvSpPr>
          <p:spPr bwMode="auto">
            <a:xfrm>
              <a:off x="2682428" y="1694525"/>
              <a:ext cx="377026" cy="230832"/>
            </a:xfrm>
            <a:prstGeom prst="rect">
              <a:avLst/>
            </a:prstGeom>
            <a:noFill/>
          </p:spPr>
          <p:txBody>
            <a:bodyPr wrap="none">
              <a:spAutoFit/>
            </a:bodyPr>
            <a:lstStyle/>
            <a:p>
              <a:pPr defTabSz="685800">
                <a:defRPr/>
              </a:pPr>
              <a:r>
                <a:rPr lang="en-US" sz="900" dirty="0">
                  <a:solidFill>
                    <a:schemeClr val="accent5"/>
                  </a:solidFill>
                  <a:latin typeface="Consolas" panose="020B0609020204030204" pitchFamily="49" charset="0"/>
                  <a:ea typeface="Roboto" panose="02000000000000000000" pitchFamily="2" charset="0"/>
                  <a:cs typeface="Helvetica Neue" charset="0"/>
                </a:rPr>
                <a:t>i</a:t>
              </a:r>
              <a:r>
                <a:rPr lang="en-US" sz="900" kern="0" dirty="0">
                  <a:solidFill>
                    <a:schemeClr val="accent5"/>
                  </a:solidFill>
                  <a:latin typeface="Consolas" panose="020B0609020204030204" pitchFamily="49" charset="0"/>
                  <a:ea typeface="Roboto" panose="02000000000000000000" pitchFamily="2" charset="0"/>
                  <a:cs typeface="Helvetica Neue" charset="0"/>
                </a:rPr>
                <a:t>nt</a:t>
              </a:r>
            </a:p>
          </p:txBody>
        </p:sp>
      </p:grpSp>
      <p:grpSp>
        <p:nvGrpSpPr>
          <p:cNvPr id="3" name="Grupo 2">
            <a:extLst>
              <a:ext uri="{FF2B5EF4-FFF2-40B4-BE49-F238E27FC236}">
                <a16:creationId xmlns:a16="http://schemas.microsoft.com/office/drawing/2014/main" id="{BAD6FE96-65B8-42DE-AD4D-27A2FE2A6F0E}"/>
              </a:ext>
            </a:extLst>
          </p:cNvPr>
          <p:cNvGrpSpPr/>
          <p:nvPr/>
        </p:nvGrpSpPr>
        <p:grpSpPr>
          <a:xfrm>
            <a:off x="1379936" y="5889414"/>
            <a:ext cx="2489595" cy="406007"/>
            <a:chOff x="2620956" y="2980062"/>
            <a:chExt cx="2489595" cy="406007"/>
          </a:xfrm>
        </p:grpSpPr>
        <p:grpSp>
          <p:nvGrpSpPr>
            <p:cNvPr id="48" name="Group 61">
              <a:extLst>
                <a:ext uri="{FF2B5EF4-FFF2-40B4-BE49-F238E27FC236}">
                  <a16:creationId xmlns:a16="http://schemas.microsoft.com/office/drawing/2014/main" id="{F662C6B5-BC13-409F-BF74-DADD2C4150D1}"/>
                </a:ext>
              </a:extLst>
            </p:cNvPr>
            <p:cNvGrpSpPr>
              <a:grpSpLocks/>
            </p:cNvGrpSpPr>
            <p:nvPr/>
          </p:nvGrpSpPr>
          <p:grpSpPr bwMode="auto">
            <a:xfrm>
              <a:off x="2620956" y="2980064"/>
              <a:ext cx="2489595" cy="406005"/>
              <a:chOff x="4737655" y="2904117"/>
              <a:chExt cx="3318816" cy="541482"/>
            </a:xfrm>
            <a:effectLst/>
          </p:grpSpPr>
          <p:sp>
            <p:nvSpPr>
              <p:cNvPr id="50" name="Rectangle 151">
                <a:extLst>
                  <a:ext uri="{FF2B5EF4-FFF2-40B4-BE49-F238E27FC236}">
                    <a16:creationId xmlns:a16="http://schemas.microsoft.com/office/drawing/2014/main" id="{A75E51A8-4428-41A5-A935-35D10569C3CD}"/>
                  </a:ext>
                </a:extLst>
              </p:cNvPr>
              <p:cNvSpPr/>
              <p:nvPr/>
            </p:nvSpPr>
            <p:spPr bwMode="auto">
              <a:xfrm>
                <a:off x="4737655" y="2904119"/>
                <a:ext cx="1439584" cy="503370"/>
              </a:xfrm>
              <a:prstGeom prst="rect">
                <a:avLst/>
              </a:prstGeom>
              <a:solidFill>
                <a:srgbClr val="2980B9"/>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200" kern="0" dirty="0">
                    <a:latin typeface="Roboto" panose="02000000000000000000" pitchFamily="2" charset="0"/>
                    <a:ea typeface="Roboto" panose="02000000000000000000" pitchFamily="2" charset="0"/>
                    <a:cs typeface="Helvetica Neue" charset="0"/>
                  </a:rPr>
                  <a:t>Header</a:t>
                </a:r>
              </a:p>
            </p:txBody>
          </p:sp>
          <p:sp>
            <p:nvSpPr>
              <p:cNvPr id="51" name="Rectangle 152">
                <a:extLst>
                  <a:ext uri="{FF2B5EF4-FFF2-40B4-BE49-F238E27FC236}">
                    <a16:creationId xmlns:a16="http://schemas.microsoft.com/office/drawing/2014/main" id="{A935F3D3-7D13-4F02-ADD2-7C40BDF8C378}"/>
                  </a:ext>
                </a:extLst>
              </p:cNvPr>
              <p:cNvSpPr/>
              <p:nvPr/>
            </p:nvSpPr>
            <p:spPr bwMode="auto">
              <a:xfrm>
                <a:off x="5682032" y="2972399"/>
                <a:ext cx="211096" cy="366810"/>
              </a:xfrm>
              <a:prstGeom prst="rect">
                <a:avLst/>
              </a:prstGeom>
              <a:solidFill>
                <a:srgbClr val="C00000"/>
              </a:solidFill>
              <a:ln w="127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latin typeface="Helvetica Neue" charset="0"/>
                  <a:ea typeface="Helvetica Neue" charset="0"/>
                  <a:cs typeface="Helvetica Neue" charset="0"/>
                </a:endParaRPr>
              </a:p>
            </p:txBody>
          </p:sp>
          <p:sp>
            <p:nvSpPr>
              <p:cNvPr id="52" name="Rectangle 153">
                <a:extLst>
                  <a:ext uri="{FF2B5EF4-FFF2-40B4-BE49-F238E27FC236}">
                    <a16:creationId xmlns:a16="http://schemas.microsoft.com/office/drawing/2014/main" id="{6D53121A-4EDD-45F2-B6D9-BFCA503D52FE}"/>
                  </a:ext>
                </a:extLst>
              </p:cNvPr>
              <p:cNvSpPr/>
              <p:nvPr/>
            </p:nvSpPr>
            <p:spPr bwMode="auto">
              <a:xfrm>
                <a:off x="5929634" y="2972399"/>
                <a:ext cx="211096" cy="366810"/>
              </a:xfrm>
              <a:prstGeom prst="rect">
                <a:avLst/>
              </a:prstGeom>
              <a:solidFill>
                <a:srgbClr val="C00000"/>
              </a:solidFill>
              <a:ln w="127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latin typeface="Helvetica Neue" charset="0"/>
                  <a:ea typeface="Helvetica Neue" charset="0"/>
                  <a:cs typeface="Helvetica Neue" charset="0"/>
                </a:endParaRPr>
              </a:p>
            </p:txBody>
          </p:sp>
          <p:sp>
            <p:nvSpPr>
              <p:cNvPr id="53" name="Rectangle 154">
                <a:extLst>
                  <a:ext uri="{FF2B5EF4-FFF2-40B4-BE49-F238E27FC236}">
                    <a16:creationId xmlns:a16="http://schemas.microsoft.com/office/drawing/2014/main" id="{CBFADF92-D5EA-4727-9174-080D4F715C9A}"/>
                  </a:ext>
                </a:extLst>
              </p:cNvPr>
              <p:cNvSpPr/>
              <p:nvPr/>
            </p:nvSpPr>
            <p:spPr bwMode="auto">
              <a:xfrm>
                <a:off x="6170887" y="2904119"/>
                <a:ext cx="206335" cy="503370"/>
              </a:xfrm>
              <a:prstGeom prst="rect">
                <a:avLst/>
              </a:prstGeom>
              <a:solidFill>
                <a:srgbClr val="0070C0"/>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schemeClr val="bg1"/>
                    </a:solidFill>
                    <a:latin typeface="Consolas" panose="020B0609020204030204" pitchFamily="49" charset="0"/>
                    <a:ea typeface="Helvetica Neue" charset="0"/>
                    <a:cs typeface="Helvetica Neue" charset="0"/>
                  </a:rPr>
                  <a:t>M</a:t>
                </a:r>
              </a:p>
            </p:txBody>
          </p:sp>
          <p:sp>
            <p:nvSpPr>
              <p:cNvPr id="54" name="Rectangle 156">
                <a:extLst>
                  <a:ext uri="{FF2B5EF4-FFF2-40B4-BE49-F238E27FC236}">
                    <a16:creationId xmlns:a16="http://schemas.microsoft.com/office/drawing/2014/main" id="{A4D114A9-781E-4C85-9F56-EBC081549B37}"/>
                  </a:ext>
                </a:extLst>
              </p:cNvPr>
              <p:cNvSpPr/>
              <p:nvPr/>
            </p:nvSpPr>
            <p:spPr bwMode="auto">
              <a:xfrm rot="16200000">
                <a:off x="6377903" y="3070097"/>
                <a:ext cx="503370" cy="171417"/>
              </a:xfrm>
              <a:prstGeom prst="rect">
                <a:avLst/>
              </a:prstGeom>
              <a:solidFill>
                <a:srgbClr val="0070C0"/>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525" kern="0" dirty="0">
                    <a:solidFill>
                      <a:schemeClr val="bg1"/>
                    </a:solidFill>
                    <a:latin typeface="Consolas" panose="020B0609020204030204" pitchFamily="49" charset="0"/>
                    <a:ea typeface="Helvetica Neue" charset="0"/>
                    <a:cs typeface="Helvetica Neue" charset="0"/>
                  </a:rPr>
                  <a:t>94703</a:t>
                </a:r>
              </a:p>
            </p:txBody>
          </p:sp>
          <p:sp>
            <p:nvSpPr>
              <p:cNvPr id="55" name="Rectangle 157">
                <a:extLst>
                  <a:ext uri="{FF2B5EF4-FFF2-40B4-BE49-F238E27FC236}">
                    <a16:creationId xmlns:a16="http://schemas.microsoft.com/office/drawing/2014/main" id="{D5D24748-EC7E-4F00-B514-29827A0C840E}"/>
                  </a:ext>
                </a:extLst>
              </p:cNvPr>
              <p:cNvSpPr/>
              <p:nvPr/>
            </p:nvSpPr>
            <p:spPr bwMode="auto">
              <a:xfrm>
                <a:off x="6715297" y="2904118"/>
                <a:ext cx="525359" cy="503369"/>
              </a:xfrm>
              <a:prstGeom prst="rect">
                <a:avLst/>
              </a:prstGeom>
              <a:solidFill>
                <a:srgbClr val="15405B"/>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700" kern="0" dirty="0">
                    <a:solidFill>
                      <a:schemeClr val="bg1"/>
                    </a:solidFill>
                    <a:latin typeface="Consolas" panose="020B0609020204030204" pitchFamily="49" charset="0"/>
                    <a:ea typeface="Helvetica Neue" charset="0"/>
                    <a:cs typeface="Helvetica Neue" charset="0"/>
                  </a:rPr>
                  <a:t>Bob</a:t>
                </a:r>
              </a:p>
            </p:txBody>
          </p:sp>
          <p:sp>
            <p:nvSpPr>
              <p:cNvPr id="56" name="Rectangle 158">
                <a:extLst>
                  <a:ext uri="{FF2B5EF4-FFF2-40B4-BE49-F238E27FC236}">
                    <a16:creationId xmlns:a16="http://schemas.microsoft.com/office/drawing/2014/main" id="{A861DA41-878B-42F1-82BD-7083DF93309C}"/>
                  </a:ext>
                </a:extLst>
              </p:cNvPr>
              <p:cNvSpPr/>
              <p:nvPr/>
            </p:nvSpPr>
            <p:spPr bwMode="auto">
              <a:xfrm>
                <a:off x="7240655" y="2904117"/>
                <a:ext cx="780898" cy="503369"/>
              </a:xfrm>
              <a:prstGeom prst="rect">
                <a:avLst/>
              </a:prstGeom>
              <a:solidFill>
                <a:srgbClr val="15405B"/>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schemeClr val="bg1"/>
                    </a:solidFill>
                    <a:latin typeface="Consolas" panose="020B0609020204030204" pitchFamily="49" charset="0"/>
                    <a:ea typeface="Helvetica Neue" charset="0"/>
                    <a:cs typeface="Helvetica Neue" charset="0"/>
                  </a:rPr>
                  <a:t>Harmon</a:t>
                </a:r>
              </a:p>
            </p:txBody>
          </p:sp>
          <p:cxnSp>
            <p:nvCxnSpPr>
              <p:cNvPr id="57" name="Elbow Connector 37">
                <a:extLst>
                  <a:ext uri="{FF2B5EF4-FFF2-40B4-BE49-F238E27FC236}">
                    <a16:creationId xmlns:a16="http://schemas.microsoft.com/office/drawing/2014/main" id="{C5BA5842-7CA6-41F8-AECB-01D3DE2C9EA6}"/>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58" name="Elbow Connector 42">
                <a:extLst>
                  <a:ext uri="{FF2B5EF4-FFF2-40B4-BE49-F238E27FC236}">
                    <a16:creationId xmlns:a16="http://schemas.microsoft.com/office/drawing/2014/main" id="{8C537B77-341C-4823-8306-ECC26DD9A4A7}"/>
                  </a:ext>
                </a:extLst>
              </p:cNvPr>
              <p:cNvCxnSpPr>
                <a:cxnSpLocks noChangeShapeType="1"/>
              </p:cNvCxnSpPr>
              <p:nvPr/>
            </p:nvCxnSpPr>
            <p:spPr bwMode="auto">
              <a:xfrm rot="16200000" flipH="1">
                <a:off x="6899354" y="2325057"/>
                <a:ext cx="251461" cy="1989622"/>
              </a:xfrm>
              <a:prstGeom prst="bentConnector3">
                <a:avLst>
                  <a:gd name="adj1" fmla="val 241412"/>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59" name="Oval 161">
                <a:extLst>
                  <a:ext uri="{FF2B5EF4-FFF2-40B4-BE49-F238E27FC236}">
                    <a16:creationId xmlns:a16="http://schemas.microsoft.com/office/drawing/2014/main" id="{52D41DBD-EA7A-486D-BB36-00E40E6E4027}"/>
                  </a:ext>
                </a:extLst>
              </p:cNvPr>
              <p:cNvSpPr/>
              <p:nvPr/>
            </p:nvSpPr>
            <p:spPr bwMode="auto">
              <a:xfrm>
                <a:off x="5756629" y="3116900"/>
                <a:ext cx="73011" cy="77808"/>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Helvetica Neue" charset="0"/>
                  <a:ea typeface="Helvetica Neue" charset="0"/>
                  <a:cs typeface="Helvetica Neue" charset="0"/>
                </a:endParaRPr>
              </a:p>
            </p:txBody>
          </p:sp>
          <p:sp>
            <p:nvSpPr>
              <p:cNvPr id="60" name="Oval 162">
                <a:extLst>
                  <a:ext uri="{FF2B5EF4-FFF2-40B4-BE49-F238E27FC236}">
                    <a16:creationId xmlns:a16="http://schemas.microsoft.com/office/drawing/2014/main" id="{F80F834A-4040-4316-AF82-2D307C977026}"/>
                  </a:ext>
                </a:extLst>
              </p:cNvPr>
              <p:cNvSpPr/>
              <p:nvPr/>
            </p:nvSpPr>
            <p:spPr bwMode="auto">
              <a:xfrm>
                <a:off x="5993121" y="3116900"/>
                <a:ext cx="73011" cy="77808"/>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Helvetica Neue" charset="0"/>
                  <a:ea typeface="Helvetica Neue" charset="0"/>
                  <a:cs typeface="Helvetica Neue" charset="0"/>
                </a:endParaRPr>
              </a:p>
            </p:txBody>
          </p:sp>
          <p:sp>
            <p:nvSpPr>
              <p:cNvPr id="61" name="Oval 163">
                <a:extLst>
                  <a:ext uri="{FF2B5EF4-FFF2-40B4-BE49-F238E27FC236}">
                    <a16:creationId xmlns:a16="http://schemas.microsoft.com/office/drawing/2014/main" id="{7769CC4B-CCF8-42AD-9BBA-8CEC70B341B3}"/>
                  </a:ext>
                </a:extLst>
              </p:cNvPr>
              <p:cNvSpPr/>
              <p:nvPr/>
            </p:nvSpPr>
            <p:spPr bwMode="auto">
              <a:xfrm>
                <a:off x="7204148" y="3369379"/>
                <a:ext cx="73011" cy="76220"/>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Helvetica Neue" charset="0"/>
                  <a:ea typeface="Helvetica Neue" charset="0"/>
                  <a:cs typeface="Helvetica Neue" charset="0"/>
                </a:endParaRPr>
              </a:p>
            </p:txBody>
          </p:sp>
          <p:sp>
            <p:nvSpPr>
              <p:cNvPr id="62" name="Oval 164">
                <a:extLst>
                  <a:ext uri="{FF2B5EF4-FFF2-40B4-BE49-F238E27FC236}">
                    <a16:creationId xmlns:a16="http://schemas.microsoft.com/office/drawing/2014/main" id="{26B36C7E-DBD6-4262-BBCF-709C2609F35C}"/>
                  </a:ext>
                </a:extLst>
              </p:cNvPr>
              <p:cNvSpPr/>
              <p:nvPr/>
            </p:nvSpPr>
            <p:spPr bwMode="auto">
              <a:xfrm>
                <a:off x="7983460" y="3369379"/>
                <a:ext cx="73011" cy="76220"/>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Helvetica Neue" charset="0"/>
                  <a:ea typeface="Helvetica Neue" charset="0"/>
                  <a:cs typeface="Helvetica Neue" charset="0"/>
                </a:endParaRPr>
              </a:p>
            </p:txBody>
          </p:sp>
        </p:grpSp>
        <p:sp>
          <p:nvSpPr>
            <p:cNvPr id="49" name="Rectangle 119">
              <a:extLst>
                <a:ext uri="{FF2B5EF4-FFF2-40B4-BE49-F238E27FC236}">
                  <a16:creationId xmlns:a16="http://schemas.microsoft.com/office/drawing/2014/main" id="{B677299E-09B5-4024-80B0-68FD4EF6FF95}"/>
                </a:ext>
              </a:extLst>
            </p:cNvPr>
            <p:cNvSpPr/>
            <p:nvPr/>
          </p:nvSpPr>
          <p:spPr bwMode="auto">
            <a:xfrm rot="16200000">
              <a:off x="3726564" y="3104483"/>
              <a:ext cx="377429" cy="128588"/>
            </a:xfrm>
            <a:prstGeom prst="rect">
              <a:avLst/>
            </a:prstGeom>
            <a:solidFill>
              <a:srgbClr val="0070C0"/>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525" kern="0" dirty="0">
                  <a:solidFill>
                    <a:schemeClr val="bg1"/>
                  </a:solidFill>
                  <a:latin typeface="Consolas" panose="020B0609020204030204" pitchFamily="49" charset="0"/>
                  <a:ea typeface="Helvetica Neue" charset="0"/>
                  <a:cs typeface="Helvetica Neue" charset="0"/>
                </a:rPr>
                <a:t>32</a:t>
              </a:r>
            </a:p>
          </p:txBody>
        </p:sp>
      </p:grpSp>
      <p:sp>
        <p:nvSpPr>
          <p:cNvPr id="64" name="TextBox 20">
            <a:extLst>
              <a:ext uri="{FF2B5EF4-FFF2-40B4-BE49-F238E27FC236}">
                <a16:creationId xmlns:a16="http://schemas.microsoft.com/office/drawing/2014/main" id="{D861CD23-F8A1-4792-8417-DD55932A9A8A}"/>
              </a:ext>
            </a:extLst>
          </p:cNvPr>
          <p:cNvSpPr txBox="1">
            <a:spLocks noChangeArrowheads="1"/>
          </p:cNvSpPr>
          <p:nvPr/>
        </p:nvSpPr>
        <p:spPr bwMode="auto">
          <a:xfrm>
            <a:off x="1379934" y="5556040"/>
            <a:ext cx="246215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entury Gothic" charset="0"/>
                <a:ea typeface="Osaka" charset="-128"/>
              </a:defRPr>
            </a:lvl1pPr>
            <a:lvl2pPr marL="742950" indent="-285750">
              <a:spcBef>
                <a:spcPct val="20000"/>
              </a:spcBef>
              <a:buChar char="–"/>
              <a:defRPr sz="2800">
                <a:solidFill>
                  <a:schemeClr val="tx1"/>
                </a:solidFill>
                <a:latin typeface="Century Gothic" charset="0"/>
                <a:ea typeface="Osaka" charset="-128"/>
              </a:defRPr>
            </a:lvl2pPr>
            <a:lvl3pPr marL="1143000" indent="-228600">
              <a:spcBef>
                <a:spcPct val="20000"/>
              </a:spcBef>
              <a:buChar char="•"/>
              <a:defRPr sz="2400">
                <a:solidFill>
                  <a:schemeClr val="tx1"/>
                </a:solidFill>
                <a:latin typeface="Century Gothic" charset="0"/>
                <a:ea typeface="Osaka" charset="-128"/>
              </a:defRPr>
            </a:lvl3pPr>
            <a:lvl4pPr marL="1600200" indent="-228600">
              <a:spcBef>
                <a:spcPct val="20000"/>
              </a:spcBef>
              <a:buChar char="–"/>
              <a:defRPr sz="2000">
                <a:solidFill>
                  <a:schemeClr val="tx1"/>
                </a:solidFill>
                <a:latin typeface="Century Gothic" charset="0"/>
                <a:ea typeface="Osaka" charset="-128"/>
              </a:defRPr>
            </a:lvl4pPr>
            <a:lvl5pPr marL="2057400" indent="-228600">
              <a:spcBef>
                <a:spcPct val="20000"/>
              </a:spcBef>
              <a:buChar char="»"/>
              <a:defRPr sz="2000">
                <a:solidFill>
                  <a:schemeClr val="tx1"/>
                </a:solidFill>
                <a:latin typeface="Century Gothic" charset="0"/>
                <a:ea typeface="Osaka" charset="-128"/>
              </a:defRPr>
            </a:lvl5pPr>
            <a:lvl6pPr marL="2514600" indent="-228600" eaLnBrk="0" fontAlgn="base" hangingPunct="0">
              <a:spcBef>
                <a:spcPct val="20000"/>
              </a:spcBef>
              <a:spcAft>
                <a:spcPct val="0"/>
              </a:spcAft>
              <a:buChar char="»"/>
              <a:defRPr sz="2000">
                <a:solidFill>
                  <a:schemeClr val="tx1"/>
                </a:solidFill>
                <a:latin typeface="Century Gothic" charset="0"/>
                <a:ea typeface="Osaka" charset="-128"/>
              </a:defRPr>
            </a:lvl6pPr>
            <a:lvl7pPr marL="2971800" indent="-228600" eaLnBrk="0" fontAlgn="base" hangingPunct="0">
              <a:spcBef>
                <a:spcPct val="20000"/>
              </a:spcBef>
              <a:spcAft>
                <a:spcPct val="0"/>
              </a:spcAft>
              <a:buChar char="»"/>
              <a:defRPr sz="2000">
                <a:solidFill>
                  <a:schemeClr val="tx1"/>
                </a:solidFill>
                <a:latin typeface="Century Gothic" charset="0"/>
                <a:ea typeface="Osaka" charset="-128"/>
              </a:defRPr>
            </a:lvl7pPr>
            <a:lvl8pPr marL="3429000" indent="-228600" eaLnBrk="0" fontAlgn="base" hangingPunct="0">
              <a:spcBef>
                <a:spcPct val="20000"/>
              </a:spcBef>
              <a:spcAft>
                <a:spcPct val="0"/>
              </a:spcAft>
              <a:buChar char="»"/>
              <a:defRPr sz="2000">
                <a:solidFill>
                  <a:schemeClr val="tx1"/>
                </a:solidFill>
                <a:latin typeface="Century Gothic" charset="0"/>
                <a:ea typeface="Osaka" charset="-128"/>
              </a:defRPr>
            </a:lvl8pPr>
            <a:lvl9pPr marL="3886200" indent="-228600" eaLnBrk="0" fontAlgn="base" hangingPunct="0">
              <a:spcBef>
                <a:spcPct val="20000"/>
              </a:spcBef>
              <a:spcAft>
                <a:spcPct val="0"/>
              </a:spcAft>
              <a:buChar char="»"/>
              <a:defRPr sz="2000">
                <a:solidFill>
                  <a:schemeClr val="tx1"/>
                </a:solidFill>
                <a:latin typeface="Century Gothic" charset="0"/>
                <a:ea typeface="Osaka" charset="-128"/>
              </a:defRPr>
            </a:lvl9pPr>
          </a:lstStyle>
          <a:p>
            <a:pPr algn="ctr" defTabSz="685800">
              <a:spcBef>
                <a:spcPct val="0"/>
              </a:spcBef>
              <a:buNone/>
              <a:defRPr/>
            </a:pPr>
            <a:r>
              <a:rPr lang="en-US" altLang="en-US" sz="1200" b="1" kern="0" dirty="0">
                <a:solidFill>
                  <a:srgbClr val="000000"/>
                </a:solidFill>
                <a:latin typeface="Roboto" panose="02000000000000000000" pitchFamily="2" charset="0"/>
                <a:ea typeface="Roboto" panose="02000000000000000000" pitchFamily="2" charset="0"/>
                <a:cs typeface="Helvetica Neue" charset="0"/>
              </a:rPr>
              <a:t>Byte Representation of Record</a:t>
            </a:r>
          </a:p>
        </p:txBody>
      </p:sp>
      <p:sp>
        <p:nvSpPr>
          <p:cNvPr id="65" name="Down Arrow 131">
            <a:extLst>
              <a:ext uri="{FF2B5EF4-FFF2-40B4-BE49-F238E27FC236}">
                <a16:creationId xmlns:a16="http://schemas.microsoft.com/office/drawing/2014/main" id="{F2E98E96-8D76-4B04-AD6D-1AABEA4A685E}"/>
              </a:ext>
            </a:extLst>
          </p:cNvPr>
          <p:cNvSpPr/>
          <p:nvPr/>
        </p:nvSpPr>
        <p:spPr>
          <a:xfrm>
            <a:off x="2469149" y="4807469"/>
            <a:ext cx="226460" cy="424699"/>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139">
            <a:extLst>
              <a:ext uri="{FF2B5EF4-FFF2-40B4-BE49-F238E27FC236}">
                <a16:creationId xmlns:a16="http://schemas.microsoft.com/office/drawing/2014/main" id="{568A9ED0-7EC3-476B-83C8-C069FFB7D923}"/>
              </a:ext>
            </a:extLst>
          </p:cNvPr>
          <p:cNvSpPr txBox="1">
            <a:spLocks noChangeArrowheads="1"/>
          </p:cNvSpPr>
          <p:nvPr/>
        </p:nvSpPr>
        <p:spPr bwMode="auto">
          <a:xfrm>
            <a:off x="4903589" y="4152334"/>
            <a:ext cx="250626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entury Gothic" charset="0"/>
                <a:ea typeface="Osaka" charset="-128"/>
              </a:defRPr>
            </a:lvl1pPr>
            <a:lvl2pPr marL="742950" indent="-285750">
              <a:spcBef>
                <a:spcPct val="20000"/>
              </a:spcBef>
              <a:buChar char="–"/>
              <a:defRPr sz="2800">
                <a:solidFill>
                  <a:schemeClr val="tx1"/>
                </a:solidFill>
                <a:latin typeface="Century Gothic" charset="0"/>
                <a:ea typeface="Osaka" charset="-128"/>
              </a:defRPr>
            </a:lvl2pPr>
            <a:lvl3pPr marL="1143000" indent="-228600">
              <a:spcBef>
                <a:spcPct val="20000"/>
              </a:spcBef>
              <a:buChar char="•"/>
              <a:defRPr sz="2400">
                <a:solidFill>
                  <a:schemeClr val="tx1"/>
                </a:solidFill>
                <a:latin typeface="Century Gothic" charset="0"/>
                <a:ea typeface="Osaka" charset="-128"/>
              </a:defRPr>
            </a:lvl3pPr>
            <a:lvl4pPr marL="1600200" indent="-228600">
              <a:spcBef>
                <a:spcPct val="20000"/>
              </a:spcBef>
              <a:buChar char="–"/>
              <a:defRPr sz="2000">
                <a:solidFill>
                  <a:schemeClr val="tx1"/>
                </a:solidFill>
                <a:latin typeface="Century Gothic" charset="0"/>
                <a:ea typeface="Osaka" charset="-128"/>
              </a:defRPr>
            </a:lvl4pPr>
            <a:lvl5pPr marL="2057400" indent="-228600">
              <a:spcBef>
                <a:spcPct val="20000"/>
              </a:spcBef>
              <a:buChar char="»"/>
              <a:defRPr sz="2000">
                <a:solidFill>
                  <a:schemeClr val="tx1"/>
                </a:solidFill>
                <a:latin typeface="Century Gothic" charset="0"/>
                <a:ea typeface="Osaka" charset="-128"/>
              </a:defRPr>
            </a:lvl5pPr>
            <a:lvl6pPr marL="2514600" indent="-228600" eaLnBrk="0" fontAlgn="base" hangingPunct="0">
              <a:spcBef>
                <a:spcPct val="20000"/>
              </a:spcBef>
              <a:spcAft>
                <a:spcPct val="0"/>
              </a:spcAft>
              <a:buChar char="»"/>
              <a:defRPr sz="2000">
                <a:solidFill>
                  <a:schemeClr val="tx1"/>
                </a:solidFill>
                <a:latin typeface="Century Gothic" charset="0"/>
                <a:ea typeface="Osaka" charset="-128"/>
              </a:defRPr>
            </a:lvl6pPr>
            <a:lvl7pPr marL="2971800" indent="-228600" eaLnBrk="0" fontAlgn="base" hangingPunct="0">
              <a:spcBef>
                <a:spcPct val="20000"/>
              </a:spcBef>
              <a:spcAft>
                <a:spcPct val="0"/>
              </a:spcAft>
              <a:buChar char="»"/>
              <a:defRPr sz="2000">
                <a:solidFill>
                  <a:schemeClr val="tx1"/>
                </a:solidFill>
                <a:latin typeface="Century Gothic" charset="0"/>
                <a:ea typeface="Osaka" charset="-128"/>
              </a:defRPr>
            </a:lvl7pPr>
            <a:lvl8pPr marL="3429000" indent="-228600" eaLnBrk="0" fontAlgn="base" hangingPunct="0">
              <a:spcBef>
                <a:spcPct val="20000"/>
              </a:spcBef>
              <a:spcAft>
                <a:spcPct val="0"/>
              </a:spcAft>
              <a:buChar char="»"/>
              <a:defRPr sz="2000">
                <a:solidFill>
                  <a:schemeClr val="tx1"/>
                </a:solidFill>
                <a:latin typeface="Century Gothic" charset="0"/>
                <a:ea typeface="Osaka" charset="-128"/>
              </a:defRPr>
            </a:lvl8pPr>
            <a:lvl9pPr marL="3886200" indent="-228600" eaLnBrk="0" fontAlgn="base" hangingPunct="0">
              <a:spcBef>
                <a:spcPct val="20000"/>
              </a:spcBef>
              <a:spcAft>
                <a:spcPct val="0"/>
              </a:spcAft>
              <a:buChar char="»"/>
              <a:defRPr sz="2000">
                <a:solidFill>
                  <a:schemeClr val="tx1"/>
                </a:solidFill>
                <a:latin typeface="Century Gothic" charset="0"/>
                <a:ea typeface="Osaka" charset="-128"/>
              </a:defRPr>
            </a:lvl9pPr>
          </a:lstStyle>
          <a:p>
            <a:pPr algn="ctr" defTabSz="685800">
              <a:spcBef>
                <a:spcPct val="0"/>
              </a:spcBef>
              <a:buNone/>
              <a:defRPr/>
            </a:pPr>
            <a:r>
              <a:rPr lang="en-US" altLang="en-US" sz="1200" b="1" kern="0" dirty="0">
                <a:latin typeface="Roboto" panose="02000000000000000000" pitchFamily="2" charset="0"/>
                <a:ea typeface="Roboto" panose="02000000000000000000" pitchFamily="2" charset="0"/>
                <a:cs typeface="Helvetica Neue" charset="0"/>
              </a:rPr>
              <a:t>Slotted Page</a:t>
            </a:r>
          </a:p>
        </p:txBody>
      </p:sp>
      <p:sp>
        <p:nvSpPr>
          <p:cNvPr id="69" name="Folded Corner 166">
            <a:extLst>
              <a:ext uri="{FF2B5EF4-FFF2-40B4-BE49-F238E27FC236}">
                <a16:creationId xmlns:a16="http://schemas.microsoft.com/office/drawing/2014/main" id="{7429750E-4CFB-42D7-8DA2-2D96CD98C72D}"/>
              </a:ext>
            </a:extLst>
          </p:cNvPr>
          <p:cNvSpPr/>
          <p:nvPr/>
        </p:nvSpPr>
        <p:spPr bwMode="auto">
          <a:xfrm>
            <a:off x="4812351" y="4442043"/>
            <a:ext cx="2567297" cy="1547813"/>
          </a:xfrm>
          <a:prstGeom prst="foldedCorner">
            <a:avLst>
              <a:gd name="adj" fmla="val 10513"/>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70" name="Rectangle 168">
            <a:extLst>
              <a:ext uri="{FF2B5EF4-FFF2-40B4-BE49-F238E27FC236}">
                <a16:creationId xmlns:a16="http://schemas.microsoft.com/office/drawing/2014/main" id="{3CF63221-2DFB-4E85-AA27-6B5DBF304423}"/>
              </a:ext>
            </a:extLst>
          </p:cNvPr>
          <p:cNvSpPr/>
          <p:nvPr/>
        </p:nvSpPr>
        <p:spPr bwMode="auto">
          <a:xfrm>
            <a:off x="4903589" y="4506605"/>
            <a:ext cx="1744266" cy="378619"/>
          </a:xfrm>
          <a:prstGeom prst="rect">
            <a:avLst/>
          </a:prstGeom>
          <a:solidFill>
            <a:srgbClr val="2980B9"/>
          </a:solidFill>
          <a:ln w="25400"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900" kern="0" dirty="0">
                <a:solidFill>
                  <a:srgbClr val="000000"/>
                </a:solidFill>
                <a:latin typeface="Roboto" panose="02000000000000000000" pitchFamily="2" charset="0"/>
                <a:ea typeface="Roboto" panose="02000000000000000000" pitchFamily="2" charset="0"/>
                <a:cs typeface="Helvetica Neue" charset="0"/>
              </a:rPr>
              <a:t>Page</a:t>
            </a:r>
            <a:br>
              <a:rPr lang="en-US" sz="900" kern="0" dirty="0">
                <a:solidFill>
                  <a:srgbClr val="000000"/>
                </a:solidFill>
                <a:latin typeface="Roboto" panose="02000000000000000000" pitchFamily="2" charset="0"/>
                <a:ea typeface="Roboto" panose="02000000000000000000" pitchFamily="2" charset="0"/>
                <a:cs typeface="Helvetica Neue" charset="0"/>
              </a:rPr>
            </a:br>
            <a:r>
              <a:rPr lang="en-US" sz="900" kern="0" dirty="0">
                <a:solidFill>
                  <a:srgbClr val="000000"/>
                </a:solidFill>
                <a:latin typeface="Roboto" panose="02000000000000000000" pitchFamily="2" charset="0"/>
                <a:ea typeface="Roboto" panose="02000000000000000000" pitchFamily="2" charset="0"/>
                <a:cs typeface="Helvetica Neue" charset="0"/>
              </a:rPr>
              <a:t>Header</a:t>
            </a:r>
          </a:p>
        </p:txBody>
      </p:sp>
      <p:grpSp>
        <p:nvGrpSpPr>
          <p:cNvPr id="71" name="Group 169">
            <a:extLst>
              <a:ext uri="{FF2B5EF4-FFF2-40B4-BE49-F238E27FC236}">
                <a16:creationId xmlns:a16="http://schemas.microsoft.com/office/drawing/2014/main" id="{67C86A75-D27B-4666-9ADD-D18365CA4651}"/>
              </a:ext>
            </a:extLst>
          </p:cNvPr>
          <p:cNvGrpSpPr>
            <a:grpSpLocks/>
          </p:cNvGrpSpPr>
          <p:nvPr/>
        </p:nvGrpSpPr>
        <p:grpSpPr bwMode="auto">
          <a:xfrm>
            <a:off x="5547147" y="4561673"/>
            <a:ext cx="1016227" cy="274390"/>
            <a:chOff x="1247675" y="4823303"/>
            <a:chExt cx="1355362" cy="365970"/>
          </a:xfrm>
        </p:grpSpPr>
        <p:grpSp>
          <p:nvGrpSpPr>
            <p:cNvPr id="123" name="Group 6">
              <a:extLst>
                <a:ext uri="{FF2B5EF4-FFF2-40B4-BE49-F238E27FC236}">
                  <a16:creationId xmlns:a16="http://schemas.microsoft.com/office/drawing/2014/main" id="{DB47CAF8-A869-4FFD-8F95-F669C27AAEB1}"/>
                </a:ext>
              </a:extLst>
            </p:cNvPr>
            <p:cNvGrpSpPr>
              <a:grpSpLocks/>
            </p:cNvGrpSpPr>
            <p:nvPr/>
          </p:nvGrpSpPr>
          <p:grpSpPr bwMode="auto">
            <a:xfrm>
              <a:off x="1247675" y="4823303"/>
              <a:ext cx="211059" cy="365970"/>
              <a:chOff x="5790463" y="2643797"/>
              <a:chExt cx="211059" cy="365970"/>
            </a:xfrm>
          </p:grpSpPr>
          <p:sp>
            <p:nvSpPr>
              <p:cNvPr id="136" name="Rectangle 234">
                <a:extLst>
                  <a:ext uri="{FF2B5EF4-FFF2-40B4-BE49-F238E27FC236}">
                    <a16:creationId xmlns:a16="http://schemas.microsoft.com/office/drawing/2014/main" id="{3C87EFD9-3FD6-4358-A4A9-3DB230F117FC}"/>
                  </a:ext>
                </a:extLst>
              </p:cNvPr>
              <p:cNvSpPr/>
              <p:nvPr/>
            </p:nvSpPr>
            <p:spPr bwMode="auto">
              <a:xfrm>
                <a:off x="5791223" y="2643399"/>
                <a:ext cx="222314"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137" name="Oval 235">
                <a:extLst>
                  <a:ext uri="{FF2B5EF4-FFF2-40B4-BE49-F238E27FC236}">
                    <a16:creationId xmlns:a16="http://schemas.microsoft.com/office/drawing/2014/main" id="{B16957E2-09B1-40D5-943B-FFD2DB68925D}"/>
                  </a:ext>
                </a:extLst>
              </p:cNvPr>
              <p:cNvSpPr/>
              <p:nvPr/>
            </p:nvSpPr>
            <p:spPr bwMode="auto">
              <a:xfrm>
                <a:off x="5870621" y="2787907"/>
                <a:ext cx="74634"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124" name="Group 149">
              <a:extLst>
                <a:ext uri="{FF2B5EF4-FFF2-40B4-BE49-F238E27FC236}">
                  <a16:creationId xmlns:a16="http://schemas.microsoft.com/office/drawing/2014/main" id="{4B8E4DC9-67EE-4C75-8105-3AC688316D12}"/>
                </a:ext>
              </a:extLst>
            </p:cNvPr>
            <p:cNvGrpSpPr>
              <a:grpSpLocks/>
            </p:cNvGrpSpPr>
            <p:nvPr/>
          </p:nvGrpSpPr>
          <p:grpSpPr bwMode="auto">
            <a:xfrm>
              <a:off x="1533751" y="4823303"/>
              <a:ext cx="211059" cy="365970"/>
              <a:chOff x="5790463" y="2643797"/>
              <a:chExt cx="211059" cy="365970"/>
            </a:xfrm>
          </p:grpSpPr>
          <p:sp>
            <p:nvSpPr>
              <p:cNvPr id="134" name="Rectangle 232">
                <a:extLst>
                  <a:ext uri="{FF2B5EF4-FFF2-40B4-BE49-F238E27FC236}">
                    <a16:creationId xmlns:a16="http://schemas.microsoft.com/office/drawing/2014/main" id="{D60B133F-8526-45EF-977C-8BBA82EDAF11}"/>
                  </a:ext>
                </a:extLst>
              </p:cNvPr>
              <p:cNvSpPr/>
              <p:nvPr/>
            </p:nvSpPr>
            <p:spPr bwMode="auto">
              <a:xfrm>
                <a:off x="5790980"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135" name="Oval 233">
                <a:extLst>
                  <a:ext uri="{FF2B5EF4-FFF2-40B4-BE49-F238E27FC236}">
                    <a16:creationId xmlns:a16="http://schemas.microsoft.com/office/drawing/2014/main" id="{27D02E36-79B7-4772-8B9E-A7D6670741E8}"/>
                  </a:ext>
                </a:extLst>
              </p:cNvPr>
              <p:cNvSpPr/>
              <p:nvPr/>
            </p:nvSpPr>
            <p:spPr bwMode="auto">
              <a:xfrm>
                <a:off x="5859262" y="2787907"/>
                <a:ext cx="74635"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125" name="Group 165">
              <a:extLst>
                <a:ext uri="{FF2B5EF4-FFF2-40B4-BE49-F238E27FC236}">
                  <a16:creationId xmlns:a16="http://schemas.microsoft.com/office/drawing/2014/main" id="{856133D1-7CF3-4EA3-8ED3-FB9D7262EBAB}"/>
                </a:ext>
              </a:extLst>
            </p:cNvPr>
            <p:cNvGrpSpPr>
              <a:grpSpLocks/>
            </p:cNvGrpSpPr>
            <p:nvPr/>
          </p:nvGrpSpPr>
          <p:grpSpPr bwMode="auto">
            <a:xfrm>
              <a:off x="1819827" y="4823303"/>
              <a:ext cx="211059" cy="365970"/>
              <a:chOff x="5790463" y="2643797"/>
              <a:chExt cx="211059" cy="365970"/>
            </a:xfrm>
          </p:grpSpPr>
          <p:sp>
            <p:nvSpPr>
              <p:cNvPr id="132" name="Rectangle 230">
                <a:extLst>
                  <a:ext uri="{FF2B5EF4-FFF2-40B4-BE49-F238E27FC236}">
                    <a16:creationId xmlns:a16="http://schemas.microsoft.com/office/drawing/2014/main" id="{BD157418-883D-4814-9045-22A91C893680}"/>
                  </a:ext>
                </a:extLst>
              </p:cNvPr>
              <p:cNvSpPr/>
              <p:nvPr/>
            </p:nvSpPr>
            <p:spPr bwMode="auto">
              <a:xfrm>
                <a:off x="5790737"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133" name="Oval 231">
                <a:extLst>
                  <a:ext uri="{FF2B5EF4-FFF2-40B4-BE49-F238E27FC236}">
                    <a16:creationId xmlns:a16="http://schemas.microsoft.com/office/drawing/2014/main" id="{1B9FEF57-F895-4CA0-B40A-46EA0ADC0E74}"/>
                  </a:ext>
                </a:extLst>
              </p:cNvPr>
              <p:cNvSpPr/>
              <p:nvPr/>
            </p:nvSpPr>
            <p:spPr bwMode="auto">
              <a:xfrm>
                <a:off x="5859019" y="2787907"/>
                <a:ext cx="74635" cy="77813"/>
              </a:xfrm>
              <a:prstGeom prst="ellipse">
                <a:avLst/>
              </a:prstGeom>
              <a:solidFill>
                <a:sysClr val="window" lastClr="FFFFFF"/>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126" name="Group 172">
              <a:extLst>
                <a:ext uri="{FF2B5EF4-FFF2-40B4-BE49-F238E27FC236}">
                  <a16:creationId xmlns:a16="http://schemas.microsoft.com/office/drawing/2014/main" id="{9E731848-8BB5-490E-B1A5-FE9EB1766FD5}"/>
                </a:ext>
              </a:extLst>
            </p:cNvPr>
            <p:cNvGrpSpPr>
              <a:grpSpLocks/>
            </p:cNvGrpSpPr>
            <p:nvPr/>
          </p:nvGrpSpPr>
          <p:grpSpPr bwMode="auto">
            <a:xfrm>
              <a:off x="2105903" y="4823303"/>
              <a:ext cx="211059" cy="365970"/>
              <a:chOff x="5790463" y="2643797"/>
              <a:chExt cx="211059" cy="365970"/>
            </a:xfrm>
          </p:grpSpPr>
          <p:sp>
            <p:nvSpPr>
              <p:cNvPr id="130" name="Rectangle 228">
                <a:extLst>
                  <a:ext uri="{FF2B5EF4-FFF2-40B4-BE49-F238E27FC236}">
                    <a16:creationId xmlns:a16="http://schemas.microsoft.com/office/drawing/2014/main" id="{4B07013C-15E0-4E34-8C39-BBFBE9CBB6CC}"/>
                  </a:ext>
                </a:extLst>
              </p:cNvPr>
              <p:cNvSpPr/>
              <p:nvPr/>
            </p:nvSpPr>
            <p:spPr bwMode="auto">
              <a:xfrm>
                <a:off x="5790494"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131" name="Oval 229">
                <a:extLst>
                  <a:ext uri="{FF2B5EF4-FFF2-40B4-BE49-F238E27FC236}">
                    <a16:creationId xmlns:a16="http://schemas.microsoft.com/office/drawing/2014/main" id="{612B79ED-D4CB-4C36-A6D8-DC218729E039}"/>
                  </a:ext>
                </a:extLst>
              </p:cNvPr>
              <p:cNvSpPr/>
              <p:nvPr/>
            </p:nvSpPr>
            <p:spPr bwMode="auto">
              <a:xfrm>
                <a:off x="5858776" y="2787907"/>
                <a:ext cx="74635" cy="77813"/>
              </a:xfrm>
              <a:prstGeom prst="ellipse">
                <a:avLst/>
              </a:prstGeom>
              <a:solidFill>
                <a:sysClr val="window" lastClr="FFFFFF"/>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127" name="Group 190">
              <a:extLst>
                <a:ext uri="{FF2B5EF4-FFF2-40B4-BE49-F238E27FC236}">
                  <a16:creationId xmlns:a16="http://schemas.microsoft.com/office/drawing/2014/main" id="{8FD4C228-A097-4B4C-A4F0-33D7BE4CCBE4}"/>
                </a:ext>
              </a:extLst>
            </p:cNvPr>
            <p:cNvGrpSpPr>
              <a:grpSpLocks/>
            </p:cNvGrpSpPr>
            <p:nvPr/>
          </p:nvGrpSpPr>
          <p:grpSpPr bwMode="auto">
            <a:xfrm>
              <a:off x="2391978" y="4823303"/>
              <a:ext cx="211059" cy="365970"/>
              <a:chOff x="5790463" y="2643797"/>
              <a:chExt cx="211059" cy="365970"/>
            </a:xfrm>
          </p:grpSpPr>
          <p:sp>
            <p:nvSpPr>
              <p:cNvPr id="128" name="Rectangle 226">
                <a:extLst>
                  <a:ext uri="{FF2B5EF4-FFF2-40B4-BE49-F238E27FC236}">
                    <a16:creationId xmlns:a16="http://schemas.microsoft.com/office/drawing/2014/main" id="{A092FBB7-CB81-47F5-A76D-D22E916F3A92}"/>
                  </a:ext>
                </a:extLst>
              </p:cNvPr>
              <p:cNvSpPr/>
              <p:nvPr/>
            </p:nvSpPr>
            <p:spPr bwMode="auto">
              <a:xfrm>
                <a:off x="5790252"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129" name="Oval 227">
                <a:extLst>
                  <a:ext uri="{FF2B5EF4-FFF2-40B4-BE49-F238E27FC236}">
                    <a16:creationId xmlns:a16="http://schemas.microsoft.com/office/drawing/2014/main" id="{0EEDCC5D-0073-4A2D-8685-3D55B00D9AC6}"/>
                  </a:ext>
                </a:extLst>
              </p:cNvPr>
              <p:cNvSpPr/>
              <p:nvPr/>
            </p:nvSpPr>
            <p:spPr bwMode="auto">
              <a:xfrm>
                <a:off x="5858534" y="2787907"/>
                <a:ext cx="74635"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grpSp>
        <p:nvGrpSpPr>
          <p:cNvPr id="72" name="Group 225">
            <a:extLst>
              <a:ext uri="{FF2B5EF4-FFF2-40B4-BE49-F238E27FC236}">
                <a16:creationId xmlns:a16="http://schemas.microsoft.com/office/drawing/2014/main" id="{66F674A2-ECE9-4647-B9F6-F54172D530FD}"/>
              </a:ext>
            </a:extLst>
          </p:cNvPr>
          <p:cNvGrpSpPr>
            <a:grpSpLocks/>
          </p:cNvGrpSpPr>
          <p:nvPr/>
        </p:nvGrpSpPr>
        <p:grpSpPr bwMode="auto">
          <a:xfrm>
            <a:off x="5992536" y="5154814"/>
            <a:ext cx="1323839" cy="192769"/>
            <a:chOff x="5388934" y="2903927"/>
            <a:chExt cx="3337100" cy="541672"/>
          </a:xfrm>
        </p:grpSpPr>
        <p:sp>
          <p:nvSpPr>
            <p:cNvPr id="109" name="Rectangle 207">
              <a:extLst>
                <a:ext uri="{FF2B5EF4-FFF2-40B4-BE49-F238E27FC236}">
                  <a16:creationId xmlns:a16="http://schemas.microsoft.com/office/drawing/2014/main" id="{4092AA41-78D5-47A8-98F3-FCE9B82FABDB}"/>
                </a:ext>
              </a:extLst>
            </p:cNvPr>
            <p:cNvSpPr/>
            <p:nvPr/>
          </p:nvSpPr>
          <p:spPr bwMode="auto">
            <a:xfrm>
              <a:off x="5390131" y="2902498"/>
              <a:ext cx="789340" cy="505185"/>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110" name="Rectangle 208">
              <a:extLst>
                <a:ext uri="{FF2B5EF4-FFF2-40B4-BE49-F238E27FC236}">
                  <a16:creationId xmlns:a16="http://schemas.microsoft.com/office/drawing/2014/main" id="{ACE4D4C8-F2D9-4EE5-A58A-74895E017D39}"/>
                </a:ext>
              </a:extLst>
            </p:cNvPr>
            <p:cNvSpPr/>
            <p:nvPr/>
          </p:nvSpPr>
          <p:spPr bwMode="auto">
            <a:xfrm>
              <a:off x="5681256" y="2972755"/>
              <a:ext cx="213093"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111" name="Rectangle 209">
              <a:extLst>
                <a:ext uri="{FF2B5EF4-FFF2-40B4-BE49-F238E27FC236}">
                  <a16:creationId xmlns:a16="http://schemas.microsoft.com/office/drawing/2014/main" id="{F923B2D1-52D8-456B-978E-DD9D2D18D7DE}"/>
                </a:ext>
              </a:extLst>
            </p:cNvPr>
            <p:cNvSpPr/>
            <p:nvPr/>
          </p:nvSpPr>
          <p:spPr bwMode="auto">
            <a:xfrm>
              <a:off x="5930364" y="2972755"/>
              <a:ext cx="210091"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112" name="Rectangle 210">
              <a:extLst>
                <a:ext uri="{FF2B5EF4-FFF2-40B4-BE49-F238E27FC236}">
                  <a16:creationId xmlns:a16="http://schemas.microsoft.com/office/drawing/2014/main" id="{FE0988DD-FDEC-4777-BF54-2EDD769EA758}"/>
                </a:ext>
              </a:extLst>
            </p:cNvPr>
            <p:cNvSpPr/>
            <p:nvPr/>
          </p:nvSpPr>
          <p:spPr bwMode="auto">
            <a:xfrm>
              <a:off x="6170468" y="2902498"/>
              <a:ext cx="207089"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113" name="Rectangle 211">
              <a:extLst>
                <a:ext uri="{FF2B5EF4-FFF2-40B4-BE49-F238E27FC236}">
                  <a16:creationId xmlns:a16="http://schemas.microsoft.com/office/drawing/2014/main" id="{FBC39069-0DC2-40B2-9A2C-6ED22D7D12E7}"/>
                </a:ext>
              </a:extLst>
            </p:cNvPr>
            <p:cNvSpPr/>
            <p:nvPr/>
          </p:nvSpPr>
          <p:spPr bwMode="auto">
            <a:xfrm>
              <a:off x="6377556" y="2902498"/>
              <a:ext cx="207090"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114" name="Rectangle 212">
              <a:extLst>
                <a:ext uri="{FF2B5EF4-FFF2-40B4-BE49-F238E27FC236}">
                  <a16:creationId xmlns:a16="http://schemas.microsoft.com/office/drawing/2014/main" id="{C66B2E5F-1F74-4E4B-8D58-F374F564308E}"/>
                </a:ext>
              </a:extLst>
            </p:cNvPr>
            <p:cNvSpPr/>
            <p:nvPr/>
          </p:nvSpPr>
          <p:spPr bwMode="auto">
            <a:xfrm rot="16200000">
              <a:off x="6408587" y="3069553"/>
              <a:ext cx="505185" cy="171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115" name="Rectangle 213">
              <a:extLst>
                <a:ext uri="{FF2B5EF4-FFF2-40B4-BE49-F238E27FC236}">
                  <a16:creationId xmlns:a16="http://schemas.microsoft.com/office/drawing/2014/main" id="{5EAA8A0F-5795-4C4D-8CA1-D3A520954DBB}"/>
                </a:ext>
              </a:extLst>
            </p:cNvPr>
            <p:cNvSpPr/>
            <p:nvPr/>
          </p:nvSpPr>
          <p:spPr bwMode="auto">
            <a:xfrm>
              <a:off x="6740714" y="2902498"/>
              <a:ext cx="501216"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116" name="Rectangle 214">
              <a:extLst>
                <a:ext uri="{FF2B5EF4-FFF2-40B4-BE49-F238E27FC236}">
                  <a16:creationId xmlns:a16="http://schemas.microsoft.com/office/drawing/2014/main" id="{A9D28275-6F6C-468B-B858-14BEBFB61392}"/>
                </a:ext>
              </a:extLst>
            </p:cNvPr>
            <p:cNvSpPr/>
            <p:nvPr/>
          </p:nvSpPr>
          <p:spPr bwMode="auto">
            <a:xfrm>
              <a:off x="7241930" y="2902498"/>
              <a:ext cx="1449627"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cxnSp>
          <p:nvCxnSpPr>
            <p:cNvPr id="117" name="Elbow Connector 236">
              <a:extLst>
                <a:ext uri="{FF2B5EF4-FFF2-40B4-BE49-F238E27FC236}">
                  <a16:creationId xmlns:a16="http://schemas.microsoft.com/office/drawing/2014/main" id="{FED90EB9-4D8F-497C-8E73-9F928D4CEE2E}"/>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18" name="Elbow Connector 237">
              <a:extLst>
                <a:ext uri="{FF2B5EF4-FFF2-40B4-BE49-F238E27FC236}">
                  <a16:creationId xmlns:a16="http://schemas.microsoft.com/office/drawing/2014/main" id="{49FED423-4D5D-49DE-9BEC-4B493161B5FD}"/>
                </a:ext>
              </a:extLst>
            </p:cNvPr>
            <p:cNvCxnSpPr>
              <a:cxnSpLocks noChangeShapeType="1"/>
            </p:cNvCxnSpPr>
            <p:nvPr/>
          </p:nvCxnSpPr>
          <p:spPr bwMode="auto">
            <a:xfrm rot="16200000" flipH="1">
              <a:off x="7234134" y="1990275"/>
              <a:ext cx="251463" cy="2659185"/>
            </a:xfrm>
            <a:prstGeom prst="bentConnector3">
              <a:avLst>
                <a:gd name="adj1" fmla="val 246306"/>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19" name="Oval 217">
              <a:extLst>
                <a:ext uri="{FF2B5EF4-FFF2-40B4-BE49-F238E27FC236}">
                  <a16:creationId xmlns:a16="http://schemas.microsoft.com/office/drawing/2014/main" id="{A40DF983-7C60-4714-A624-9F9779C04D25}"/>
                </a:ext>
              </a:extLst>
            </p:cNvPr>
            <p:cNvSpPr/>
            <p:nvPr/>
          </p:nvSpPr>
          <p:spPr bwMode="auto">
            <a:xfrm>
              <a:off x="5756289" y="3116617"/>
              <a:ext cx="75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120" name="Oval 218">
              <a:extLst>
                <a:ext uri="{FF2B5EF4-FFF2-40B4-BE49-F238E27FC236}">
                  <a16:creationId xmlns:a16="http://schemas.microsoft.com/office/drawing/2014/main" id="{1BF623E4-F6F1-410C-95A4-C5612360E222}"/>
                </a:ext>
              </a:extLst>
            </p:cNvPr>
            <p:cNvSpPr/>
            <p:nvPr/>
          </p:nvSpPr>
          <p:spPr bwMode="auto">
            <a:xfrm>
              <a:off x="5993390" y="3116617"/>
              <a:ext cx="75033"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121" name="Oval 219">
              <a:extLst>
                <a:ext uri="{FF2B5EF4-FFF2-40B4-BE49-F238E27FC236}">
                  <a16:creationId xmlns:a16="http://schemas.microsoft.com/office/drawing/2014/main" id="{FFE2723C-40EE-4E6D-A719-723D96796069}"/>
                </a:ext>
              </a:extLst>
            </p:cNvPr>
            <p:cNvSpPr/>
            <p:nvPr/>
          </p:nvSpPr>
          <p:spPr bwMode="auto">
            <a:xfrm>
              <a:off x="7202914" y="3367536"/>
              <a:ext cx="75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122" name="Oval 220">
              <a:extLst>
                <a:ext uri="{FF2B5EF4-FFF2-40B4-BE49-F238E27FC236}">
                  <a16:creationId xmlns:a16="http://schemas.microsoft.com/office/drawing/2014/main" id="{60AE6DEE-4369-431E-8C0A-9188CB7E3B19}"/>
                </a:ext>
              </a:extLst>
            </p:cNvPr>
            <p:cNvSpPr/>
            <p:nvPr/>
          </p:nvSpPr>
          <p:spPr bwMode="auto">
            <a:xfrm>
              <a:off x="8652540"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73" name="Group 205">
            <a:extLst>
              <a:ext uri="{FF2B5EF4-FFF2-40B4-BE49-F238E27FC236}">
                <a16:creationId xmlns:a16="http://schemas.microsoft.com/office/drawing/2014/main" id="{201EBBC5-38D0-4ED4-B366-696DF348198C}"/>
              </a:ext>
            </a:extLst>
          </p:cNvPr>
          <p:cNvGrpSpPr>
            <a:grpSpLocks/>
          </p:cNvGrpSpPr>
          <p:nvPr/>
        </p:nvGrpSpPr>
        <p:grpSpPr bwMode="auto">
          <a:xfrm>
            <a:off x="4948565" y="5154814"/>
            <a:ext cx="1058221" cy="192769"/>
            <a:chOff x="5388934" y="2903927"/>
            <a:chExt cx="2667537" cy="541672"/>
          </a:xfrm>
        </p:grpSpPr>
        <p:sp>
          <p:nvSpPr>
            <p:cNvPr id="95" name="Rectangle 193">
              <a:extLst>
                <a:ext uri="{FF2B5EF4-FFF2-40B4-BE49-F238E27FC236}">
                  <a16:creationId xmlns:a16="http://schemas.microsoft.com/office/drawing/2014/main" id="{09DBCC8B-EEA3-4CDE-9EE5-C369F5DC525C}"/>
                </a:ext>
              </a:extLst>
            </p:cNvPr>
            <p:cNvSpPr/>
            <p:nvPr/>
          </p:nvSpPr>
          <p:spPr bwMode="auto">
            <a:xfrm>
              <a:off x="5389607" y="2902498"/>
              <a:ext cx="789342" cy="505185"/>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96" name="Rectangle 194">
              <a:extLst>
                <a:ext uri="{FF2B5EF4-FFF2-40B4-BE49-F238E27FC236}">
                  <a16:creationId xmlns:a16="http://schemas.microsoft.com/office/drawing/2014/main" id="{790D4722-BF49-4B1C-BB2E-DB6B51AB5ED7}"/>
                </a:ext>
              </a:extLst>
            </p:cNvPr>
            <p:cNvSpPr/>
            <p:nvPr/>
          </p:nvSpPr>
          <p:spPr bwMode="auto">
            <a:xfrm>
              <a:off x="5683734" y="2972755"/>
              <a:ext cx="210091"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97" name="Rectangle 195">
              <a:extLst>
                <a:ext uri="{FF2B5EF4-FFF2-40B4-BE49-F238E27FC236}">
                  <a16:creationId xmlns:a16="http://schemas.microsoft.com/office/drawing/2014/main" id="{48E620EF-4EBE-4991-8565-F46D03A1A326}"/>
                </a:ext>
              </a:extLst>
            </p:cNvPr>
            <p:cNvSpPr/>
            <p:nvPr/>
          </p:nvSpPr>
          <p:spPr bwMode="auto">
            <a:xfrm>
              <a:off x="5929841" y="2972755"/>
              <a:ext cx="213093"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98" name="Rectangle 196">
              <a:extLst>
                <a:ext uri="{FF2B5EF4-FFF2-40B4-BE49-F238E27FC236}">
                  <a16:creationId xmlns:a16="http://schemas.microsoft.com/office/drawing/2014/main" id="{D68FCBE2-E043-4597-8840-4CEB12176722}"/>
                </a:ext>
              </a:extLst>
            </p:cNvPr>
            <p:cNvSpPr/>
            <p:nvPr/>
          </p:nvSpPr>
          <p:spPr bwMode="auto">
            <a:xfrm>
              <a:off x="6169945" y="2902498"/>
              <a:ext cx="210091"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99" name="Rectangle 197">
              <a:extLst>
                <a:ext uri="{FF2B5EF4-FFF2-40B4-BE49-F238E27FC236}">
                  <a16:creationId xmlns:a16="http://schemas.microsoft.com/office/drawing/2014/main" id="{AD8E2EAB-223D-4232-B464-E6914FA4DD7B}"/>
                </a:ext>
              </a:extLst>
            </p:cNvPr>
            <p:cNvSpPr/>
            <p:nvPr/>
          </p:nvSpPr>
          <p:spPr bwMode="auto">
            <a:xfrm>
              <a:off x="6380036" y="2902498"/>
              <a:ext cx="207091"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100" name="Rectangle 198">
              <a:extLst>
                <a:ext uri="{FF2B5EF4-FFF2-40B4-BE49-F238E27FC236}">
                  <a16:creationId xmlns:a16="http://schemas.microsoft.com/office/drawing/2014/main" id="{68AC8B5B-1083-4894-A49E-D88CBCDE8CFD}"/>
                </a:ext>
              </a:extLst>
            </p:cNvPr>
            <p:cNvSpPr/>
            <p:nvPr/>
          </p:nvSpPr>
          <p:spPr bwMode="auto">
            <a:xfrm rot="16200000">
              <a:off x="6409567" y="3068052"/>
              <a:ext cx="505185" cy="174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101" name="Rectangle 199">
              <a:extLst>
                <a:ext uri="{FF2B5EF4-FFF2-40B4-BE49-F238E27FC236}">
                  <a16:creationId xmlns:a16="http://schemas.microsoft.com/office/drawing/2014/main" id="{B5E120FE-4F48-4624-9A92-1512B72092CA}"/>
                </a:ext>
              </a:extLst>
            </p:cNvPr>
            <p:cNvSpPr/>
            <p:nvPr/>
          </p:nvSpPr>
          <p:spPr bwMode="auto">
            <a:xfrm>
              <a:off x="6740191" y="2902498"/>
              <a:ext cx="501218"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102" name="Rectangle 200">
              <a:extLst>
                <a:ext uri="{FF2B5EF4-FFF2-40B4-BE49-F238E27FC236}">
                  <a16:creationId xmlns:a16="http://schemas.microsoft.com/office/drawing/2014/main" id="{EAAA3790-D25B-4027-8456-21E7C6955AD2}"/>
                </a:ext>
              </a:extLst>
            </p:cNvPr>
            <p:cNvSpPr/>
            <p:nvPr/>
          </p:nvSpPr>
          <p:spPr bwMode="auto">
            <a:xfrm>
              <a:off x="7241409" y="2902498"/>
              <a:ext cx="783338"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cxnSp>
          <p:nvCxnSpPr>
            <p:cNvPr id="103" name="Elbow Connector 218">
              <a:extLst>
                <a:ext uri="{FF2B5EF4-FFF2-40B4-BE49-F238E27FC236}">
                  <a16:creationId xmlns:a16="http://schemas.microsoft.com/office/drawing/2014/main" id="{7BD226FD-D8B7-4D57-94B5-0B4070E53457}"/>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4" name="Elbow Connector 219">
              <a:extLst>
                <a:ext uri="{FF2B5EF4-FFF2-40B4-BE49-F238E27FC236}">
                  <a16:creationId xmlns:a16="http://schemas.microsoft.com/office/drawing/2014/main" id="{5AD29B0D-21D6-4E6B-96BB-E97E94065C0B}"/>
                </a:ext>
              </a:extLst>
            </p:cNvPr>
            <p:cNvCxnSpPr>
              <a:cxnSpLocks noChangeShapeType="1"/>
            </p:cNvCxnSpPr>
            <p:nvPr/>
          </p:nvCxnSpPr>
          <p:spPr bwMode="auto">
            <a:xfrm rot="16200000" flipH="1">
              <a:off x="6899354" y="2325057"/>
              <a:ext cx="251461" cy="1989622"/>
            </a:xfrm>
            <a:prstGeom prst="bentConnector3">
              <a:avLst>
                <a:gd name="adj1" fmla="val 241412"/>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5" name="Oval 203">
              <a:extLst>
                <a:ext uri="{FF2B5EF4-FFF2-40B4-BE49-F238E27FC236}">
                  <a16:creationId xmlns:a16="http://schemas.microsoft.com/office/drawing/2014/main" id="{825DE6BA-01D9-40F8-9779-A4CA7CA71E8D}"/>
                </a:ext>
              </a:extLst>
            </p:cNvPr>
            <p:cNvSpPr/>
            <p:nvPr/>
          </p:nvSpPr>
          <p:spPr bwMode="auto">
            <a:xfrm>
              <a:off x="5758768" y="311661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106" name="Oval 204">
              <a:extLst>
                <a:ext uri="{FF2B5EF4-FFF2-40B4-BE49-F238E27FC236}">
                  <a16:creationId xmlns:a16="http://schemas.microsoft.com/office/drawing/2014/main" id="{C082A867-30CC-4187-A556-34147CAE4254}"/>
                </a:ext>
              </a:extLst>
            </p:cNvPr>
            <p:cNvSpPr/>
            <p:nvPr/>
          </p:nvSpPr>
          <p:spPr bwMode="auto">
            <a:xfrm>
              <a:off x="5995869" y="311661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107" name="Oval 205">
              <a:extLst>
                <a:ext uri="{FF2B5EF4-FFF2-40B4-BE49-F238E27FC236}">
                  <a16:creationId xmlns:a16="http://schemas.microsoft.com/office/drawing/2014/main" id="{9F482962-989D-4736-8913-F6FD0239DF09}"/>
                </a:ext>
              </a:extLst>
            </p:cNvPr>
            <p:cNvSpPr/>
            <p:nvPr/>
          </p:nvSpPr>
          <p:spPr bwMode="auto">
            <a:xfrm>
              <a:off x="7205394"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108" name="Oval 206">
              <a:extLst>
                <a:ext uri="{FF2B5EF4-FFF2-40B4-BE49-F238E27FC236}">
                  <a16:creationId xmlns:a16="http://schemas.microsoft.com/office/drawing/2014/main" id="{68416630-2B00-4DBA-84A0-1759A899262F}"/>
                </a:ext>
              </a:extLst>
            </p:cNvPr>
            <p:cNvSpPr/>
            <p:nvPr/>
          </p:nvSpPr>
          <p:spPr bwMode="auto">
            <a:xfrm>
              <a:off x="7985731"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sp>
        <p:nvSpPr>
          <p:cNvPr id="74" name="Oval 172">
            <a:extLst>
              <a:ext uri="{FF2B5EF4-FFF2-40B4-BE49-F238E27FC236}">
                <a16:creationId xmlns:a16="http://schemas.microsoft.com/office/drawing/2014/main" id="{2E5BA32E-32E9-4D1C-B672-95AF51658181}"/>
              </a:ext>
            </a:extLst>
          </p:cNvPr>
          <p:cNvSpPr/>
          <p:nvPr/>
        </p:nvSpPr>
        <p:spPr bwMode="auto">
          <a:xfrm>
            <a:off x="4929782" y="5130493"/>
            <a:ext cx="28575" cy="27384"/>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75" name="Oval 173">
            <a:extLst>
              <a:ext uri="{FF2B5EF4-FFF2-40B4-BE49-F238E27FC236}">
                <a16:creationId xmlns:a16="http://schemas.microsoft.com/office/drawing/2014/main" id="{C14CCAF5-A775-4C2C-A772-1725CD212A14}"/>
              </a:ext>
            </a:extLst>
          </p:cNvPr>
          <p:cNvSpPr/>
          <p:nvPr/>
        </p:nvSpPr>
        <p:spPr bwMode="auto">
          <a:xfrm>
            <a:off x="5983486" y="5131683"/>
            <a:ext cx="29766" cy="27385"/>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cxnSp>
        <p:nvCxnSpPr>
          <p:cNvPr id="76" name="Elbow Connector 246">
            <a:extLst>
              <a:ext uri="{FF2B5EF4-FFF2-40B4-BE49-F238E27FC236}">
                <a16:creationId xmlns:a16="http://schemas.microsoft.com/office/drawing/2014/main" id="{50FA175D-BD4C-4C5F-98DE-8CFCD64358E8}"/>
              </a:ext>
            </a:extLst>
          </p:cNvPr>
          <p:cNvCxnSpPr>
            <a:cxnSpLocks noChangeShapeType="1"/>
          </p:cNvCxnSpPr>
          <p:nvPr/>
        </p:nvCxnSpPr>
        <p:spPr bwMode="auto">
          <a:xfrm rot="5400000">
            <a:off x="5083471" y="4587956"/>
            <a:ext cx="403082" cy="682519"/>
          </a:xfrm>
          <a:prstGeom prst="bentConnector3">
            <a:avLst>
              <a:gd name="adj1" fmla="val 70009"/>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77" name="Elbow Connector 251">
            <a:extLst>
              <a:ext uri="{FF2B5EF4-FFF2-40B4-BE49-F238E27FC236}">
                <a16:creationId xmlns:a16="http://schemas.microsoft.com/office/drawing/2014/main" id="{EA603DC0-C911-4563-8EA8-07C7BC6ACE58}"/>
              </a:ext>
            </a:extLst>
          </p:cNvPr>
          <p:cNvCxnSpPr>
            <a:cxnSpLocks noChangeShapeType="1"/>
          </p:cNvCxnSpPr>
          <p:nvPr/>
        </p:nvCxnSpPr>
        <p:spPr bwMode="auto">
          <a:xfrm rot="16200000" flipH="1">
            <a:off x="5717628" y="4850811"/>
            <a:ext cx="403807" cy="157532"/>
          </a:xfrm>
          <a:prstGeom prst="bentConnector3">
            <a:avLst>
              <a:gd name="adj1" fmla="val 50000"/>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78" name="Group 254">
            <a:extLst>
              <a:ext uri="{FF2B5EF4-FFF2-40B4-BE49-F238E27FC236}">
                <a16:creationId xmlns:a16="http://schemas.microsoft.com/office/drawing/2014/main" id="{20001478-4546-4738-B75A-1BD6C50E93C2}"/>
              </a:ext>
            </a:extLst>
          </p:cNvPr>
          <p:cNvGrpSpPr>
            <a:grpSpLocks/>
          </p:cNvGrpSpPr>
          <p:nvPr/>
        </p:nvGrpSpPr>
        <p:grpSpPr bwMode="auto">
          <a:xfrm>
            <a:off x="4954586" y="5572856"/>
            <a:ext cx="1771700" cy="192769"/>
            <a:chOff x="5388934" y="2903927"/>
            <a:chExt cx="4466058" cy="541672"/>
          </a:xfrm>
        </p:grpSpPr>
        <p:sp>
          <p:nvSpPr>
            <p:cNvPr id="81" name="Rectangle 179">
              <a:extLst>
                <a:ext uri="{FF2B5EF4-FFF2-40B4-BE49-F238E27FC236}">
                  <a16:creationId xmlns:a16="http://schemas.microsoft.com/office/drawing/2014/main" id="{E98DBD50-99BB-4F71-9AE3-9035156C1B11}"/>
                </a:ext>
              </a:extLst>
            </p:cNvPr>
            <p:cNvSpPr/>
            <p:nvPr/>
          </p:nvSpPr>
          <p:spPr bwMode="auto">
            <a:xfrm>
              <a:off x="5389437" y="2905474"/>
              <a:ext cx="789340" cy="501841"/>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82" name="Rectangle 180">
              <a:extLst>
                <a:ext uri="{FF2B5EF4-FFF2-40B4-BE49-F238E27FC236}">
                  <a16:creationId xmlns:a16="http://schemas.microsoft.com/office/drawing/2014/main" id="{BCA67A61-3867-475F-86CB-58EE802CAC6E}"/>
                </a:ext>
              </a:extLst>
            </p:cNvPr>
            <p:cNvSpPr/>
            <p:nvPr/>
          </p:nvSpPr>
          <p:spPr bwMode="auto">
            <a:xfrm>
              <a:off x="5683564" y="2972386"/>
              <a:ext cx="210091" cy="364670"/>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83" name="Rectangle 181">
              <a:extLst>
                <a:ext uri="{FF2B5EF4-FFF2-40B4-BE49-F238E27FC236}">
                  <a16:creationId xmlns:a16="http://schemas.microsoft.com/office/drawing/2014/main" id="{DC022661-6A19-4DCC-8581-0793D0089741}"/>
                </a:ext>
              </a:extLst>
            </p:cNvPr>
            <p:cNvSpPr/>
            <p:nvPr/>
          </p:nvSpPr>
          <p:spPr bwMode="auto">
            <a:xfrm>
              <a:off x="5929671" y="2972386"/>
              <a:ext cx="213091" cy="364670"/>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84" name="Rectangle 182">
              <a:extLst>
                <a:ext uri="{FF2B5EF4-FFF2-40B4-BE49-F238E27FC236}">
                  <a16:creationId xmlns:a16="http://schemas.microsoft.com/office/drawing/2014/main" id="{F86FB4C2-7B94-46E9-8052-ECA5CE13EE32}"/>
                </a:ext>
              </a:extLst>
            </p:cNvPr>
            <p:cNvSpPr/>
            <p:nvPr/>
          </p:nvSpPr>
          <p:spPr bwMode="auto">
            <a:xfrm>
              <a:off x="6169774" y="2905474"/>
              <a:ext cx="210091" cy="501841"/>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85" name="Rectangle 183">
              <a:extLst>
                <a:ext uri="{FF2B5EF4-FFF2-40B4-BE49-F238E27FC236}">
                  <a16:creationId xmlns:a16="http://schemas.microsoft.com/office/drawing/2014/main" id="{4558AC34-A72E-409D-B740-EEEFF853A6DE}"/>
                </a:ext>
              </a:extLst>
            </p:cNvPr>
            <p:cNvSpPr/>
            <p:nvPr/>
          </p:nvSpPr>
          <p:spPr bwMode="auto">
            <a:xfrm>
              <a:off x="6379865" y="2905474"/>
              <a:ext cx="207089" cy="501841"/>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86" name="Rectangle 184">
              <a:extLst>
                <a:ext uri="{FF2B5EF4-FFF2-40B4-BE49-F238E27FC236}">
                  <a16:creationId xmlns:a16="http://schemas.microsoft.com/office/drawing/2014/main" id="{B6F45A3D-53E8-4332-B9BA-E095ED35FC28}"/>
                </a:ext>
              </a:extLst>
            </p:cNvPr>
            <p:cNvSpPr/>
            <p:nvPr/>
          </p:nvSpPr>
          <p:spPr bwMode="auto">
            <a:xfrm rot="16200000">
              <a:off x="6411066" y="3069357"/>
              <a:ext cx="501841" cy="174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87" name="Rectangle 185">
              <a:extLst>
                <a:ext uri="{FF2B5EF4-FFF2-40B4-BE49-F238E27FC236}">
                  <a16:creationId xmlns:a16="http://schemas.microsoft.com/office/drawing/2014/main" id="{355ED69C-77AE-4FF5-9FF5-11D61BBE4CDB}"/>
                </a:ext>
              </a:extLst>
            </p:cNvPr>
            <p:cNvSpPr/>
            <p:nvPr/>
          </p:nvSpPr>
          <p:spPr bwMode="auto">
            <a:xfrm>
              <a:off x="6740021" y="2905474"/>
              <a:ext cx="2289989" cy="501841"/>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88" name="Rectangle 186">
              <a:extLst>
                <a:ext uri="{FF2B5EF4-FFF2-40B4-BE49-F238E27FC236}">
                  <a16:creationId xmlns:a16="http://schemas.microsoft.com/office/drawing/2014/main" id="{0C565FCC-5C56-4CB9-9002-0546B448441A}"/>
                </a:ext>
              </a:extLst>
            </p:cNvPr>
            <p:cNvSpPr/>
            <p:nvPr/>
          </p:nvSpPr>
          <p:spPr bwMode="auto">
            <a:xfrm>
              <a:off x="9039015" y="2905474"/>
              <a:ext cx="783338" cy="501841"/>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cxnSp>
          <p:nvCxnSpPr>
            <p:cNvPr id="89" name="Elbow Connector 264">
              <a:extLst>
                <a:ext uri="{FF2B5EF4-FFF2-40B4-BE49-F238E27FC236}">
                  <a16:creationId xmlns:a16="http://schemas.microsoft.com/office/drawing/2014/main" id="{521E7239-8347-45BC-8BFA-B4B8918F7110}"/>
                </a:ext>
              </a:extLst>
            </p:cNvPr>
            <p:cNvCxnSpPr>
              <a:cxnSpLocks noChangeShapeType="1"/>
            </p:cNvCxnSpPr>
            <p:nvPr/>
          </p:nvCxnSpPr>
          <p:spPr bwMode="auto">
            <a:xfrm rot="16200000" flipH="1">
              <a:off x="7282984" y="1704508"/>
              <a:ext cx="251463" cy="3230720"/>
            </a:xfrm>
            <a:prstGeom prst="bentConnector3">
              <a:avLst>
                <a:gd name="adj1" fmla="val 291523"/>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0" name="Elbow Connector 265">
              <a:extLst>
                <a:ext uri="{FF2B5EF4-FFF2-40B4-BE49-F238E27FC236}">
                  <a16:creationId xmlns:a16="http://schemas.microsoft.com/office/drawing/2014/main" id="{6565F26E-63A8-4DC4-BD69-2AF3633E3A37}"/>
                </a:ext>
              </a:extLst>
            </p:cNvPr>
            <p:cNvCxnSpPr>
              <a:cxnSpLocks noChangeShapeType="1"/>
            </p:cNvCxnSpPr>
            <p:nvPr/>
          </p:nvCxnSpPr>
          <p:spPr bwMode="auto">
            <a:xfrm rot="16200000" flipH="1">
              <a:off x="7798613" y="1425796"/>
              <a:ext cx="251463" cy="3788143"/>
            </a:xfrm>
            <a:prstGeom prst="bentConnector3">
              <a:avLst>
                <a:gd name="adj1" fmla="val 211796"/>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1" name="Oval 189">
              <a:extLst>
                <a:ext uri="{FF2B5EF4-FFF2-40B4-BE49-F238E27FC236}">
                  <a16:creationId xmlns:a16="http://schemas.microsoft.com/office/drawing/2014/main" id="{FF5F0FAE-FC82-4CF1-B435-0A64CA3641D6}"/>
                </a:ext>
              </a:extLst>
            </p:cNvPr>
            <p:cNvSpPr/>
            <p:nvPr/>
          </p:nvSpPr>
          <p:spPr bwMode="auto">
            <a:xfrm>
              <a:off x="5758596" y="311624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92" name="Oval 190">
              <a:extLst>
                <a:ext uri="{FF2B5EF4-FFF2-40B4-BE49-F238E27FC236}">
                  <a16:creationId xmlns:a16="http://schemas.microsoft.com/office/drawing/2014/main" id="{6C6A55E3-9898-4A09-9845-71975056438E}"/>
                </a:ext>
              </a:extLst>
            </p:cNvPr>
            <p:cNvSpPr/>
            <p:nvPr/>
          </p:nvSpPr>
          <p:spPr bwMode="auto">
            <a:xfrm>
              <a:off x="5992697" y="3116246"/>
              <a:ext cx="75033"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93" name="Oval 191">
              <a:extLst>
                <a:ext uri="{FF2B5EF4-FFF2-40B4-BE49-F238E27FC236}">
                  <a16:creationId xmlns:a16="http://schemas.microsoft.com/office/drawing/2014/main" id="{23F92386-3D5E-4BE3-B285-E89AC7C5DB3E}"/>
                </a:ext>
              </a:extLst>
            </p:cNvPr>
            <p:cNvSpPr/>
            <p:nvPr/>
          </p:nvSpPr>
          <p:spPr bwMode="auto">
            <a:xfrm>
              <a:off x="8987992" y="336716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94" name="Oval 192">
              <a:extLst>
                <a:ext uri="{FF2B5EF4-FFF2-40B4-BE49-F238E27FC236}">
                  <a16:creationId xmlns:a16="http://schemas.microsoft.com/office/drawing/2014/main" id="{186EC68F-4706-4D38-8F7B-81AE866123A0}"/>
                </a:ext>
              </a:extLst>
            </p:cNvPr>
            <p:cNvSpPr/>
            <p:nvPr/>
          </p:nvSpPr>
          <p:spPr bwMode="auto">
            <a:xfrm>
              <a:off x="9783337" y="336716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sp>
        <p:nvSpPr>
          <p:cNvPr id="79" name="Oval 177">
            <a:extLst>
              <a:ext uri="{FF2B5EF4-FFF2-40B4-BE49-F238E27FC236}">
                <a16:creationId xmlns:a16="http://schemas.microsoft.com/office/drawing/2014/main" id="{6050E593-2455-467F-924F-128CC7359B0C}"/>
              </a:ext>
            </a:extLst>
          </p:cNvPr>
          <p:cNvSpPr/>
          <p:nvPr/>
        </p:nvSpPr>
        <p:spPr bwMode="auto">
          <a:xfrm>
            <a:off x="4935736" y="5536496"/>
            <a:ext cx="28575" cy="27385"/>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cxnSp>
        <p:nvCxnSpPr>
          <p:cNvPr id="80" name="Elbow Connector 271">
            <a:extLst>
              <a:ext uri="{FF2B5EF4-FFF2-40B4-BE49-F238E27FC236}">
                <a16:creationId xmlns:a16="http://schemas.microsoft.com/office/drawing/2014/main" id="{1FCAABAC-FF2F-4E3E-8E37-0ADB16552FB0}"/>
              </a:ext>
            </a:extLst>
          </p:cNvPr>
          <p:cNvCxnSpPr>
            <a:cxnSpLocks noChangeShapeType="1"/>
          </p:cNvCxnSpPr>
          <p:nvPr/>
        </p:nvCxnSpPr>
        <p:spPr bwMode="auto">
          <a:xfrm rot="5400000">
            <a:off x="5298681" y="4364257"/>
            <a:ext cx="822152" cy="1548986"/>
          </a:xfrm>
          <a:prstGeom prst="bentConnector4">
            <a:avLst>
              <a:gd name="adj1" fmla="val 29171"/>
              <a:gd name="adj2" fmla="val 103454"/>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 name="Conector: angular 9">
            <a:extLst>
              <a:ext uri="{FF2B5EF4-FFF2-40B4-BE49-F238E27FC236}">
                <a16:creationId xmlns:a16="http://schemas.microsoft.com/office/drawing/2014/main" id="{B217F149-16F7-45C5-966B-C4CA0804BE44}"/>
              </a:ext>
            </a:extLst>
          </p:cNvPr>
          <p:cNvCxnSpPr>
            <a:cxnSpLocks/>
            <a:stCxn id="16" idx="1"/>
            <a:endCxn id="69" idx="3"/>
          </p:cNvCxnSpPr>
          <p:nvPr/>
        </p:nvCxnSpPr>
        <p:spPr>
          <a:xfrm rot="10800000" flipV="1">
            <a:off x="7379648" y="4135878"/>
            <a:ext cx="912850" cy="1080072"/>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Conector: angular 141">
            <a:extLst>
              <a:ext uri="{FF2B5EF4-FFF2-40B4-BE49-F238E27FC236}">
                <a16:creationId xmlns:a16="http://schemas.microsoft.com/office/drawing/2014/main" id="{B524637D-6AF6-4CF3-B15A-6E366D385160}"/>
              </a:ext>
            </a:extLst>
          </p:cNvPr>
          <p:cNvCxnSpPr>
            <a:cxnSpLocks/>
            <a:stCxn id="95" idx="1"/>
            <a:endCxn id="56" idx="3"/>
          </p:cNvCxnSpPr>
          <p:nvPr/>
        </p:nvCxnSpPr>
        <p:spPr>
          <a:xfrm rot="10800000" flipV="1">
            <a:off x="3843338" y="5244196"/>
            <a:ext cx="1105495" cy="833933"/>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4" name="Down Arrow 131">
            <a:extLst>
              <a:ext uri="{FF2B5EF4-FFF2-40B4-BE49-F238E27FC236}">
                <a16:creationId xmlns:a16="http://schemas.microsoft.com/office/drawing/2014/main" id="{7B299FA5-7BFF-4253-9452-BDDF76D9DF61}"/>
              </a:ext>
            </a:extLst>
          </p:cNvPr>
          <p:cNvSpPr/>
          <p:nvPr/>
        </p:nvSpPr>
        <p:spPr>
          <a:xfrm>
            <a:off x="9335604" y="2963638"/>
            <a:ext cx="195736" cy="751194"/>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916649" y="1081825"/>
            <a:ext cx="6399145" cy="203398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200" b="1" dirty="0">
                <a:solidFill>
                  <a:schemeClr val="accent2"/>
                </a:solidFill>
              </a:rPr>
              <a:t>Preguntas claves</a:t>
            </a:r>
          </a:p>
          <a:p>
            <a:pPr marL="342900" indent="-342900"/>
            <a:r>
              <a:rPr lang="es-MX" sz="2000" dirty="0"/>
              <a:t>¿Como organizar las paginas (pages) dentro de un archivo?</a:t>
            </a:r>
          </a:p>
          <a:p>
            <a:pPr marL="342900" indent="-342900"/>
            <a:r>
              <a:rPr lang="es-MX" sz="2000" dirty="0"/>
              <a:t>¿Cómo organizar los registros (records) dentro de una pagina (page)?</a:t>
            </a:r>
          </a:p>
        </p:txBody>
      </p:sp>
    </p:spTree>
    <p:extLst>
      <p:ext uri="{BB962C8B-B14F-4D97-AF65-F5344CB8AC3E}">
        <p14:creationId xmlns:p14="http://schemas.microsoft.com/office/powerpoint/2010/main" val="3966114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Representaciones</a:t>
            </a:r>
            <a:endParaRPr dirty="0"/>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916650" y="929425"/>
            <a:ext cx="11034050" cy="432837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200" b="1" dirty="0">
                <a:solidFill>
                  <a:schemeClr val="accent2"/>
                </a:solidFill>
              </a:rPr>
              <a:t>Una pausa antes de seguir – Observación de claridad importante</a:t>
            </a:r>
          </a:p>
          <a:p>
            <a:pPr marL="342900" indent="-342900"/>
            <a:r>
              <a:rPr lang="es-MX" sz="2000" dirty="0"/>
              <a:t>Los datos se almacenan en orden lineal </a:t>
            </a:r>
          </a:p>
          <a:p>
            <a:pPr marL="800100" lvl="1" indent="-342900"/>
            <a:r>
              <a:rPr lang="es-MX" sz="1800" dirty="0"/>
              <a:t>1 byte por posición </a:t>
            </a:r>
          </a:p>
          <a:p>
            <a:pPr marL="800100" lvl="1" indent="-342900"/>
            <a:r>
              <a:rPr lang="es-MX" sz="1800" dirty="0"/>
              <a:t>Las direcciones de memoria están ordenadas. </a:t>
            </a:r>
          </a:p>
          <a:p>
            <a:pPr marL="800100" lvl="1" indent="-342900"/>
            <a:r>
              <a:rPr lang="es-MX" sz="1800" dirty="0"/>
              <a:t>Las direcciones de disco están ordenadas.</a:t>
            </a:r>
          </a:p>
          <a:p>
            <a:pPr marL="800100" lvl="1" indent="-342900"/>
            <a:endParaRPr lang="es-MX" sz="1800" dirty="0"/>
          </a:p>
          <a:p>
            <a:pPr marL="342900" indent="-342900"/>
            <a:endParaRPr lang="es-MX" sz="2000" dirty="0"/>
          </a:p>
          <a:p>
            <a:pPr marL="342900" indent="-342900"/>
            <a:r>
              <a:rPr lang="es-MX" sz="2000" dirty="0"/>
              <a:t>Para facilitar la representación, se va a emplear una representación donde la representación lineal será mostrada en un esquema rectangular.</a:t>
            </a:r>
          </a:p>
        </p:txBody>
      </p:sp>
      <p:graphicFrame>
        <p:nvGraphicFramePr>
          <p:cNvPr id="156" name="Tabla 8">
            <a:extLst>
              <a:ext uri="{FF2B5EF4-FFF2-40B4-BE49-F238E27FC236}">
                <a16:creationId xmlns:a16="http://schemas.microsoft.com/office/drawing/2014/main" id="{E03BE162-4B82-483B-A2C4-5FB35C972A59}"/>
              </a:ext>
            </a:extLst>
          </p:cNvPr>
          <p:cNvGraphicFramePr>
            <a:graphicFrameLocks noGrp="1"/>
          </p:cNvGraphicFramePr>
          <p:nvPr>
            <p:extLst>
              <p:ext uri="{D42A27DB-BD31-4B8C-83A1-F6EECF244321}">
                <p14:modId xmlns:p14="http://schemas.microsoft.com/office/powerpoint/2010/main" val="1540437194"/>
              </p:ext>
            </p:extLst>
          </p:nvPr>
        </p:nvGraphicFramePr>
        <p:xfrm>
          <a:off x="5868878" y="4548105"/>
          <a:ext cx="1635352" cy="1219200"/>
        </p:xfrm>
        <a:graphic>
          <a:graphicData uri="http://schemas.openxmlformats.org/drawingml/2006/table">
            <a:tbl>
              <a:tblPr firstRow="1" bandRow="1">
                <a:tableStyleId>{AD6A3598-7CB8-4345-8D95-17CE05F158A0}</a:tableStyleId>
              </a:tblPr>
              <a:tblGrid>
                <a:gridCol w="408838">
                  <a:extLst>
                    <a:ext uri="{9D8B030D-6E8A-4147-A177-3AD203B41FA5}">
                      <a16:colId xmlns:a16="http://schemas.microsoft.com/office/drawing/2014/main" val="1623436902"/>
                    </a:ext>
                  </a:extLst>
                </a:gridCol>
                <a:gridCol w="408838">
                  <a:extLst>
                    <a:ext uri="{9D8B030D-6E8A-4147-A177-3AD203B41FA5}">
                      <a16:colId xmlns:a16="http://schemas.microsoft.com/office/drawing/2014/main" val="158279217"/>
                    </a:ext>
                  </a:extLst>
                </a:gridCol>
                <a:gridCol w="408838">
                  <a:extLst>
                    <a:ext uri="{9D8B030D-6E8A-4147-A177-3AD203B41FA5}">
                      <a16:colId xmlns:a16="http://schemas.microsoft.com/office/drawing/2014/main" val="2632911747"/>
                    </a:ext>
                  </a:extLst>
                </a:gridCol>
                <a:gridCol w="408838">
                  <a:extLst>
                    <a:ext uri="{9D8B030D-6E8A-4147-A177-3AD203B41FA5}">
                      <a16:colId xmlns:a16="http://schemas.microsoft.com/office/drawing/2014/main" val="4034676505"/>
                    </a:ext>
                  </a:extLst>
                </a:gridCol>
              </a:tblGrid>
              <a:tr h="0">
                <a:tc>
                  <a:txBody>
                    <a:bodyPr/>
                    <a:lstStyle/>
                    <a:p>
                      <a:pPr algn="ctr"/>
                      <a:r>
                        <a:rPr lang="es-CO" sz="1000" dirty="0">
                          <a:latin typeface="Consolas" panose="020B0609020204030204" pitchFamily="49" charset="0"/>
                        </a:rPr>
                        <a:t>0</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3</a:t>
                      </a: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675025"/>
                  </a:ext>
                </a:extLst>
              </a:tr>
              <a:tr h="0">
                <a:tc>
                  <a:txBody>
                    <a:bodyPr/>
                    <a:lstStyle/>
                    <a:p>
                      <a:pPr algn="ctr"/>
                      <a:r>
                        <a:rPr lang="es-CO" sz="1000" dirty="0">
                          <a:latin typeface="Consolas" panose="020B0609020204030204" pitchFamily="49" charset="0"/>
                        </a:rPr>
                        <a:t>4</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7</a:t>
                      </a: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5072141"/>
                  </a:ext>
                </a:extLst>
              </a:tr>
              <a:tr h="0">
                <a:tc>
                  <a:txBody>
                    <a:bodyPr/>
                    <a:lstStyle/>
                    <a:p>
                      <a:pPr algn="ctr"/>
                      <a:r>
                        <a:rPr lang="es-CO" sz="1000" dirty="0">
                          <a:latin typeface="Consolas" panose="020B0609020204030204" pitchFamily="49" charset="0"/>
                        </a:rPr>
                        <a:t>8</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11</a:t>
                      </a: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0467718"/>
                  </a:ext>
                </a:extLst>
              </a:tr>
              <a:tr h="0">
                <a:tc>
                  <a:txBody>
                    <a:bodyPr/>
                    <a:lstStyle/>
                    <a:p>
                      <a:pPr algn="ctr"/>
                      <a:r>
                        <a:rPr lang="es-CO" sz="1000" dirty="0">
                          <a:latin typeface="Consolas" panose="020B0609020204030204" pitchFamily="49" charset="0"/>
                        </a:rPr>
                        <a:t>12</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16</a:t>
                      </a: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8863148"/>
                  </a:ext>
                </a:extLst>
              </a:tr>
              <a:tr h="0">
                <a:tc>
                  <a:txBody>
                    <a:bodyPr/>
                    <a:lstStyle/>
                    <a:p>
                      <a:pPr algn="ctr"/>
                      <a:r>
                        <a:rPr lang="es-CO" sz="1000" dirty="0">
                          <a:latin typeface="Consolas" panose="020B0609020204030204" pitchFamily="49" charset="0"/>
                        </a:rPr>
                        <a:t>16</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s-CO" sz="1000" dirty="0">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s-CO" sz="1000" dirty="0">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4938433"/>
                  </a:ext>
                </a:extLst>
              </a:tr>
            </a:tbl>
          </a:graphicData>
        </a:graphic>
      </p:graphicFrame>
      <p:graphicFrame>
        <p:nvGraphicFramePr>
          <p:cNvPr id="9" name="Tabla 10">
            <a:extLst>
              <a:ext uri="{FF2B5EF4-FFF2-40B4-BE49-F238E27FC236}">
                <a16:creationId xmlns:a16="http://schemas.microsoft.com/office/drawing/2014/main" id="{59E3F224-E88A-4785-9497-344EA0523449}"/>
              </a:ext>
            </a:extLst>
          </p:cNvPr>
          <p:cNvGraphicFramePr>
            <a:graphicFrameLocks noGrp="1"/>
          </p:cNvGraphicFramePr>
          <p:nvPr>
            <p:extLst>
              <p:ext uri="{D42A27DB-BD31-4B8C-83A1-F6EECF244321}">
                <p14:modId xmlns:p14="http://schemas.microsoft.com/office/powerpoint/2010/main" val="3032669077"/>
              </p:ext>
            </p:extLst>
          </p:nvPr>
        </p:nvGraphicFramePr>
        <p:xfrm>
          <a:off x="2952750" y="3029749"/>
          <a:ext cx="7467608" cy="243840"/>
        </p:xfrm>
        <a:graphic>
          <a:graphicData uri="http://schemas.openxmlformats.org/drawingml/2006/table">
            <a:tbl>
              <a:tblPr firstRow="1" bandRow="1">
                <a:tableStyleId>{AD6A3598-7CB8-4345-8D95-17CE05F158A0}</a:tableStyleId>
              </a:tblPr>
              <a:tblGrid>
                <a:gridCol w="393032">
                  <a:extLst>
                    <a:ext uri="{9D8B030D-6E8A-4147-A177-3AD203B41FA5}">
                      <a16:colId xmlns:a16="http://schemas.microsoft.com/office/drawing/2014/main" val="1131296624"/>
                    </a:ext>
                  </a:extLst>
                </a:gridCol>
                <a:gridCol w="393032">
                  <a:extLst>
                    <a:ext uri="{9D8B030D-6E8A-4147-A177-3AD203B41FA5}">
                      <a16:colId xmlns:a16="http://schemas.microsoft.com/office/drawing/2014/main" val="2918588519"/>
                    </a:ext>
                  </a:extLst>
                </a:gridCol>
                <a:gridCol w="393032">
                  <a:extLst>
                    <a:ext uri="{9D8B030D-6E8A-4147-A177-3AD203B41FA5}">
                      <a16:colId xmlns:a16="http://schemas.microsoft.com/office/drawing/2014/main" val="1267993372"/>
                    </a:ext>
                  </a:extLst>
                </a:gridCol>
                <a:gridCol w="393032">
                  <a:extLst>
                    <a:ext uri="{9D8B030D-6E8A-4147-A177-3AD203B41FA5}">
                      <a16:colId xmlns:a16="http://schemas.microsoft.com/office/drawing/2014/main" val="487415307"/>
                    </a:ext>
                  </a:extLst>
                </a:gridCol>
                <a:gridCol w="393032">
                  <a:extLst>
                    <a:ext uri="{9D8B030D-6E8A-4147-A177-3AD203B41FA5}">
                      <a16:colId xmlns:a16="http://schemas.microsoft.com/office/drawing/2014/main" val="609258956"/>
                    </a:ext>
                  </a:extLst>
                </a:gridCol>
                <a:gridCol w="393032">
                  <a:extLst>
                    <a:ext uri="{9D8B030D-6E8A-4147-A177-3AD203B41FA5}">
                      <a16:colId xmlns:a16="http://schemas.microsoft.com/office/drawing/2014/main" val="847826872"/>
                    </a:ext>
                  </a:extLst>
                </a:gridCol>
                <a:gridCol w="393032">
                  <a:extLst>
                    <a:ext uri="{9D8B030D-6E8A-4147-A177-3AD203B41FA5}">
                      <a16:colId xmlns:a16="http://schemas.microsoft.com/office/drawing/2014/main" val="2752834563"/>
                    </a:ext>
                  </a:extLst>
                </a:gridCol>
                <a:gridCol w="393032">
                  <a:extLst>
                    <a:ext uri="{9D8B030D-6E8A-4147-A177-3AD203B41FA5}">
                      <a16:colId xmlns:a16="http://schemas.microsoft.com/office/drawing/2014/main" val="738512945"/>
                    </a:ext>
                  </a:extLst>
                </a:gridCol>
                <a:gridCol w="393032">
                  <a:extLst>
                    <a:ext uri="{9D8B030D-6E8A-4147-A177-3AD203B41FA5}">
                      <a16:colId xmlns:a16="http://schemas.microsoft.com/office/drawing/2014/main" val="2534815488"/>
                    </a:ext>
                  </a:extLst>
                </a:gridCol>
                <a:gridCol w="393032">
                  <a:extLst>
                    <a:ext uri="{9D8B030D-6E8A-4147-A177-3AD203B41FA5}">
                      <a16:colId xmlns:a16="http://schemas.microsoft.com/office/drawing/2014/main" val="523130405"/>
                    </a:ext>
                  </a:extLst>
                </a:gridCol>
                <a:gridCol w="393032">
                  <a:extLst>
                    <a:ext uri="{9D8B030D-6E8A-4147-A177-3AD203B41FA5}">
                      <a16:colId xmlns:a16="http://schemas.microsoft.com/office/drawing/2014/main" val="1426751209"/>
                    </a:ext>
                  </a:extLst>
                </a:gridCol>
                <a:gridCol w="393032">
                  <a:extLst>
                    <a:ext uri="{9D8B030D-6E8A-4147-A177-3AD203B41FA5}">
                      <a16:colId xmlns:a16="http://schemas.microsoft.com/office/drawing/2014/main" val="2310098327"/>
                    </a:ext>
                  </a:extLst>
                </a:gridCol>
                <a:gridCol w="393032">
                  <a:extLst>
                    <a:ext uri="{9D8B030D-6E8A-4147-A177-3AD203B41FA5}">
                      <a16:colId xmlns:a16="http://schemas.microsoft.com/office/drawing/2014/main" val="1104950607"/>
                    </a:ext>
                  </a:extLst>
                </a:gridCol>
                <a:gridCol w="393032">
                  <a:extLst>
                    <a:ext uri="{9D8B030D-6E8A-4147-A177-3AD203B41FA5}">
                      <a16:colId xmlns:a16="http://schemas.microsoft.com/office/drawing/2014/main" val="1181282685"/>
                    </a:ext>
                  </a:extLst>
                </a:gridCol>
                <a:gridCol w="393032">
                  <a:extLst>
                    <a:ext uri="{9D8B030D-6E8A-4147-A177-3AD203B41FA5}">
                      <a16:colId xmlns:a16="http://schemas.microsoft.com/office/drawing/2014/main" val="1852141261"/>
                    </a:ext>
                  </a:extLst>
                </a:gridCol>
                <a:gridCol w="393032">
                  <a:extLst>
                    <a:ext uri="{9D8B030D-6E8A-4147-A177-3AD203B41FA5}">
                      <a16:colId xmlns:a16="http://schemas.microsoft.com/office/drawing/2014/main" val="1238408409"/>
                    </a:ext>
                  </a:extLst>
                </a:gridCol>
                <a:gridCol w="393032">
                  <a:extLst>
                    <a:ext uri="{9D8B030D-6E8A-4147-A177-3AD203B41FA5}">
                      <a16:colId xmlns:a16="http://schemas.microsoft.com/office/drawing/2014/main" val="1957179795"/>
                    </a:ext>
                  </a:extLst>
                </a:gridCol>
                <a:gridCol w="393032">
                  <a:extLst>
                    <a:ext uri="{9D8B030D-6E8A-4147-A177-3AD203B41FA5}">
                      <a16:colId xmlns:a16="http://schemas.microsoft.com/office/drawing/2014/main" val="538766026"/>
                    </a:ext>
                  </a:extLst>
                </a:gridCol>
                <a:gridCol w="393032">
                  <a:extLst>
                    <a:ext uri="{9D8B030D-6E8A-4147-A177-3AD203B41FA5}">
                      <a16:colId xmlns:a16="http://schemas.microsoft.com/office/drawing/2014/main" val="1143456920"/>
                    </a:ext>
                  </a:extLst>
                </a:gridCol>
              </a:tblGrid>
              <a:tr h="135363">
                <a:tc>
                  <a:txBody>
                    <a:bodyPr/>
                    <a:lstStyle/>
                    <a:p>
                      <a:pPr algn="ctr"/>
                      <a:r>
                        <a:rPr lang="es-CO" sz="1000" dirty="0">
                          <a:latin typeface="Consolas" panose="020B0609020204030204" pitchFamily="49" charset="0"/>
                        </a:rPr>
                        <a:t>0</a:t>
                      </a:r>
                    </a:p>
                  </a:txBody>
                  <a:tcPr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r>
                        <a:rPr lang="es-CO" sz="1000" dirty="0">
                          <a:latin typeface="Consolas" panose="020B0609020204030204" pitchFamily="49"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s-CO" sz="1000" dirty="0">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endParaRPr lang="es-CO" sz="1000" dirty="0">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1954532"/>
                  </a:ext>
                </a:extLst>
              </a:tr>
            </a:tbl>
          </a:graphicData>
        </a:graphic>
      </p:graphicFrame>
    </p:spTree>
    <p:extLst>
      <p:ext uri="{BB962C8B-B14F-4D97-AF65-F5344CB8AC3E}">
        <p14:creationId xmlns:p14="http://schemas.microsoft.com/office/powerpoint/2010/main" val="40150885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234587"/>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Archivos de paginas de registros</a:t>
            </a:r>
            <a:endParaRPr dirty="0"/>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927063" y="958885"/>
            <a:ext cx="10534921" cy="192189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200" b="1" dirty="0"/>
              <a:t>Overview</a:t>
            </a:r>
          </a:p>
          <a:p>
            <a:r>
              <a:rPr lang="es-MX" sz="2000" dirty="0"/>
              <a:t>Las tablas se almacenan como archivos lógicos (</a:t>
            </a:r>
            <a:r>
              <a:rPr lang="es-MX" sz="2000" b="1" dirty="0"/>
              <a:t>Files</a:t>
            </a:r>
            <a:r>
              <a:rPr lang="es-MX" sz="2000" dirty="0"/>
              <a:t>)</a:t>
            </a:r>
          </a:p>
          <a:p>
            <a:r>
              <a:rPr lang="es-MX" sz="2000" dirty="0"/>
              <a:t>Los archivos Consisten en páginas (</a:t>
            </a:r>
            <a:r>
              <a:rPr lang="es-MX" sz="2000" b="1" dirty="0"/>
              <a:t>pages</a:t>
            </a:r>
            <a:r>
              <a:rPr lang="es-MX" sz="2000" dirty="0"/>
              <a:t>)</a:t>
            </a:r>
          </a:p>
          <a:p>
            <a:r>
              <a:rPr lang="es-MX" sz="2000" dirty="0"/>
              <a:t>Las páginas contienen una colección de registros (</a:t>
            </a:r>
            <a:r>
              <a:rPr lang="es-MX" sz="2000" b="1" dirty="0"/>
              <a:t>records</a:t>
            </a:r>
            <a:r>
              <a:rPr lang="es-MX" sz="2000" dirty="0"/>
              <a:t>)</a:t>
            </a:r>
          </a:p>
        </p:txBody>
      </p:sp>
      <p:grpSp>
        <p:nvGrpSpPr>
          <p:cNvPr id="248" name="Grupo 247">
            <a:extLst>
              <a:ext uri="{FF2B5EF4-FFF2-40B4-BE49-F238E27FC236}">
                <a16:creationId xmlns:a16="http://schemas.microsoft.com/office/drawing/2014/main" id="{DF8B8659-2854-4E1A-B181-112943228442}"/>
              </a:ext>
            </a:extLst>
          </p:cNvPr>
          <p:cNvGrpSpPr/>
          <p:nvPr/>
        </p:nvGrpSpPr>
        <p:grpSpPr>
          <a:xfrm>
            <a:off x="1442058" y="2880777"/>
            <a:ext cx="2965516" cy="3053727"/>
            <a:chOff x="8693084" y="1737190"/>
            <a:chExt cx="2965516" cy="3053727"/>
          </a:xfrm>
        </p:grpSpPr>
        <p:sp>
          <p:nvSpPr>
            <p:cNvPr id="249" name="Rectángulo: esquina doblada 248">
              <a:extLst>
                <a:ext uri="{FF2B5EF4-FFF2-40B4-BE49-F238E27FC236}">
                  <a16:creationId xmlns:a16="http://schemas.microsoft.com/office/drawing/2014/main" id="{1746D01B-38CF-42C1-A761-0F16E6087E20}"/>
                </a:ext>
              </a:extLst>
            </p:cNvPr>
            <p:cNvSpPr/>
            <p:nvPr/>
          </p:nvSpPr>
          <p:spPr>
            <a:xfrm flipV="1">
              <a:off x="8788334" y="2067083"/>
              <a:ext cx="2870266" cy="2723834"/>
            </a:xfrm>
            <a:prstGeom prst="foldedCorner">
              <a:avLst>
                <a:gd name="adj" fmla="val 10553"/>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0" name="CuadroTexto 249">
              <a:extLst>
                <a:ext uri="{FF2B5EF4-FFF2-40B4-BE49-F238E27FC236}">
                  <a16:creationId xmlns:a16="http://schemas.microsoft.com/office/drawing/2014/main" id="{1F67EFD0-25C5-4653-A58F-8548ACBB971A}"/>
                </a:ext>
              </a:extLst>
            </p:cNvPr>
            <p:cNvSpPr txBox="1"/>
            <p:nvPr/>
          </p:nvSpPr>
          <p:spPr>
            <a:xfrm>
              <a:off x="8693084" y="1737190"/>
              <a:ext cx="804797" cy="338554"/>
            </a:xfrm>
            <a:prstGeom prst="rect">
              <a:avLst/>
            </a:prstGeom>
            <a:noFill/>
          </p:spPr>
          <p:txBody>
            <a:bodyPr wrap="square" rtlCol="0">
              <a:spAutoFit/>
            </a:bodyPr>
            <a:lstStyle/>
            <a:p>
              <a:r>
                <a:rPr lang="es-CO" sz="1600" b="1" dirty="0">
                  <a:latin typeface="Roboto" panose="02000000000000000000" pitchFamily="2" charset="0"/>
                  <a:ea typeface="Roboto" panose="02000000000000000000" pitchFamily="2" charset="0"/>
                </a:rPr>
                <a:t>File</a:t>
              </a:r>
            </a:p>
          </p:txBody>
        </p:sp>
        <p:pic>
          <p:nvPicPr>
            <p:cNvPr id="251" name="Imagen 250">
              <a:extLst>
                <a:ext uri="{FF2B5EF4-FFF2-40B4-BE49-F238E27FC236}">
                  <a16:creationId xmlns:a16="http://schemas.microsoft.com/office/drawing/2014/main" id="{3BA0A1B3-BFB8-40E3-9C71-C57271CCA0AF}"/>
                </a:ext>
              </a:extLst>
            </p:cNvPr>
            <p:cNvPicPr>
              <a:picLocks noChangeAspect="1"/>
            </p:cNvPicPr>
            <p:nvPr/>
          </p:nvPicPr>
          <p:blipFill>
            <a:blip r:embed="rId3"/>
            <a:stretch>
              <a:fillRect/>
            </a:stretch>
          </p:blipFill>
          <p:spPr>
            <a:xfrm>
              <a:off x="9059731" y="2317314"/>
              <a:ext cx="1066800" cy="655320"/>
            </a:xfrm>
            <a:prstGeom prst="rect">
              <a:avLst/>
            </a:prstGeom>
          </p:spPr>
        </p:pic>
        <p:pic>
          <p:nvPicPr>
            <p:cNvPr id="252" name="Imagen 251">
              <a:extLst>
                <a:ext uri="{FF2B5EF4-FFF2-40B4-BE49-F238E27FC236}">
                  <a16:creationId xmlns:a16="http://schemas.microsoft.com/office/drawing/2014/main" id="{F232976F-3B90-4FC2-A3F9-15870CB6DB76}"/>
                </a:ext>
              </a:extLst>
            </p:cNvPr>
            <p:cNvPicPr>
              <a:picLocks noChangeAspect="1"/>
            </p:cNvPicPr>
            <p:nvPr/>
          </p:nvPicPr>
          <p:blipFill>
            <a:blip r:embed="rId3"/>
            <a:stretch>
              <a:fillRect/>
            </a:stretch>
          </p:blipFill>
          <p:spPr>
            <a:xfrm>
              <a:off x="10251429" y="2317314"/>
              <a:ext cx="1066800" cy="655320"/>
            </a:xfrm>
            <a:prstGeom prst="rect">
              <a:avLst/>
            </a:prstGeom>
          </p:spPr>
        </p:pic>
        <p:pic>
          <p:nvPicPr>
            <p:cNvPr id="253" name="Imagen 252">
              <a:extLst>
                <a:ext uri="{FF2B5EF4-FFF2-40B4-BE49-F238E27FC236}">
                  <a16:creationId xmlns:a16="http://schemas.microsoft.com/office/drawing/2014/main" id="{D001E66A-9E0C-4252-BFEB-FB47822E02AE}"/>
                </a:ext>
              </a:extLst>
            </p:cNvPr>
            <p:cNvPicPr>
              <a:picLocks noChangeAspect="1"/>
            </p:cNvPicPr>
            <p:nvPr/>
          </p:nvPicPr>
          <p:blipFill>
            <a:blip r:embed="rId3"/>
            <a:stretch>
              <a:fillRect/>
            </a:stretch>
          </p:blipFill>
          <p:spPr>
            <a:xfrm>
              <a:off x="9059731" y="3171350"/>
              <a:ext cx="1066800" cy="655320"/>
            </a:xfrm>
            <a:prstGeom prst="rect">
              <a:avLst/>
            </a:prstGeom>
          </p:spPr>
        </p:pic>
        <p:pic>
          <p:nvPicPr>
            <p:cNvPr id="254" name="Imagen 253">
              <a:extLst>
                <a:ext uri="{FF2B5EF4-FFF2-40B4-BE49-F238E27FC236}">
                  <a16:creationId xmlns:a16="http://schemas.microsoft.com/office/drawing/2014/main" id="{C5DD999A-80DD-4311-9878-A85B23A68065}"/>
                </a:ext>
              </a:extLst>
            </p:cNvPr>
            <p:cNvPicPr>
              <a:picLocks noChangeAspect="1"/>
            </p:cNvPicPr>
            <p:nvPr/>
          </p:nvPicPr>
          <p:blipFill>
            <a:blip r:embed="rId3"/>
            <a:stretch>
              <a:fillRect/>
            </a:stretch>
          </p:blipFill>
          <p:spPr>
            <a:xfrm>
              <a:off x="10251429" y="3171350"/>
              <a:ext cx="1066800" cy="655320"/>
            </a:xfrm>
            <a:prstGeom prst="rect">
              <a:avLst/>
            </a:prstGeom>
          </p:spPr>
        </p:pic>
        <p:pic>
          <p:nvPicPr>
            <p:cNvPr id="255" name="Imagen 254">
              <a:extLst>
                <a:ext uri="{FF2B5EF4-FFF2-40B4-BE49-F238E27FC236}">
                  <a16:creationId xmlns:a16="http://schemas.microsoft.com/office/drawing/2014/main" id="{E310B9E6-ADEE-4AF7-BBD1-DC5F5F0889CC}"/>
                </a:ext>
              </a:extLst>
            </p:cNvPr>
            <p:cNvPicPr>
              <a:picLocks noChangeAspect="1"/>
            </p:cNvPicPr>
            <p:nvPr/>
          </p:nvPicPr>
          <p:blipFill>
            <a:blip r:embed="rId3"/>
            <a:stretch>
              <a:fillRect/>
            </a:stretch>
          </p:blipFill>
          <p:spPr>
            <a:xfrm>
              <a:off x="9059731" y="3938689"/>
              <a:ext cx="1066800" cy="655320"/>
            </a:xfrm>
            <a:prstGeom prst="rect">
              <a:avLst/>
            </a:prstGeom>
          </p:spPr>
        </p:pic>
        <p:pic>
          <p:nvPicPr>
            <p:cNvPr id="256" name="Imagen 255">
              <a:extLst>
                <a:ext uri="{FF2B5EF4-FFF2-40B4-BE49-F238E27FC236}">
                  <a16:creationId xmlns:a16="http://schemas.microsoft.com/office/drawing/2014/main" id="{EF07DE02-2FAA-4476-9AD1-727E0C74D1C2}"/>
                </a:ext>
              </a:extLst>
            </p:cNvPr>
            <p:cNvPicPr>
              <a:picLocks noChangeAspect="1"/>
            </p:cNvPicPr>
            <p:nvPr/>
          </p:nvPicPr>
          <p:blipFill>
            <a:blip r:embed="rId3"/>
            <a:stretch>
              <a:fillRect/>
            </a:stretch>
          </p:blipFill>
          <p:spPr>
            <a:xfrm>
              <a:off x="10251429" y="3938689"/>
              <a:ext cx="1066800" cy="655320"/>
            </a:xfrm>
            <a:prstGeom prst="rect">
              <a:avLst/>
            </a:prstGeom>
          </p:spPr>
        </p:pic>
      </p:grpSp>
      <p:grpSp>
        <p:nvGrpSpPr>
          <p:cNvPr id="13" name="Grupo 12">
            <a:extLst>
              <a:ext uri="{FF2B5EF4-FFF2-40B4-BE49-F238E27FC236}">
                <a16:creationId xmlns:a16="http://schemas.microsoft.com/office/drawing/2014/main" id="{AF8E739B-5436-430C-9A63-2606EFE0BC96}"/>
              </a:ext>
            </a:extLst>
          </p:cNvPr>
          <p:cNvGrpSpPr/>
          <p:nvPr/>
        </p:nvGrpSpPr>
        <p:grpSpPr>
          <a:xfrm>
            <a:off x="5212079" y="2943371"/>
            <a:ext cx="2597504" cy="1837522"/>
            <a:chOff x="5235941" y="2926217"/>
            <a:chExt cx="2597504" cy="1837522"/>
          </a:xfrm>
        </p:grpSpPr>
        <p:sp>
          <p:nvSpPr>
            <p:cNvPr id="257" name="TextBox 139">
              <a:extLst>
                <a:ext uri="{FF2B5EF4-FFF2-40B4-BE49-F238E27FC236}">
                  <a16:creationId xmlns:a16="http://schemas.microsoft.com/office/drawing/2014/main" id="{B2CB6AAB-53F3-4A19-B33F-BD6FCB4B3B7F}"/>
                </a:ext>
              </a:extLst>
            </p:cNvPr>
            <p:cNvSpPr txBox="1">
              <a:spLocks noChangeArrowheads="1"/>
            </p:cNvSpPr>
            <p:nvPr/>
          </p:nvSpPr>
          <p:spPr bwMode="auto">
            <a:xfrm>
              <a:off x="5327179" y="2926217"/>
              <a:ext cx="25062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entury Gothic" charset="0"/>
                  <a:ea typeface="Osaka" charset="-128"/>
                </a:defRPr>
              </a:lvl1pPr>
              <a:lvl2pPr marL="742950" indent="-285750">
                <a:spcBef>
                  <a:spcPct val="20000"/>
                </a:spcBef>
                <a:buChar char="–"/>
                <a:defRPr sz="2800">
                  <a:solidFill>
                    <a:schemeClr val="tx1"/>
                  </a:solidFill>
                  <a:latin typeface="Century Gothic" charset="0"/>
                  <a:ea typeface="Osaka" charset="-128"/>
                </a:defRPr>
              </a:lvl2pPr>
              <a:lvl3pPr marL="1143000" indent="-228600">
                <a:spcBef>
                  <a:spcPct val="20000"/>
                </a:spcBef>
                <a:buChar char="•"/>
                <a:defRPr sz="2400">
                  <a:solidFill>
                    <a:schemeClr val="tx1"/>
                  </a:solidFill>
                  <a:latin typeface="Century Gothic" charset="0"/>
                  <a:ea typeface="Osaka" charset="-128"/>
                </a:defRPr>
              </a:lvl3pPr>
              <a:lvl4pPr marL="1600200" indent="-228600">
                <a:spcBef>
                  <a:spcPct val="20000"/>
                </a:spcBef>
                <a:buChar char="–"/>
                <a:defRPr sz="2000">
                  <a:solidFill>
                    <a:schemeClr val="tx1"/>
                  </a:solidFill>
                  <a:latin typeface="Century Gothic" charset="0"/>
                  <a:ea typeface="Osaka" charset="-128"/>
                </a:defRPr>
              </a:lvl4pPr>
              <a:lvl5pPr marL="2057400" indent="-228600">
                <a:spcBef>
                  <a:spcPct val="20000"/>
                </a:spcBef>
                <a:buChar char="»"/>
                <a:defRPr sz="2000">
                  <a:solidFill>
                    <a:schemeClr val="tx1"/>
                  </a:solidFill>
                  <a:latin typeface="Century Gothic" charset="0"/>
                  <a:ea typeface="Osaka" charset="-128"/>
                </a:defRPr>
              </a:lvl5pPr>
              <a:lvl6pPr marL="2514600" indent="-228600" eaLnBrk="0" fontAlgn="base" hangingPunct="0">
                <a:spcBef>
                  <a:spcPct val="20000"/>
                </a:spcBef>
                <a:spcAft>
                  <a:spcPct val="0"/>
                </a:spcAft>
                <a:buChar char="»"/>
                <a:defRPr sz="2000">
                  <a:solidFill>
                    <a:schemeClr val="tx1"/>
                  </a:solidFill>
                  <a:latin typeface="Century Gothic" charset="0"/>
                  <a:ea typeface="Osaka" charset="-128"/>
                </a:defRPr>
              </a:lvl6pPr>
              <a:lvl7pPr marL="2971800" indent="-228600" eaLnBrk="0" fontAlgn="base" hangingPunct="0">
                <a:spcBef>
                  <a:spcPct val="20000"/>
                </a:spcBef>
                <a:spcAft>
                  <a:spcPct val="0"/>
                </a:spcAft>
                <a:buChar char="»"/>
                <a:defRPr sz="2000">
                  <a:solidFill>
                    <a:schemeClr val="tx1"/>
                  </a:solidFill>
                  <a:latin typeface="Century Gothic" charset="0"/>
                  <a:ea typeface="Osaka" charset="-128"/>
                </a:defRPr>
              </a:lvl7pPr>
              <a:lvl8pPr marL="3429000" indent="-228600" eaLnBrk="0" fontAlgn="base" hangingPunct="0">
                <a:spcBef>
                  <a:spcPct val="20000"/>
                </a:spcBef>
                <a:spcAft>
                  <a:spcPct val="0"/>
                </a:spcAft>
                <a:buChar char="»"/>
                <a:defRPr sz="2000">
                  <a:solidFill>
                    <a:schemeClr val="tx1"/>
                  </a:solidFill>
                  <a:latin typeface="Century Gothic" charset="0"/>
                  <a:ea typeface="Osaka" charset="-128"/>
                </a:defRPr>
              </a:lvl8pPr>
              <a:lvl9pPr marL="3886200" indent="-228600" eaLnBrk="0" fontAlgn="base" hangingPunct="0">
                <a:spcBef>
                  <a:spcPct val="20000"/>
                </a:spcBef>
                <a:spcAft>
                  <a:spcPct val="0"/>
                </a:spcAft>
                <a:buChar char="»"/>
                <a:defRPr sz="2000">
                  <a:solidFill>
                    <a:schemeClr val="tx1"/>
                  </a:solidFill>
                  <a:latin typeface="Century Gothic" charset="0"/>
                  <a:ea typeface="Osaka" charset="-128"/>
                </a:defRPr>
              </a:lvl9pPr>
            </a:lstStyle>
            <a:p>
              <a:pPr algn="ctr" defTabSz="685800">
                <a:spcBef>
                  <a:spcPct val="0"/>
                </a:spcBef>
                <a:buNone/>
                <a:defRPr/>
              </a:pPr>
              <a:r>
                <a:rPr lang="en-US" altLang="en-US" sz="1600" b="1" kern="0" dirty="0">
                  <a:latin typeface="Roboto" panose="02000000000000000000" pitchFamily="2" charset="0"/>
                  <a:ea typeface="Roboto" panose="02000000000000000000" pitchFamily="2" charset="0"/>
                  <a:cs typeface="Helvetica Neue" charset="0"/>
                </a:rPr>
                <a:t>Page</a:t>
              </a:r>
            </a:p>
          </p:txBody>
        </p:sp>
        <p:sp>
          <p:nvSpPr>
            <p:cNvPr id="258" name="Folded Corner 166">
              <a:extLst>
                <a:ext uri="{FF2B5EF4-FFF2-40B4-BE49-F238E27FC236}">
                  <a16:creationId xmlns:a16="http://schemas.microsoft.com/office/drawing/2014/main" id="{030A8E58-DDA9-4606-8AB7-2AE7AA137A01}"/>
                </a:ext>
              </a:extLst>
            </p:cNvPr>
            <p:cNvSpPr/>
            <p:nvPr/>
          </p:nvSpPr>
          <p:spPr bwMode="auto">
            <a:xfrm>
              <a:off x="5235941" y="3215926"/>
              <a:ext cx="2567297" cy="1547813"/>
            </a:xfrm>
            <a:prstGeom prst="foldedCorner">
              <a:avLst>
                <a:gd name="adj" fmla="val 10513"/>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259" name="Rectangle 168">
              <a:extLst>
                <a:ext uri="{FF2B5EF4-FFF2-40B4-BE49-F238E27FC236}">
                  <a16:creationId xmlns:a16="http://schemas.microsoft.com/office/drawing/2014/main" id="{D446FEF1-46ED-466E-A2F7-77276EE766AF}"/>
                </a:ext>
              </a:extLst>
            </p:cNvPr>
            <p:cNvSpPr/>
            <p:nvPr/>
          </p:nvSpPr>
          <p:spPr bwMode="auto">
            <a:xfrm>
              <a:off x="5327179" y="3280488"/>
              <a:ext cx="1744266" cy="378619"/>
            </a:xfrm>
            <a:prstGeom prst="rect">
              <a:avLst/>
            </a:prstGeom>
            <a:solidFill>
              <a:srgbClr val="2980B9"/>
            </a:solidFill>
            <a:ln w="25400"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900" kern="0" dirty="0">
                  <a:solidFill>
                    <a:srgbClr val="000000"/>
                  </a:solidFill>
                  <a:latin typeface="Roboto" panose="02000000000000000000" pitchFamily="2" charset="0"/>
                  <a:ea typeface="Roboto" panose="02000000000000000000" pitchFamily="2" charset="0"/>
                  <a:cs typeface="Helvetica Neue" charset="0"/>
                </a:rPr>
                <a:t>Page</a:t>
              </a:r>
              <a:br>
                <a:rPr lang="en-US" sz="900" kern="0" dirty="0">
                  <a:solidFill>
                    <a:srgbClr val="000000"/>
                  </a:solidFill>
                  <a:latin typeface="Roboto" panose="02000000000000000000" pitchFamily="2" charset="0"/>
                  <a:ea typeface="Roboto" panose="02000000000000000000" pitchFamily="2" charset="0"/>
                  <a:cs typeface="Helvetica Neue" charset="0"/>
                </a:rPr>
              </a:br>
              <a:r>
                <a:rPr lang="en-US" sz="900" kern="0" dirty="0">
                  <a:solidFill>
                    <a:srgbClr val="000000"/>
                  </a:solidFill>
                  <a:latin typeface="Roboto" panose="02000000000000000000" pitchFamily="2" charset="0"/>
                  <a:ea typeface="Roboto" panose="02000000000000000000" pitchFamily="2" charset="0"/>
                  <a:cs typeface="Helvetica Neue" charset="0"/>
                </a:rPr>
                <a:t>Header</a:t>
              </a:r>
            </a:p>
          </p:txBody>
        </p:sp>
        <p:grpSp>
          <p:nvGrpSpPr>
            <p:cNvPr id="260" name="Group 169">
              <a:extLst>
                <a:ext uri="{FF2B5EF4-FFF2-40B4-BE49-F238E27FC236}">
                  <a16:creationId xmlns:a16="http://schemas.microsoft.com/office/drawing/2014/main" id="{2B42DB80-DF20-41FF-B2E3-BDBD6C942D98}"/>
                </a:ext>
              </a:extLst>
            </p:cNvPr>
            <p:cNvGrpSpPr>
              <a:grpSpLocks/>
            </p:cNvGrpSpPr>
            <p:nvPr/>
          </p:nvGrpSpPr>
          <p:grpSpPr bwMode="auto">
            <a:xfrm>
              <a:off x="5970737" y="3335556"/>
              <a:ext cx="1016227" cy="274390"/>
              <a:chOff x="1247675" y="4823303"/>
              <a:chExt cx="1355362" cy="365970"/>
            </a:xfrm>
          </p:grpSpPr>
          <p:grpSp>
            <p:nvGrpSpPr>
              <p:cNvPr id="261" name="Group 6">
                <a:extLst>
                  <a:ext uri="{FF2B5EF4-FFF2-40B4-BE49-F238E27FC236}">
                    <a16:creationId xmlns:a16="http://schemas.microsoft.com/office/drawing/2014/main" id="{E0946712-C933-485C-AC68-285A176EACD8}"/>
                  </a:ext>
                </a:extLst>
              </p:cNvPr>
              <p:cNvGrpSpPr>
                <a:grpSpLocks/>
              </p:cNvGrpSpPr>
              <p:nvPr/>
            </p:nvGrpSpPr>
            <p:grpSpPr bwMode="auto">
              <a:xfrm>
                <a:off x="1247675" y="4823303"/>
                <a:ext cx="211059" cy="365970"/>
                <a:chOff x="5790463" y="2643797"/>
                <a:chExt cx="211059" cy="365970"/>
              </a:xfrm>
            </p:grpSpPr>
            <p:sp>
              <p:nvSpPr>
                <p:cNvPr id="274" name="Rectangle 234">
                  <a:extLst>
                    <a:ext uri="{FF2B5EF4-FFF2-40B4-BE49-F238E27FC236}">
                      <a16:creationId xmlns:a16="http://schemas.microsoft.com/office/drawing/2014/main" id="{900E7551-E730-4166-8B79-289E2725FF49}"/>
                    </a:ext>
                  </a:extLst>
                </p:cNvPr>
                <p:cNvSpPr/>
                <p:nvPr/>
              </p:nvSpPr>
              <p:spPr bwMode="auto">
                <a:xfrm>
                  <a:off x="5791223" y="2643399"/>
                  <a:ext cx="222314"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75" name="Oval 235">
                  <a:extLst>
                    <a:ext uri="{FF2B5EF4-FFF2-40B4-BE49-F238E27FC236}">
                      <a16:creationId xmlns:a16="http://schemas.microsoft.com/office/drawing/2014/main" id="{FDA2957A-188A-4F12-B2A1-646688229CA0}"/>
                    </a:ext>
                  </a:extLst>
                </p:cNvPr>
                <p:cNvSpPr/>
                <p:nvPr/>
              </p:nvSpPr>
              <p:spPr bwMode="auto">
                <a:xfrm>
                  <a:off x="5870621" y="2787907"/>
                  <a:ext cx="74634"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262" name="Group 149">
                <a:extLst>
                  <a:ext uri="{FF2B5EF4-FFF2-40B4-BE49-F238E27FC236}">
                    <a16:creationId xmlns:a16="http://schemas.microsoft.com/office/drawing/2014/main" id="{C27C8048-CD61-4300-88A6-6B4AF1B315F4}"/>
                  </a:ext>
                </a:extLst>
              </p:cNvPr>
              <p:cNvGrpSpPr>
                <a:grpSpLocks/>
              </p:cNvGrpSpPr>
              <p:nvPr/>
            </p:nvGrpSpPr>
            <p:grpSpPr bwMode="auto">
              <a:xfrm>
                <a:off x="1533751" y="4823303"/>
                <a:ext cx="211059" cy="365970"/>
                <a:chOff x="5790463" y="2643797"/>
                <a:chExt cx="211059" cy="365970"/>
              </a:xfrm>
            </p:grpSpPr>
            <p:sp>
              <p:nvSpPr>
                <p:cNvPr id="272" name="Rectangle 232">
                  <a:extLst>
                    <a:ext uri="{FF2B5EF4-FFF2-40B4-BE49-F238E27FC236}">
                      <a16:creationId xmlns:a16="http://schemas.microsoft.com/office/drawing/2014/main" id="{C407658E-6245-4F99-91CC-58D1A63C5552}"/>
                    </a:ext>
                  </a:extLst>
                </p:cNvPr>
                <p:cNvSpPr/>
                <p:nvPr/>
              </p:nvSpPr>
              <p:spPr bwMode="auto">
                <a:xfrm>
                  <a:off x="5790980"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73" name="Oval 233">
                  <a:extLst>
                    <a:ext uri="{FF2B5EF4-FFF2-40B4-BE49-F238E27FC236}">
                      <a16:creationId xmlns:a16="http://schemas.microsoft.com/office/drawing/2014/main" id="{A91484F7-2BB0-4377-94ED-819C6322BB69}"/>
                    </a:ext>
                  </a:extLst>
                </p:cNvPr>
                <p:cNvSpPr/>
                <p:nvPr/>
              </p:nvSpPr>
              <p:spPr bwMode="auto">
                <a:xfrm>
                  <a:off x="5859262" y="2787907"/>
                  <a:ext cx="74635"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263" name="Group 165">
                <a:extLst>
                  <a:ext uri="{FF2B5EF4-FFF2-40B4-BE49-F238E27FC236}">
                    <a16:creationId xmlns:a16="http://schemas.microsoft.com/office/drawing/2014/main" id="{018492C9-106C-4401-A499-7ACBBABEF117}"/>
                  </a:ext>
                </a:extLst>
              </p:cNvPr>
              <p:cNvGrpSpPr>
                <a:grpSpLocks/>
              </p:cNvGrpSpPr>
              <p:nvPr/>
            </p:nvGrpSpPr>
            <p:grpSpPr bwMode="auto">
              <a:xfrm>
                <a:off x="1819827" y="4823303"/>
                <a:ext cx="211059" cy="365970"/>
                <a:chOff x="5790463" y="2643797"/>
                <a:chExt cx="211059" cy="365970"/>
              </a:xfrm>
            </p:grpSpPr>
            <p:sp>
              <p:nvSpPr>
                <p:cNvPr id="270" name="Rectangle 230">
                  <a:extLst>
                    <a:ext uri="{FF2B5EF4-FFF2-40B4-BE49-F238E27FC236}">
                      <a16:creationId xmlns:a16="http://schemas.microsoft.com/office/drawing/2014/main" id="{594431CA-CE55-479C-AD44-AF94365836F3}"/>
                    </a:ext>
                  </a:extLst>
                </p:cNvPr>
                <p:cNvSpPr/>
                <p:nvPr/>
              </p:nvSpPr>
              <p:spPr bwMode="auto">
                <a:xfrm>
                  <a:off x="5790737"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71" name="Oval 231">
                  <a:extLst>
                    <a:ext uri="{FF2B5EF4-FFF2-40B4-BE49-F238E27FC236}">
                      <a16:creationId xmlns:a16="http://schemas.microsoft.com/office/drawing/2014/main" id="{AB2F777E-6EA0-4041-B160-926286079282}"/>
                    </a:ext>
                  </a:extLst>
                </p:cNvPr>
                <p:cNvSpPr/>
                <p:nvPr/>
              </p:nvSpPr>
              <p:spPr bwMode="auto">
                <a:xfrm>
                  <a:off x="5859019" y="2787907"/>
                  <a:ext cx="74635" cy="77813"/>
                </a:xfrm>
                <a:prstGeom prst="ellipse">
                  <a:avLst/>
                </a:prstGeom>
                <a:solidFill>
                  <a:sysClr val="window" lastClr="FFFFFF"/>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264" name="Group 172">
                <a:extLst>
                  <a:ext uri="{FF2B5EF4-FFF2-40B4-BE49-F238E27FC236}">
                    <a16:creationId xmlns:a16="http://schemas.microsoft.com/office/drawing/2014/main" id="{F07D10B2-F759-459F-BA5F-D90EC54C690E}"/>
                  </a:ext>
                </a:extLst>
              </p:cNvPr>
              <p:cNvGrpSpPr>
                <a:grpSpLocks/>
              </p:cNvGrpSpPr>
              <p:nvPr/>
            </p:nvGrpSpPr>
            <p:grpSpPr bwMode="auto">
              <a:xfrm>
                <a:off x="2105903" y="4823303"/>
                <a:ext cx="211059" cy="365970"/>
                <a:chOff x="5790463" y="2643797"/>
                <a:chExt cx="211059" cy="365970"/>
              </a:xfrm>
            </p:grpSpPr>
            <p:sp>
              <p:nvSpPr>
                <p:cNvPr id="268" name="Rectangle 228">
                  <a:extLst>
                    <a:ext uri="{FF2B5EF4-FFF2-40B4-BE49-F238E27FC236}">
                      <a16:creationId xmlns:a16="http://schemas.microsoft.com/office/drawing/2014/main" id="{8497A27E-5C28-4071-83E8-59E4CC9B3A2A}"/>
                    </a:ext>
                  </a:extLst>
                </p:cNvPr>
                <p:cNvSpPr/>
                <p:nvPr/>
              </p:nvSpPr>
              <p:spPr bwMode="auto">
                <a:xfrm>
                  <a:off x="5790494"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69" name="Oval 229">
                  <a:extLst>
                    <a:ext uri="{FF2B5EF4-FFF2-40B4-BE49-F238E27FC236}">
                      <a16:creationId xmlns:a16="http://schemas.microsoft.com/office/drawing/2014/main" id="{2BAB6F7C-49BB-4EDF-8F63-1C4471F3F428}"/>
                    </a:ext>
                  </a:extLst>
                </p:cNvPr>
                <p:cNvSpPr/>
                <p:nvPr/>
              </p:nvSpPr>
              <p:spPr bwMode="auto">
                <a:xfrm>
                  <a:off x="5858776" y="2787907"/>
                  <a:ext cx="74635" cy="77813"/>
                </a:xfrm>
                <a:prstGeom prst="ellipse">
                  <a:avLst/>
                </a:prstGeom>
                <a:solidFill>
                  <a:sysClr val="window" lastClr="FFFFFF"/>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265" name="Group 190">
                <a:extLst>
                  <a:ext uri="{FF2B5EF4-FFF2-40B4-BE49-F238E27FC236}">
                    <a16:creationId xmlns:a16="http://schemas.microsoft.com/office/drawing/2014/main" id="{2C62013F-13A7-4061-B2DC-7EE86BE62F73}"/>
                  </a:ext>
                </a:extLst>
              </p:cNvPr>
              <p:cNvGrpSpPr>
                <a:grpSpLocks/>
              </p:cNvGrpSpPr>
              <p:nvPr/>
            </p:nvGrpSpPr>
            <p:grpSpPr bwMode="auto">
              <a:xfrm>
                <a:off x="2391978" y="4823303"/>
                <a:ext cx="211059" cy="365970"/>
                <a:chOff x="5790463" y="2643797"/>
                <a:chExt cx="211059" cy="365970"/>
              </a:xfrm>
            </p:grpSpPr>
            <p:sp>
              <p:nvSpPr>
                <p:cNvPr id="266" name="Rectangle 226">
                  <a:extLst>
                    <a:ext uri="{FF2B5EF4-FFF2-40B4-BE49-F238E27FC236}">
                      <a16:creationId xmlns:a16="http://schemas.microsoft.com/office/drawing/2014/main" id="{C9EA82C4-A71A-47A3-B131-B3002AEEE3CB}"/>
                    </a:ext>
                  </a:extLst>
                </p:cNvPr>
                <p:cNvSpPr/>
                <p:nvPr/>
              </p:nvSpPr>
              <p:spPr bwMode="auto">
                <a:xfrm>
                  <a:off x="5790252"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67" name="Oval 227">
                  <a:extLst>
                    <a:ext uri="{FF2B5EF4-FFF2-40B4-BE49-F238E27FC236}">
                      <a16:creationId xmlns:a16="http://schemas.microsoft.com/office/drawing/2014/main" id="{4C6A195F-BDCD-431F-8643-A44DC6BCC97E}"/>
                    </a:ext>
                  </a:extLst>
                </p:cNvPr>
                <p:cNvSpPr/>
                <p:nvPr/>
              </p:nvSpPr>
              <p:spPr bwMode="auto">
                <a:xfrm>
                  <a:off x="5858534" y="2787907"/>
                  <a:ext cx="74635"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grpSp>
          <p:nvGrpSpPr>
            <p:cNvPr id="276" name="Group 225">
              <a:extLst>
                <a:ext uri="{FF2B5EF4-FFF2-40B4-BE49-F238E27FC236}">
                  <a16:creationId xmlns:a16="http://schemas.microsoft.com/office/drawing/2014/main" id="{53228F7C-50EA-4E0D-B622-2A7B9E9C19D3}"/>
                </a:ext>
              </a:extLst>
            </p:cNvPr>
            <p:cNvGrpSpPr>
              <a:grpSpLocks/>
            </p:cNvGrpSpPr>
            <p:nvPr/>
          </p:nvGrpSpPr>
          <p:grpSpPr bwMode="auto">
            <a:xfrm>
              <a:off x="6416126" y="3928697"/>
              <a:ext cx="1323839" cy="192769"/>
              <a:chOff x="5388934" y="2903927"/>
              <a:chExt cx="3337100" cy="541672"/>
            </a:xfrm>
          </p:grpSpPr>
          <p:sp>
            <p:nvSpPr>
              <p:cNvPr id="277" name="Rectangle 207">
                <a:extLst>
                  <a:ext uri="{FF2B5EF4-FFF2-40B4-BE49-F238E27FC236}">
                    <a16:creationId xmlns:a16="http://schemas.microsoft.com/office/drawing/2014/main" id="{A03B1FB9-EC84-4713-BB0F-634046E80A8B}"/>
                  </a:ext>
                </a:extLst>
              </p:cNvPr>
              <p:cNvSpPr/>
              <p:nvPr/>
            </p:nvSpPr>
            <p:spPr bwMode="auto">
              <a:xfrm>
                <a:off x="5390131" y="2902498"/>
                <a:ext cx="789340" cy="505185"/>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78" name="Rectangle 208">
                <a:extLst>
                  <a:ext uri="{FF2B5EF4-FFF2-40B4-BE49-F238E27FC236}">
                    <a16:creationId xmlns:a16="http://schemas.microsoft.com/office/drawing/2014/main" id="{72FC46F1-B584-4DA3-87E0-856E1CC58214}"/>
                  </a:ext>
                </a:extLst>
              </p:cNvPr>
              <p:cNvSpPr/>
              <p:nvPr/>
            </p:nvSpPr>
            <p:spPr bwMode="auto">
              <a:xfrm>
                <a:off x="5681256" y="2972755"/>
                <a:ext cx="213093"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79" name="Rectangle 209">
                <a:extLst>
                  <a:ext uri="{FF2B5EF4-FFF2-40B4-BE49-F238E27FC236}">
                    <a16:creationId xmlns:a16="http://schemas.microsoft.com/office/drawing/2014/main" id="{D8329A4C-8206-41E1-BFBC-27DBF4147A0F}"/>
                  </a:ext>
                </a:extLst>
              </p:cNvPr>
              <p:cNvSpPr/>
              <p:nvPr/>
            </p:nvSpPr>
            <p:spPr bwMode="auto">
              <a:xfrm>
                <a:off x="5930364" y="2972755"/>
                <a:ext cx="210091"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80" name="Rectangle 210">
                <a:extLst>
                  <a:ext uri="{FF2B5EF4-FFF2-40B4-BE49-F238E27FC236}">
                    <a16:creationId xmlns:a16="http://schemas.microsoft.com/office/drawing/2014/main" id="{57275260-3A84-404A-9BAC-010658D70817}"/>
                  </a:ext>
                </a:extLst>
              </p:cNvPr>
              <p:cNvSpPr/>
              <p:nvPr/>
            </p:nvSpPr>
            <p:spPr bwMode="auto">
              <a:xfrm>
                <a:off x="6170468" y="2902498"/>
                <a:ext cx="207089"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81" name="Rectangle 211">
                <a:extLst>
                  <a:ext uri="{FF2B5EF4-FFF2-40B4-BE49-F238E27FC236}">
                    <a16:creationId xmlns:a16="http://schemas.microsoft.com/office/drawing/2014/main" id="{E51FC351-90BD-411E-9E61-8D3F9B0BDA19}"/>
                  </a:ext>
                </a:extLst>
              </p:cNvPr>
              <p:cNvSpPr/>
              <p:nvPr/>
            </p:nvSpPr>
            <p:spPr bwMode="auto">
              <a:xfrm>
                <a:off x="6377556" y="2902498"/>
                <a:ext cx="207090"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282" name="Rectangle 212">
                <a:extLst>
                  <a:ext uri="{FF2B5EF4-FFF2-40B4-BE49-F238E27FC236}">
                    <a16:creationId xmlns:a16="http://schemas.microsoft.com/office/drawing/2014/main" id="{28E8643D-8BA5-4129-8954-A0A2F8AC8406}"/>
                  </a:ext>
                </a:extLst>
              </p:cNvPr>
              <p:cNvSpPr/>
              <p:nvPr/>
            </p:nvSpPr>
            <p:spPr bwMode="auto">
              <a:xfrm rot="16200000">
                <a:off x="6408587" y="3069553"/>
                <a:ext cx="505185" cy="171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283" name="Rectangle 213">
                <a:extLst>
                  <a:ext uri="{FF2B5EF4-FFF2-40B4-BE49-F238E27FC236}">
                    <a16:creationId xmlns:a16="http://schemas.microsoft.com/office/drawing/2014/main" id="{ABCF6103-5AAE-438E-84C8-CF0E7602AB13}"/>
                  </a:ext>
                </a:extLst>
              </p:cNvPr>
              <p:cNvSpPr/>
              <p:nvPr/>
            </p:nvSpPr>
            <p:spPr bwMode="auto">
              <a:xfrm>
                <a:off x="6740714" y="2902498"/>
                <a:ext cx="501216"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84" name="Rectangle 214">
                <a:extLst>
                  <a:ext uri="{FF2B5EF4-FFF2-40B4-BE49-F238E27FC236}">
                    <a16:creationId xmlns:a16="http://schemas.microsoft.com/office/drawing/2014/main" id="{F85D83B5-4E5E-4A95-93FB-57ACDA4D6D22}"/>
                  </a:ext>
                </a:extLst>
              </p:cNvPr>
              <p:cNvSpPr/>
              <p:nvPr/>
            </p:nvSpPr>
            <p:spPr bwMode="auto">
              <a:xfrm>
                <a:off x="7241930" y="2902498"/>
                <a:ext cx="1449627"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cxnSp>
            <p:nvCxnSpPr>
              <p:cNvPr id="285" name="Elbow Connector 236">
                <a:extLst>
                  <a:ext uri="{FF2B5EF4-FFF2-40B4-BE49-F238E27FC236}">
                    <a16:creationId xmlns:a16="http://schemas.microsoft.com/office/drawing/2014/main" id="{C4114FFA-D752-4249-B1D0-0BEABF6DF770}"/>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86" name="Elbow Connector 237">
                <a:extLst>
                  <a:ext uri="{FF2B5EF4-FFF2-40B4-BE49-F238E27FC236}">
                    <a16:creationId xmlns:a16="http://schemas.microsoft.com/office/drawing/2014/main" id="{5948C517-6EEF-44F0-8302-B06377BCFF4B}"/>
                  </a:ext>
                </a:extLst>
              </p:cNvPr>
              <p:cNvCxnSpPr>
                <a:cxnSpLocks noChangeShapeType="1"/>
              </p:cNvCxnSpPr>
              <p:nvPr/>
            </p:nvCxnSpPr>
            <p:spPr bwMode="auto">
              <a:xfrm rot="16200000" flipH="1">
                <a:off x="7234134" y="1990275"/>
                <a:ext cx="251463" cy="2659185"/>
              </a:xfrm>
              <a:prstGeom prst="bentConnector3">
                <a:avLst>
                  <a:gd name="adj1" fmla="val 246306"/>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87" name="Oval 217">
                <a:extLst>
                  <a:ext uri="{FF2B5EF4-FFF2-40B4-BE49-F238E27FC236}">
                    <a16:creationId xmlns:a16="http://schemas.microsoft.com/office/drawing/2014/main" id="{D4DC19E0-BA4E-4F39-A9B3-29E1C06E32E7}"/>
                  </a:ext>
                </a:extLst>
              </p:cNvPr>
              <p:cNvSpPr/>
              <p:nvPr/>
            </p:nvSpPr>
            <p:spPr bwMode="auto">
              <a:xfrm>
                <a:off x="5756289" y="3116617"/>
                <a:ext cx="75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288" name="Oval 218">
                <a:extLst>
                  <a:ext uri="{FF2B5EF4-FFF2-40B4-BE49-F238E27FC236}">
                    <a16:creationId xmlns:a16="http://schemas.microsoft.com/office/drawing/2014/main" id="{EE2D3902-4759-4910-A237-74DFE2E66269}"/>
                  </a:ext>
                </a:extLst>
              </p:cNvPr>
              <p:cNvSpPr/>
              <p:nvPr/>
            </p:nvSpPr>
            <p:spPr bwMode="auto">
              <a:xfrm>
                <a:off x="5993390" y="3116617"/>
                <a:ext cx="75033"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289" name="Oval 219">
                <a:extLst>
                  <a:ext uri="{FF2B5EF4-FFF2-40B4-BE49-F238E27FC236}">
                    <a16:creationId xmlns:a16="http://schemas.microsoft.com/office/drawing/2014/main" id="{635CE5B0-57B1-427A-94E0-2D6030C595D6}"/>
                  </a:ext>
                </a:extLst>
              </p:cNvPr>
              <p:cNvSpPr/>
              <p:nvPr/>
            </p:nvSpPr>
            <p:spPr bwMode="auto">
              <a:xfrm>
                <a:off x="7202914" y="3367536"/>
                <a:ext cx="75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290" name="Oval 220">
                <a:extLst>
                  <a:ext uri="{FF2B5EF4-FFF2-40B4-BE49-F238E27FC236}">
                    <a16:creationId xmlns:a16="http://schemas.microsoft.com/office/drawing/2014/main" id="{03455D75-B976-4C86-9CDB-167626FA69E3}"/>
                  </a:ext>
                </a:extLst>
              </p:cNvPr>
              <p:cNvSpPr/>
              <p:nvPr/>
            </p:nvSpPr>
            <p:spPr bwMode="auto">
              <a:xfrm>
                <a:off x="8652540"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291" name="Group 205">
              <a:extLst>
                <a:ext uri="{FF2B5EF4-FFF2-40B4-BE49-F238E27FC236}">
                  <a16:creationId xmlns:a16="http://schemas.microsoft.com/office/drawing/2014/main" id="{B7433038-507B-486B-A21F-D115DBFA8FAC}"/>
                </a:ext>
              </a:extLst>
            </p:cNvPr>
            <p:cNvGrpSpPr>
              <a:grpSpLocks/>
            </p:cNvGrpSpPr>
            <p:nvPr/>
          </p:nvGrpSpPr>
          <p:grpSpPr bwMode="auto">
            <a:xfrm>
              <a:off x="5372155" y="3928697"/>
              <a:ext cx="1058221" cy="192769"/>
              <a:chOff x="5388934" y="2903927"/>
              <a:chExt cx="2667537" cy="541672"/>
            </a:xfrm>
          </p:grpSpPr>
          <p:sp>
            <p:nvSpPr>
              <p:cNvPr id="292" name="Rectangle 193">
                <a:extLst>
                  <a:ext uri="{FF2B5EF4-FFF2-40B4-BE49-F238E27FC236}">
                    <a16:creationId xmlns:a16="http://schemas.microsoft.com/office/drawing/2014/main" id="{468FDE08-7A41-431B-BFFD-0D274393DE35}"/>
                  </a:ext>
                </a:extLst>
              </p:cNvPr>
              <p:cNvSpPr/>
              <p:nvPr/>
            </p:nvSpPr>
            <p:spPr bwMode="auto">
              <a:xfrm>
                <a:off x="5389607" y="2902498"/>
                <a:ext cx="789342" cy="505185"/>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93" name="Rectangle 194">
                <a:extLst>
                  <a:ext uri="{FF2B5EF4-FFF2-40B4-BE49-F238E27FC236}">
                    <a16:creationId xmlns:a16="http://schemas.microsoft.com/office/drawing/2014/main" id="{A377B703-56B5-4E5A-B604-72BDDF608439}"/>
                  </a:ext>
                </a:extLst>
              </p:cNvPr>
              <p:cNvSpPr/>
              <p:nvPr/>
            </p:nvSpPr>
            <p:spPr bwMode="auto">
              <a:xfrm>
                <a:off x="5683734" y="2972755"/>
                <a:ext cx="210091"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94" name="Rectangle 195">
                <a:extLst>
                  <a:ext uri="{FF2B5EF4-FFF2-40B4-BE49-F238E27FC236}">
                    <a16:creationId xmlns:a16="http://schemas.microsoft.com/office/drawing/2014/main" id="{D820FCC4-51B5-406A-B52F-FC1CFB0F49B8}"/>
                  </a:ext>
                </a:extLst>
              </p:cNvPr>
              <p:cNvSpPr/>
              <p:nvPr/>
            </p:nvSpPr>
            <p:spPr bwMode="auto">
              <a:xfrm>
                <a:off x="5929841" y="2972755"/>
                <a:ext cx="213093"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95" name="Rectangle 196">
                <a:extLst>
                  <a:ext uri="{FF2B5EF4-FFF2-40B4-BE49-F238E27FC236}">
                    <a16:creationId xmlns:a16="http://schemas.microsoft.com/office/drawing/2014/main" id="{FF736032-09F7-4E38-AD8C-DD5F0D017B97}"/>
                  </a:ext>
                </a:extLst>
              </p:cNvPr>
              <p:cNvSpPr/>
              <p:nvPr/>
            </p:nvSpPr>
            <p:spPr bwMode="auto">
              <a:xfrm>
                <a:off x="6169945" y="2902498"/>
                <a:ext cx="210091"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96" name="Rectangle 197">
                <a:extLst>
                  <a:ext uri="{FF2B5EF4-FFF2-40B4-BE49-F238E27FC236}">
                    <a16:creationId xmlns:a16="http://schemas.microsoft.com/office/drawing/2014/main" id="{098FDBC6-BABB-4EC0-8DB0-B9FAC635BC9F}"/>
                  </a:ext>
                </a:extLst>
              </p:cNvPr>
              <p:cNvSpPr/>
              <p:nvPr/>
            </p:nvSpPr>
            <p:spPr bwMode="auto">
              <a:xfrm>
                <a:off x="6380036" y="2902498"/>
                <a:ext cx="207091"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297" name="Rectangle 198">
                <a:extLst>
                  <a:ext uri="{FF2B5EF4-FFF2-40B4-BE49-F238E27FC236}">
                    <a16:creationId xmlns:a16="http://schemas.microsoft.com/office/drawing/2014/main" id="{80616A3F-4D9C-469E-9AFB-210872FEA5D5}"/>
                  </a:ext>
                </a:extLst>
              </p:cNvPr>
              <p:cNvSpPr/>
              <p:nvPr/>
            </p:nvSpPr>
            <p:spPr bwMode="auto">
              <a:xfrm rot="16200000">
                <a:off x="6409567" y="3068052"/>
                <a:ext cx="505185" cy="174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298" name="Rectangle 199">
                <a:extLst>
                  <a:ext uri="{FF2B5EF4-FFF2-40B4-BE49-F238E27FC236}">
                    <a16:creationId xmlns:a16="http://schemas.microsoft.com/office/drawing/2014/main" id="{3DDCF788-8ED4-408C-B672-7B5CAF2E2FCD}"/>
                  </a:ext>
                </a:extLst>
              </p:cNvPr>
              <p:cNvSpPr/>
              <p:nvPr/>
            </p:nvSpPr>
            <p:spPr bwMode="auto">
              <a:xfrm>
                <a:off x="6740191" y="2902498"/>
                <a:ext cx="501218"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99" name="Rectangle 200">
                <a:extLst>
                  <a:ext uri="{FF2B5EF4-FFF2-40B4-BE49-F238E27FC236}">
                    <a16:creationId xmlns:a16="http://schemas.microsoft.com/office/drawing/2014/main" id="{82834031-6A80-4CA1-B55B-DDC1C282EDFD}"/>
                  </a:ext>
                </a:extLst>
              </p:cNvPr>
              <p:cNvSpPr/>
              <p:nvPr/>
            </p:nvSpPr>
            <p:spPr bwMode="auto">
              <a:xfrm>
                <a:off x="7241409" y="2902498"/>
                <a:ext cx="783338"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cxnSp>
            <p:nvCxnSpPr>
              <p:cNvPr id="300" name="Elbow Connector 218">
                <a:extLst>
                  <a:ext uri="{FF2B5EF4-FFF2-40B4-BE49-F238E27FC236}">
                    <a16:creationId xmlns:a16="http://schemas.microsoft.com/office/drawing/2014/main" id="{8BF974C5-C693-494A-8656-11B96F4E3846}"/>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01" name="Elbow Connector 219">
                <a:extLst>
                  <a:ext uri="{FF2B5EF4-FFF2-40B4-BE49-F238E27FC236}">
                    <a16:creationId xmlns:a16="http://schemas.microsoft.com/office/drawing/2014/main" id="{BBDBE103-093D-474F-81CC-67AB0B331FDD}"/>
                  </a:ext>
                </a:extLst>
              </p:cNvPr>
              <p:cNvCxnSpPr>
                <a:cxnSpLocks noChangeShapeType="1"/>
              </p:cNvCxnSpPr>
              <p:nvPr/>
            </p:nvCxnSpPr>
            <p:spPr bwMode="auto">
              <a:xfrm rot="16200000" flipH="1">
                <a:off x="6899354" y="2325057"/>
                <a:ext cx="251461" cy="1989622"/>
              </a:xfrm>
              <a:prstGeom prst="bentConnector3">
                <a:avLst>
                  <a:gd name="adj1" fmla="val 241412"/>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02" name="Oval 203">
                <a:extLst>
                  <a:ext uri="{FF2B5EF4-FFF2-40B4-BE49-F238E27FC236}">
                    <a16:creationId xmlns:a16="http://schemas.microsoft.com/office/drawing/2014/main" id="{178B0A89-3F9B-4C8B-A83D-F2E04C61D802}"/>
                  </a:ext>
                </a:extLst>
              </p:cNvPr>
              <p:cNvSpPr/>
              <p:nvPr/>
            </p:nvSpPr>
            <p:spPr bwMode="auto">
              <a:xfrm>
                <a:off x="5758768" y="311661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303" name="Oval 204">
                <a:extLst>
                  <a:ext uri="{FF2B5EF4-FFF2-40B4-BE49-F238E27FC236}">
                    <a16:creationId xmlns:a16="http://schemas.microsoft.com/office/drawing/2014/main" id="{2C78E49D-1BD5-42B6-9A69-E3F2830D76AD}"/>
                  </a:ext>
                </a:extLst>
              </p:cNvPr>
              <p:cNvSpPr/>
              <p:nvPr/>
            </p:nvSpPr>
            <p:spPr bwMode="auto">
              <a:xfrm>
                <a:off x="5995869" y="311661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304" name="Oval 205">
                <a:extLst>
                  <a:ext uri="{FF2B5EF4-FFF2-40B4-BE49-F238E27FC236}">
                    <a16:creationId xmlns:a16="http://schemas.microsoft.com/office/drawing/2014/main" id="{1AEB3E80-DA23-450A-8B55-ADFB14378371}"/>
                  </a:ext>
                </a:extLst>
              </p:cNvPr>
              <p:cNvSpPr/>
              <p:nvPr/>
            </p:nvSpPr>
            <p:spPr bwMode="auto">
              <a:xfrm>
                <a:off x="7205394"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305" name="Oval 206">
                <a:extLst>
                  <a:ext uri="{FF2B5EF4-FFF2-40B4-BE49-F238E27FC236}">
                    <a16:creationId xmlns:a16="http://schemas.microsoft.com/office/drawing/2014/main" id="{A0639A50-3B56-41AC-B7F0-24136DC547BD}"/>
                  </a:ext>
                </a:extLst>
              </p:cNvPr>
              <p:cNvSpPr/>
              <p:nvPr/>
            </p:nvSpPr>
            <p:spPr bwMode="auto">
              <a:xfrm>
                <a:off x="7985731"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sp>
          <p:nvSpPr>
            <p:cNvPr id="306" name="Oval 172">
              <a:extLst>
                <a:ext uri="{FF2B5EF4-FFF2-40B4-BE49-F238E27FC236}">
                  <a16:creationId xmlns:a16="http://schemas.microsoft.com/office/drawing/2014/main" id="{BEB34E66-89AC-4EFF-B4D9-9232D1409313}"/>
                </a:ext>
              </a:extLst>
            </p:cNvPr>
            <p:cNvSpPr/>
            <p:nvPr/>
          </p:nvSpPr>
          <p:spPr bwMode="auto">
            <a:xfrm>
              <a:off x="5353372" y="3904376"/>
              <a:ext cx="28575" cy="27384"/>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307" name="Oval 173">
              <a:extLst>
                <a:ext uri="{FF2B5EF4-FFF2-40B4-BE49-F238E27FC236}">
                  <a16:creationId xmlns:a16="http://schemas.microsoft.com/office/drawing/2014/main" id="{4AFDC713-960F-418E-948A-F3A50BB2EB59}"/>
                </a:ext>
              </a:extLst>
            </p:cNvPr>
            <p:cNvSpPr/>
            <p:nvPr/>
          </p:nvSpPr>
          <p:spPr bwMode="auto">
            <a:xfrm>
              <a:off x="6407076" y="3905566"/>
              <a:ext cx="29766" cy="27385"/>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cxnSp>
          <p:nvCxnSpPr>
            <p:cNvPr id="308" name="Elbow Connector 246">
              <a:extLst>
                <a:ext uri="{FF2B5EF4-FFF2-40B4-BE49-F238E27FC236}">
                  <a16:creationId xmlns:a16="http://schemas.microsoft.com/office/drawing/2014/main" id="{B5D6807B-589C-4966-9394-D22E31EF3B08}"/>
                </a:ext>
              </a:extLst>
            </p:cNvPr>
            <p:cNvCxnSpPr>
              <a:cxnSpLocks noChangeShapeType="1"/>
            </p:cNvCxnSpPr>
            <p:nvPr/>
          </p:nvCxnSpPr>
          <p:spPr bwMode="auto">
            <a:xfrm rot="5400000">
              <a:off x="5507061" y="3361839"/>
              <a:ext cx="403082" cy="682519"/>
            </a:xfrm>
            <a:prstGeom prst="bentConnector3">
              <a:avLst>
                <a:gd name="adj1" fmla="val 70009"/>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10" name="Elbow Connector 251">
              <a:extLst>
                <a:ext uri="{FF2B5EF4-FFF2-40B4-BE49-F238E27FC236}">
                  <a16:creationId xmlns:a16="http://schemas.microsoft.com/office/drawing/2014/main" id="{DDAC61FD-4E5E-4E7F-8BFA-3855A2024728}"/>
                </a:ext>
              </a:extLst>
            </p:cNvPr>
            <p:cNvCxnSpPr>
              <a:cxnSpLocks noChangeShapeType="1"/>
            </p:cNvCxnSpPr>
            <p:nvPr/>
          </p:nvCxnSpPr>
          <p:spPr bwMode="auto">
            <a:xfrm rot="16200000" flipH="1">
              <a:off x="6141218" y="3624694"/>
              <a:ext cx="403807" cy="157532"/>
            </a:xfrm>
            <a:prstGeom prst="bentConnector3">
              <a:avLst>
                <a:gd name="adj1" fmla="val 50000"/>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311" name="Group 254">
              <a:extLst>
                <a:ext uri="{FF2B5EF4-FFF2-40B4-BE49-F238E27FC236}">
                  <a16:creationId xmlns:a16="http://schemas.microsoft.com/office/drawing/2014/main" id="{9CD2A0F4-3830-48FE-AE36-1105DE19D5A9}"/>
                </a:ext>
              </a:extLst>
            </p:cNvPr>
            <p:cNvGrpSpPr>
              <a:grpSpLocks/>
            </p:cNvGrpSpPr>
            <p:nvPr/>
          </p:nvGrpSpPr>
          <p:grpSpPr bwMode="auto">
            <a:xfrm>
              <a:off x="5378176" y="4346739"/>
              <a:ext cx="1771700" cy="192769"/>
              <a:chOff x="5388934" y="2903927"/>
              <a:chExt cx="4466058" cy="541672"/>
            </a:xfrm>
          </p:grpSpPr>
          <p:sp>
            <p:nvSpPr>
              <p:cNvPr id="312" name="Rectangle 179">
                <a:extLst>
                  <a:ext uri="{FF2B5EF4-FFF2-40B4-BE49-F238E27FC236}">
                    <a16:creationId xmlns:a16="http://schemas.microsoft.com/office/drawing/2014/main" id="{BC892F77-FFEF-4B42-90E8-E3BE5EB9C743}"/>
                  </a:ext>
                </a:extLst>
              </p:cNvPr>
              <p:cNvSpPr/>
              <p:nvPr/>
            </p:nvSpPr>
            <p:spPr bwMode="auto">
              <a:xfrm>
                <a:off x="5389437" y="2905474"/>
                <a:ext cx="789340" cy="501841"/>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313" name="Rectangle 180">
                <a:extLst>
                  <a:ext uri="{FF2B5EF4-FFF2-40B4-BE49-F238E27FC236}">
                    <a16:creationId xmlns:a16="http://schemas.microsoft.com/office/drawing/2014/main" id="{77E9F22A-CBC9-4E63-BF0F-8308474238E4}"/>
                  </a:ext>
                </a:extLst>
              </p:cNvPr>
              <p:cNvSpPr/>
              <p:nvPr/>
            </p:nvSpPr>
            <p:spPr bwMode="auto">
              <a:xfrm>
                <a:off x="5683564" y="2972386"/>
                <a:ext cx="210091" cy="364670"/>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314" name="Rectangle 181">
                <a:extLst>
                  <a:ext uri="{FF2B5EF4-FFF2-40B4-BE49-F238E27FC236}">
                    <a16:creationId xmlns:a16="http://schemas.microsoft.com/office/drawing/2014/main" id="{23221A61-2963-4D32-9F8F-E9F92101BDFD}"/>
                  </a:ext>
                </a:extLst>
              </p:cNvPr>
              <p:cNvSpPr/>
              <p:nvPr/>
            </p:nvSpPr>
            <p:spPr bwMode="auto">
              <a:xfrm>
                <a:off x="5929671" y="2972386"/>
                <a:ext cx="213091" cy="364670"/>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315" name="Rectangle 182">
                <a:extLst>
                  <a:ext uri="{FF2B5EF4-FFF2-40B4-BE49-F238E27FC236}">
                    <a16:creationId xmlns:a16="http://schemas.microsoft.com/office/drawing/2014/main" id="{9CBC5542-7F64-4C67-9FED-9FB7E223CF5E}"/>
                  </a:ext>
                </a:extLst>
              </p:cNvPr>
              <p:cNvSpPr/>
              <p:nvPr/>
            </p:nvSpPr>
            <p:spPr bwMode="auto">
              <a:xfrm>
                <a:off x="6169774" y="2905474"/>
                <a:ext cx="210091" cy="501841"/>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316" name="Rectangle 183">
                <a:extLst>
                  <a:ext uri="{FF2B5EF4-FFF2-40B4-BE49-F238E27FC236}">
                    <a16:creationId xmlns:a16="http://schemas.microsoft.com/office/drawing/2014/main" id="{794A8A66-18B1-491E-AEF5-FCEEF872DA03}"/>
                  </a:ext>
                </a:extLst>
              </p:cNvPr>
              <p:cNvSpPr/>
              <p:nvPr/>
            </p:nvSpPr>
            <p:spPr bwMode="auto">
              <a:xfrm>
                <a:off x="6379865" y="2905474"/>
                <a:ext cx="207089" cy="501841"/>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317" name="Rectangle 184">
                <a:extLst>
                  <a:ext uri="{FF2B5EF4-FFF2-40B4-BE49-F238E27FC236}">
                    <a16:creationId xmlns:a16="http://schemas.microsoft.com/office/drawing/2014/main" id="{450F8F11-6514-4171-B62D-990C7525001B}"/>
                  </a:ext>
                </a:extLst>
              </p:cNvPr>
              <p:cNvSpPr/>
              <p:nvPr/>
            </p:nvSpPr>
            <p:spPr bwMode="auto">
              <a:xfrm rot="16200000">
                <a:off x="6411066" y="3069357"/>
                <a:ext cx="501841" cy="174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318" name="Rectangle 185">
                <a:extLst>
                  <a:ext uri="{FF2B5EF4-FFF2-40B4-BE49-F238E27FC236}">
                    <a16:creationId xmlns:a16="http://schemas.microsoft.com/office/drawing/2014/main" id="{7B9AD02B-0684-4AF9-B5A5-39130F2789E4}"/>
                  </a:ext>
                </a:extLst>
              </p:cNvPr>
              <p:cNvSpPr/>
              <p:nvPr/>
            </p:nvSpPr>
            <p:spPr bwMode="auto">
              <a:xfrm>
                <a:off x="6740021" y="2905474"/>
                <a:ext cx="2289989" cy="501841"/>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319" name="Rectangle 186">
                <a:extLst>
                  <a:ext uri="{FF2B5EF4-FFF2-40B4-BE49-F238E27FC236}">
                    <a16:creationId xmlns:a16="http://schemas.microsoft.com/office/drawing/2014/main" id="{1701BE7F-2DDE-4CEA-9203-1D063A078FF4}"/>
                  </a:ext>
                </a:extLst>
              </p:cNvPr>
              <p:cNvSpPr/>
              <p:nvPr/>
            </p:nvSpPr>
            <p:spPr bwMode="auto">
              <a:xfrm>
                <a:off x="9039015" y="2905474"/>
                <a:ext cx="783338" cy="501841"/>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cxnSp>
            <p:nvCxnSpPr>
              <p:cNvPr id="320" name="Elbow Connector 264">
                <a:extLst>
                  <a:ext uri="{FF2B5EF4-FFF2-40B4-BE49-F238E27FC236}">
                    <a16:creationId xmlns:a16="http://schemas.microsoft.com/office/drawing/2014/main" id="{060CE048-F3D5-4C57-B75A-380C1BE69D89}"/>
                  </a:ext>
                </a:extLst>
              </p:cNvPr>
              <p:cNvCxnSpPr>
                <a:cxnSpLocks noChangeShapeType="1"/>
              </p:cNvCxnSpPr>
              <p:nvPr/>
            </p:nvCxnSpPr>
            <p:spPr bwMode="auto">
              <a:xfrm rot="16200000" flipH="1">
                <a:off x="7282984" y="1704508"/>
                <a:ext cx="251463" cy="3230720"/>
              </a:xfrm>
              <a:prstGeom prst="bentConnector3">
                <a:avLst>
                  <a:gd name="adj1" fmla="val 291523"/>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21" name="Elbow Connector 265">
                <a:extLst>
                  <a:ext uri="{FF2B5EF4-FFF2-40B4-BE49-F238E27FC236}">
                    <a16:creationId xmlns:a16="http://schemas.microsoft.com/office/drawing/2014/main" id="{8CE91C59-25DD-4FBE-BACA-C0D19B0E6B02}"/>
                  </a:ext>
                </a:extLst>
              </p:cNvPr>
              <p:cNvCxnSpPr>
                <a:cxnSpLocks noChangeShapeType="1"/>
              </p:cNvCxnSpPr>
              <p:nvPr/>
            </p:nvCxnSpPr>
            <p:spPr bwMode="auto">
              <a:xfrm rot="16200000" flipH="1">
                <a:off x="7798613" y="1425796"/>
                <a:ext cx="251463" cy="3788143"/>
              </a:xfrm>
              <a:prstGeom prst="bentConnector3">
                <a:avLst>
                  <a:gd name="adj1" fmla="val 211796"/>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22" name="Oval 189">
                <a:extLst>
                  <a:ext uri="{FF2B5EF4-FFF2-40B4-BE49-F238E27FC236}">
                    <a16:creationId xmlns:a16="http://schemas.microsoft.com/office/drawing/2014/main" id="{128BCA4A-0107-49BF-B116-29CA46260A72}"/>
                  </a:ext>
                </a:extLst>
              </p:cNvPr>
              <p:cNvSpPr/>
              <p:nvPr/>
            </p:nvSpPr>
            <p:spPr bwMode="auto">
              <a:xfrm>
                <a:off x="5758596" y="311624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323" name="Oval 190">
                <a:extLst>
                  <a:ext uri="{FF2B5EF4-FFF2-40B4-BE49-F238E27FC236}">
                    <a16:creationId xmlns:a16="http://schemas.microsoft.com/office/drawing/2014/main" id="{E5749BA8-DF96-41D1-98B0-197CB142E33D}"/>
                  </a:ext>
                </a:extLst>
              </p:cNvPr>
              <p:cNvSpPr/>
              <p:nvPr/>
            </p:nvSpPr>
            <p:spPr bwMode="auto">
              <a:xfrm>
                <a:off x="5992697" y="3116246"/>
                <a:ext cx="75033"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324" name="Oval 191">
                <a:extLst>
                  <a:ext uri="{FF2B5EF4-FFF2-40B4-BE49-F238E27FC236}">
                    <a16:creationId xmlns:a16="http://schemas.microsoft.com/office/drawing/2014/main" id="{59C723BA-D973-403C-B257-6FE423AA3485}"/>
                  </a:ext>
                </a:extLst>
              </p:cNvPr>
              <p:cNvSpPr/>
              <p:nvPr/>
            </p:nvSpPr>
            <p:spPr bwMode="auto">
              <a:xfrm>
                <a:off x="8987992" y="336716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325" name="Oval 192">
                <a:extLst>
                  <a:ext uri="{FF2B5EF4-FFF2-40B4-BE49-F238E27FC236}">
                    <a16:creationId xmlns:a16="http://schemas.microsoft.com/office/drawing/2014/main" id="{41C69559-FC43-445E-8682-A5230D9299C0}"/>
                  </a:ext>
                </a:extLst>
              </p:cNvPr>
              <p:cNvSpPr/>
              <p:nvPr/>
            </p:nvSpPr>
            <p:spPr bwMode="auto">
              <a:xfrm>
                <a:off x="9783337" y="336716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sp>
          <p:nvSpPr>
            <p:cNvPr id="326" name="Oval 177">
              <a:extLst>
                <a:ext uri="{FF2B5EF4-FFF2-40B4-BE49-F238E27FC236}">
                  <a16:creationId xmlns:a16="http://schemas.microsoft.com/office/drawing/2014/main" id="{EFF0721F-7C98-40B2-A4A9-C874C1C03F36}"/>
                </a:ext>
              </a:extLst>
            </p:cNvPr>
            <p:cNvSpPr/>
            <p:nvPr/>
          </p:nvSpPr>
          <p:spPr bwMode="auto">
            <a:xfrm>
              <a:off x="5359326" y="4310379"/>
              <a:ext cx="28575" cy="27385"/>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cxnSp>
          <p:nvCxnSpPr>
            <p:cNvPr id="327" name="Elbow Connector 271">
              <a:extLst>
                <a:ext uri="{FF2B5EF4-FFF2-40B4-BE49-F238E27FC236}">
                  <a16:creationId xmlns:a16="http://schemas.microsoft.com/office/drawing/2014/main" id="{E661829A-523A-44F4-A0AD-066810316E4E}"/>
                </a:ext>
              </a:extLst>
            </p:cNvPr>
            <p:cNvCxnSpPr>
              <a:cxnSpLocks noChangeShapeType="1"/>
            </p:cNvCxnSpPr>
            <p:nvPr/>
          </p:nvCxnSpPr>
          <p:spPr bwMode="auto">
            <a:xfrm rot="5400000">
              <a:off x="5722271" y="3138140"/>
              <a:ext cx="822152" cy="1548986"/>
            </a:xfrm>
            <a:prstGeom prst="bentConnector4">
              <a:avLst>
                <a:gd name="adj1" fmla="val 29171"/>
                <a:gd name="adj2" fmla="val 103454"/>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grpSp>
      <p:grpSp>
        <p:nvGrpSpPr>
          <p:cNvPr id="328" name="Grupo 327">
            <a:extLst>
              <a:ext uri="{FF2B5EF4-FFF2-40B4-BE49-F238E27FC236}">
                <a16:creationId xmlns:a16="http://schemas.microsoft.com/office/drawing/2014/main" id="{1FF4A9DE-87B2-46A8-BBBD-C2C012B151F4}"/>
              </a:ext>
            </a:extLst>
          </p:cNvPr>
          <p:cNvGrpSpPr/>
          <p:nvPr/>
        </p:nvGrpSpPr>
        <p:grpSpPr>
          <a:xfrm>
            <a:off x="8775342" y="3351706"/>
            <a:ext cx="2489595" cy="406007"/>
            <a:chOff x="2620956" y="2980062"/>
            <a:chExt cx="2489595" cy="406007"/>
          </a:xfrm>
        </p:grpSpPr>
        <p:grpSp>
          <p:nvGrpSpPr>
            <p:cNvPr id="329" name="Group 61">
              <a:extLst>
                <a:ext uri="{FF2B5EF4-FFF2-40B4-BE49-F238E27FC236}">
                  <a16:creationId xmlns:a16="http://schemas.microsoft.com/office/drawing/2014/main" id="{9BCBD115-FFD1-4C02-9539-CF95FBC29670}"/>
                </a:ext>
              </a:extLst>
            </p:cNvPr>
            <p:cNvGrpSpPr>
              <a:grpSpLocks/>
            </p:cNvGrpSpPr>
            <p:nvPr/>
          </p:nvGrpSpPr>
          <p:grpSpPr bwMode="auto">
            <a:xfrm>
              <a:off x="2620956" y="2980064"/>
              <a:ext cx="2489595" cy="406005"/>
              <a:chOff x="4737655" y="2904117"/>
              <a:chExt cx="3318816" cy="541482"/>
            </a:xfrm>
            <a:effectLst/>
          </p:grpSpPr>
          <p:sp>
            <p:nvSpPr>
              <p:cNvPr id="331" name="Rectangle 151">
                <a:extLst>
                  <a:ext uri="{FF2B5EF4-FFF2-40B4-BE49-F238E27FC236}">
                    <a16:creationId xmlns:a16="http://schemas.microsoft.com/office/drawing/2014/main" id="{A6774017-15EB-4137-BBC0-A788D24B831A}"/>
                  </a:ext>
                </a:extLst>
              </p:cNvPr>
              <p:cNvSpPr/>
              <p:nvPr/>
            </p:nvSpPr>
            <p:spPr bwMode="auto">
              <a:xfrm>
                <a:off x="4737655" y="2904119"/>
                <a:ext cx="1439584" cy="503370"/>
              </a:xfrm>
              <a:prstGeom prst="rect">
                <a:avLst/>
              </a:prstGeom>
              <a:solidFill>
                <a:srgbClr val="2980B9"/>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200" kern="0" dirty="0">
                    <a:latin typeface="Roboto" panose="02000000000000000000" pitchFamily="2" charset="0"/>
                    <a:ea typeface="Roboto" panose="02000000000000000000" pitchFamily="2" charset="0"/>
                    <a:cs typeface="Helvetica Neue" charset="0"/>
                  </a:rPr>
                  <a:t>Header</a:t>
                </a:r>
              </a:p>
            </p:txBody>
          </p:sp>
          <p:sp>
            <p:nvSpPr>
              <p:cNvPr id="332" name="Rectangle 152">
                <a:extLst>
                  <a:ext uri="{FF2B5EF4-FFF2-40B4-BE49-F238E27FC236}">
                    <a16:creationId xmlns:a16="http://schemas.microsoft.com/office/drawing/2014/main" id="{82C89855-200E-47C6-A0FA-CD22733767C4}"/>
                  </a:ext>
                </a:extLst>
              </p:cNvPr>
              <p:cNvSpPr/>
              <p:nvPr/>
            </p:nvSpPr>
            <p:spPr bwMode="auto">
              <a:xfrm>
                <a:off x="5682032" y="2972399"/>
                <a:ext cx="211096" cy="366810"/>
              </a:xfrm>
              <a:prstGeom prst="rect">
                <a:avLst/>
              </a:prstGeom>
              <a:solidFill>
                <a:srgbClr val="C00000"/>
              </a:solidFill>
              <a:ln w="127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latin typeface="Helvetica Neue" charset="0"/>
                  <a:ea typeface="Helvetica Neue" charset="0"/>
                  <a:cs typeface="Helvetica Neue" charset="0"/>
                </a:endParaRPr>
              </a:p>
            </p:txBody>
          </p:sp>
          <p:sp>
            <p:nvSpPr>
              <p:cNvPr id="333" name="Rectangle 153">
                <a:extLst>
                  <a:ext uri="{FF2B5EF4-FFF2-40B4-BE49-F238E27FC236}">
                    <a16:creationId xmlns:a16="http://schemas.microsoft.com/office/drawing/2014/main" id="{689FB068-B439-406A-9B56-281D12004595}"/>
                  </a:ext>
                </a:extLst>
              </p:cNvPr>
              <p:cNvSpPr/>
              <p:nvPr/>
            </p:nvSpPr>
            <p:spPr bwMode="auto">
              <a:xfrm>
                <a:off x="5929634" y="2972399"/>
                <a:ext cx="211096" cy="366810"/>
              </a:xfrm>
              <a:prstGeom prst="rect">
                <a:avLst/>
              </a:prstGeom>
              <a:solidFill>
                <a:srgbClr val="C00000"/>
              </a:solidFill>
              <a:ln w="127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latin typeface="Helvetica Neue" charset="0"/>
                  <a:ea typeface="Helvetica Neue" charset="0"/>
                  <a:cs typeface="Helvetica Neue" charset="0"/>
                </a:endParaRPr>
              </a:p>
            </p:txBody>
          </p:sp>
          <p:sp>
            <p:nvSpPr>
              <p:cNvPr id="334" name="Rectangle 154">
                <a:extLst>
                  <a:ext uri="{FF2B5EF4-FFF2-40B4-BE49-F238E27FC236}">
                    <a16:creationId xmlns:a16="http://schemas.microsoft.com/office/drawing/2014/main" id="{4C5683C1-5515-471A-9A5A-8E5B8FB51716}"/>
                  </a:ext>
                </a:extLst>
              </p:cNvPr>
              <p:cNvSpPr/>
              <p:nvPr/>
            </p:nvSpPr>
            <p:spPr bwMode="auto">
              <a:xfrm>
                <a:off x="6170887" y="2904119"/>
                <a:ext cx="206335" cy="503370"/>
              </a:xfrm>
              <a:prstGeom prst="rect">
                <a:avLst/>
              </a:prstGeom>
              <a:solidFill>
                <a:srgbClr val="0070C0"/>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schemeClr val="bg1"/>
                    </a:solidFill>
                    <a:latin typeface="Consolas" panose="020B0609020204030204" pitchFamily="49" charset="0"/>
                    <a:ea typeface="Helvetica Neue" charset="0"/>
                    <a:cs typeface="Helvetica Neue" charset="0"/>
                  </a:rPr>
                  <a:t>M</a:t>
                </a:r>
              </a:p>
            </p:txBody>
          </p:sp>
          <p:sp>
            <p:nvSpPr>
              <p:cNvPr id="335" name="Rectangle 156">
                <a:extLst>
                  <a:ext uri="{FF2B5EF4-FFF2-40B4-BE49-F238E27FC236}">
                    <a16:creationId xmlns:a16="http://schemas.microsoft.com/office/drawing/2014/main" id="{D0D8737E-8EB6-4044-8382-487D985A9612}"/>
                  </a:ext>
                </a:extLst>
              </p:cNvPr>
              <p:cNvSpPr/>
              <p:nvPr/>
            </p:nvSpPr>
            <p:spPr bwMode="auto">
              <a:xfrm rot="16200000">
                <a:off x="6377903" y="3070097"/>
                <a:ext cx="503370" cy="171417"/>
              </a:xfrm>
              <a:prstGeom prst="rect">
                <a:avLst/>
              </a:prstGeom>
              <a:solidFill>
                <a:srgbClr val="0070C0"/>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525" kern="0" dirty="0">
                    <a:solidFill>
                      <a:schemeClr val="bg1"/>
                    </a:solidFill>
                    <a:latin typeface="Consolas" panose="020B0609020204030204" pitchFamily="49" charset="0"/>
                    <a:ea typeface="Helvetica Neue" charset="0"/>
                    <a:cs typeface="Helvetica Neue" charset="0"/>
                  </a:rPr>
                  <a:t>94703</a:t>
                </a:r>
              </a:p>
            </p:txBody>
          </p:sp>
          <p:sp>
            <p:nvSpPr>
              <p:cNvPr id="336" name="Rectangle 157">
                <a:extLst>
                  <a:ext uri="{FF2B5EF4-FFF2-40B4-BE49-F238E27FC236}">
                    <a16:creationId xmlns:a16="http://schemas.microsoft.com/office/drawing/2014/main" id="{B392D53B-B687-4A58-889C-28EA2AF69D85}"/>
                  </a:ext>
                </a:extLst>
              </p:cNvPr>
              <p:cNvSpPr/>
              <p:nvPr/>
            </p:nvSpPr>
            <p:spPr bwMode="auto">
              <a:xfrm>
                <a:off x="6715297" y="2904118"/>
                <a:ext cx="525359" cy="503369"/>
              </a:xfrm>
              <a:prstGeom prst="rect">
                <a:avLst/>
              </a:prstGeom>
              <a:solidFill>
                <a:srgbClr val="15405B"/>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700" kern="0" dirty="0">
                    <a:solidFill>
                      <a:schemeClr val="bg1"/>
                    </a:solidFill>
                    <a:latin typeface="Consolas" panose="020B0609020204030204" pitchFamily="49" charset="0"/>
                    <a:ea typeface="Helvetica Neue" charset="0"/>
                    <a:cs typeface="Helvetica Neue" charset="0"/>
                  </a:rPr>
                  <a:t>Bob</a:t>
                </a:r>
              </a:p>
            </p:txBody>
          </p:sp>
          <p:sp>
            <p:nvSpPr>
              <p:cNvPr id="337" name="Rectangle 158">
                <a:extLst>
                  <a:ext uri="{FF2B5EF4-FFF2-40B4-BE49-F238E27FC236}">
                    <a16:creationId xmlns:a16="http://schemas.microsoft.com/office/drawing/2014/main" id="{EF1CFD55-F3CB-4563-9EEB-C4953131BA4F}"/>
                  </a:ext>
                </a:extLst>
              </p:cNvPr>
              <p:cNvSpPr/>
              <p:nvPr/>
            </p:nvSpPr>
            <p:spPr bwMode="auto">
              <a:xfrm>
                <a:off x="7240655" y="2904117"/>
                <a:ext cx="780898" cy="503369"/>
              </a:xfrm>
              <a:prstGeom prst="rect">
                <a:avLst/>
              </a:prstGeom>
              <a:solidFill>
                <a:srgbClr val="15405B"/>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schemeClr val="bg1"/>
                    </a:solidFill>
                    <a:latin typeface="Consolas" panose="020B0609020204030204" pitchFamily="49" charset="0"/>
                    <a:ea typeface="Helvetica Neue" charset="0"/>
                    <a:cs typeface="Helvetica Neue" charset="0"/>
                  </a:rPr>
                  <a:t>Harmon</a:t>
                </a:r>
              </a:p>
            </p:txBody>
          </p:sp>
          <p:cxnSp>
            <p:nvCxnSpPr>
              <p:cNvPr id="338" name="Elbow Connector 37">
                <a:extLst>
                  <a:ext uri="{FF2B5EF4-FFF2-40B4-BE49-F238E27FC236}">
                    <a16:creationId xmlns:a16="http://schemas.microsoft.com/office/drawing/2014/main" id="{F476E2D9-75DB-41A4-93F1-EAD5423592BD}"/>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339" name="Elbow Connector 42">
                <a:extLst>
                  <a:ext uri="{FF2B5EF4-FFF2-40B4-BE49-F238E27FC236}">
                    <a16:creationId xmlns:a16="http://schemas.microsoft.com/office/drawing/2014/main" id="{7F34B107-8542-49C0-B317-2F5258CEDB7A}"/>
                  </a:ext>
                </a:extLst>
              </p:cNvPr>
              <p:cNvCxnSpPr>
                <a:cxnSpLocks noChangeShapeType="1"/>
              </p:cNvCxnSpPr>
              <p:nvPr/>
            </p:nvCxnSpPr>
            <p:spPr bwMode="auto">
              <a:xfrm rot="16200000" flipH="1">
                <a:off x="6899354" y="2325057"/>
                <a:ext cx="251461" cy="1989622"/>
              </a:xfrm>
              <a:prstGeom prst="bentConnector3">
                <a:avLst>
                  <a:gd name="adj1" fmla="val 241412"/>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40" name="Oval 161">
                <a:extLst>
                  <a:ext uri="{FF2B5EF4-FFF2-40B4-BE49-F238E27FC236}">
                    <a16:creationId xmlns:a16="http://schemas.microsoft.com/office/drawing/2014/main" id="{B796A4F1-3D6B-4B87-84E1-2A44C7425CF0}"/>
                  </a:ext>
                </a:extLst>
              </p:cNvPr>
              <p:cNvSpPr/>
              <p:nvPr/>
            </p:nvSpPr>
            <p:spPr bwMode="auto">
              <a:xfrm>
                <a:off x="5756629" y="3116900"/>
                <a:ext cx="73011" cy="77808"/>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Helvetica Neue" charset="0"/>
                  <a:ea typeface="Helvetica Neue" charset="0"/>
                  <a:cs typeface="Helvetica Neue" charset="0"/>
                </a:endParaRPr>
              </a:p>
            </p:txBody>
          </p:sp>
          <p:sp>
            <p:nvSpPr>
              <p:cNvPr id="341" name="Oval 162">
                <a:extLst>
                  <a:ext uri="{FF2B5EF4-FFF2-40B4-BE49-F238E27FC236}">
                    <a16:creationId xmlns:a16="http://schemas.microsoft.com/office/drawing/2014/main" id="{33FD5108-7602-4E19-85D0-97364A045AB3}"/>
                  </a:ext>
                </a:extLst>
              </p:cNvPr>
              <p:cNvSpPr/>
              <p:nvPr/>
            </p:nvSpPr>
            <p:spPr bwMode="auto">
              <a:xfrm>
                <a:off x="5993121" y="3116900"/>
                <a:ext cx="73011" cy="77808"/>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Helvetica Neue" charset="0"/>
                  <a:ea typeface="Helvetica Neue" charset="0"/>
                  <a:cs typeface="Helvetica Neue" charset="0"/>
                </a:endParaRPr>
              </a:p>
            </p:txBody>
          </p:sp>
          <p:sp>
            <p:nvSpPr>
              <p:cNvPr id="342" name="Oval 163">
                <a:extLst>
                  <a:ext uri="{FF2B5EF4-FFF2-40B4-BE49-F238E27FC236}">
                    <a16:creationId xmlns:a16="http://schemas.microsoft.com/office/drawing/2014/main" id="{43BA35B4-464A-4082-BD97-F53A00DB1D43}"/>
                  </a:ext>
                </a:extLst>
              </p:cNvPr>
              <p:cNvSpPr/>
              <p:nvPr/>
            </p:nvSpPr>
            <p:spPr bwMode="auto">
              <a:xfrm>
                <a:off x="7204148" y="3369379"/>
                <a:ext cx="73011" cy="76220"/>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Helvetica Neue" charset="0"/>
                  <a:ea typeface="Helvetica Neue" charset="0"/>
                  <a:cs typeface="Helvetica Neue" charset="0"/>
                </a:endParaRPr>
              </a:p>
            </p:txBody>
          </p:sp>
          <p:sp>
            <p:nvSpPr>
              <p:cNvPr id="343" name="Oval 164">
                <a:extLst>
                  <a:ext uri="{FF2B5EF4-FFF2-40B4-BE49-F238E27FC236}">
                    <a16:creationId xmlns:a16="http://schemas.microsoft.com/office/drawing/2014/main" id="{121A7DDE-4942-4963-85F5-1F26AB86C7E4}"/>
                  </a:ext>
                </a:extLst>
              </p:cNvPr>
              <p:cNvSpPr/>
              <p:nvPr/>
            </p:nvSpPr>
            <p:spPr bwMode="auto">
              <a:xfrm>
                <a:off x="7983460" y="3369379"/>
                <a:ext cx="73011" cy="76220"/>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Helvetica Neue" charset="0"/>
                  <a:ea typeface="Helvetica Neue" charset="0"/>
                  <a:cs typeface="Helvetica Neue" charset="0"/>
                </a:endParaRPr>
              </a:p>
            </p:txBody>
          </p:sp>
        </p:grpSp>
        <p:sp>
          <p:nvSpPr>
            <p:cNvPr id="330" name="Rectangle 119">
              <a:extLst>
                <a:ext uri="{FF2B5EF4-FFF2-40B4-BE49-F238E27FC236}">
                  <a16:creationId xmlns:a16="http://schemas.microsoft.com/office/drawing/2014/main" id="{687278AF-475E-4EB3-9B49-AAFD1FD7E40A}"/>
                </a:ext>
              </a:extLst>
            </p:cNvPr>
            <p:cNvSpPr/>
            <p:nvPr/>
          </p:nvSpPr>
          <p:spPr bwMode="auto">
            <a:xfrm rot="16200000">
              <a:off x="3726564" y="3104483"/>
              <a:ext cx="377429" cy="128588"/>
            </a:xfrm>
            <a:prstGeom prst="rect">
              <a:avLst/>
            </a:prstGeom>
            <a:solidFill>
              <a:srgbClr val="0070C0"/>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525" kern="0" dirty="0">
                  <a:solidFill>
                    <a:schemeClr val="bg1"/>
                  </a:solidFill>
                  <a:latin typeface="Consolas" panose="020B0609020204030204" pitchFamily="49" charset="0"/>
                  <a:ea typeface="Helvetica Neue" charset="0"/>
                  <a:cs typeface="Helvetica Neue" charset="0"/>
                </a:rPr>
                <a:t>32</a:t>
              </a:r>
            </a:p>
          </p:txBody>
        </p:sp>
      </p:grpSp>
      <p:sp>
        <p:nvSpPr>
          <p:cNvPr id="344" name="TextBox 20">
            <a:extLst>
              <a:ext uri="{FF2B5EF4-FFF2-40B4-BE49-F238E27FC236}">
                <a16:creationId xmlns:a16="http://schemas.microsoft.com/office/drawing/2014/main" id="{E9D6D32B-F83D-4AF3-9476-4B851C42998D}"/>
              </a:ext>
            </a:extLst>
          </p:cNvPr>
          <p:cNvSpPr txBox="1">
            <a:spLocks noChangeArrowheads="1"/>
          </p:cNvSpPr>
          <p:nvPr/>
        </p:nvSpPr>
        <p:spPr bwMode="auto">
          <a:xfrm>
            <a:off x="8775340" y="3018332"/>
            <a:ext cx="24621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entury Gothic" charset="0"/>
                <a:ea typeface="Osaka" charset="-128"/>
              </a:defRPr>
            </a:lvl1pPr>
            <a:lvl2pPr marL="742950" indent="-285750">
              <a:spcBef>
                <a:spcPct val="20000"/>
              </a:spcBef>
              <a:buChar char="–"/>
              <a:defRPr sz="2800">
                <a:solidFill>
                  <a:schemeClr val="tx1"/>
                </a:solidFill>
                <a:latin typeface="Century Gothic" charset="0"/>
                <a:ea typeface="Osaka" charset="-128"/>
              </a:defRPr>
            </a:lvl2pPr>
            <a:lvl3pPr marL="1143000" indent="-228600">
              <a:spcBef>
                <a:spcPct val="20000"/>
              </a:spcBef>
              <a:buChar char="•"/>
              <a:defRPr sz="2400">
                <a:solidFill>
                  <a:schemeClr val="tx1"/>
                </a:solidFill>
                <a:latin typeface="Century Gothic" charset="0"/>
                <a:ea typeface="Osaka" charset="-128"/>
              </a:defRPr>
            </a:lvl3pPr>
            <a:lvl4pPr marL="1600200" indent="-228600">
              <a:spcBef>
                <a:spcPct val="20000"/>
              </a:spcBef>
              <a:buChar char="–"/>
              <a:defRPr sz="2000">
                <a:solidFill>
                  <a:schemeClr val="tx1"/>
                </a:solidFill>
                <a:latin typeface="Century Gothic" charset="0"/>
                <a:ea typeface="Osaka" charset="-128"/>
              </a:defRPr>
            </a:lvl4pPr>
            <a:lvl5pPr marL="2057400" indent="-228600">
              <a:spcBef>
                <a:spcPct val="20000"/>
              </a:spcBef>
              <a:buChar char="»"/>
              <a:defRPr sz="2000">
                <a:solidFill>
                  <a:schemeClr val="tx1"/>
                </a:solidFill>
                <a:latin typeface="Century Gothic" charset="0"/>
                <a:ea typeface="Osaka" charset="-128"/>
              </a:defRPr>
            </a:lvl5pPr>
            <a:lvl6pPr marL="2514600" indent="-228600" eaLnBrk="0" fontAlgn="base" hangingPunct="0">
              <a:spcBef>
                <a:spcPct val="20000"/>
              </a:spcBef>
              <a:spcAft>
                <a:spcPct val="0"/>
              </a:spcAft>
              <a:buChar char="»"/>
              <a:defRPr sz="2000">
                <a:solidFill>
                  <a:schemeClr val="tx1"/>
                </a:solidFill>
                <a:latin typeface="Century Gothic" charset="0"/>
                <a:ea typeface="Osaka" charset="-128"/>
              </a:defRPr>
            </a:lvl6pPr>
            <a:lvl7pPr marL="2971800" indent="-228600" eaLnBrk="0" fontAlgn="base" hangingPunct="0">
              <a:spcBef>
                <a:spcPct val="20000"/>
              </a:spcBef>
              <a:spcAft>
                <a:spcPct val="0"/>
              </a:spcAft>
              <a:buChar char="»"/>
              <a:defRPr sz="2000">
                <a:solidFill>
                  <a:schemeClr val="tx1"/>
                </a:solidFill>
                <a:latin typeface="Century Gothic" charset="0"/>
                <a:ea typeface="Osaka" charset="-128"/>
              </a:defRPr>
            </a:lvl7pPr>
            <a:lvl8pPr marL="3429000" indent="-228600" eaLnBrk="0" fontAlgn="base" hangingPunct="0">
              <a:spcBef>
                <a:spcPct val="20000"/>
              </a:spcBef>
              <a:spcAft>
                <a:spcPct val="0"/>
              </a:spcAft>
              <a:buChar char="»"/>
              <a:defRPr sz="2000">
                <a:solidFill>
                  <a:schemeClr val="tx1"/>
                </a:solidFill>
                <a:latin typeface="Century Gothic" charset="0"/>
                <a:ea typeface="Osaka" charset="-128"/>
              </a:defRPr>
            </a:lvl8pPr>
            <a:lvl9pPr marL="3886200" indent="-228600" eaLnBrk="0" fontAlgn="base" hangingPunct="0">
              <a:spcBef>
                <a:spcPct val="20000"/>
              </a:spcBef>
              <a:spcAft>
                <a:spcPct val="0"/>
              </a:spcAft>
              <a:buChar char="»"/>
              <a:defRPr sz="2000">
                <a:solidFill>
                  <a:schemeClr val="tx1"/>
                </a:solidFill>
                <a:latin typeface="Century Gothic" charset="0"/>
                <a:ea typeface="Osaka" charset="-128"/>
              </a:defRPr>
            </a:lvl9pPr>
          </a:lstStyle>
          <a:p>
            <a:pPr algn="ctr" defTabSz="685800">
              <a:spcBef>
                <a:spcPct val="0"/>
              </a:spcBef>
              <a:buNone/>
              <a:defRPr/>
            </a:pPr>
            <a:r>
              <a:rPr lang="en-US" altLang="en-US" sz="1600" b="1" kern="0" dirty="0">
                <a:solidFill>
                  <a:srgbClr val="000000"/>
                </a:solidFill>
                <a:latin typeface="Roboto" panose="02000000000000000000" pitchFamily="2" charset="0"/>
                <a:ea typeface="Roboto" panose="02000000000000000000" pitchFamily="2" charset="0"/>
                <a:cs typeface="Helvetica Neue" charset="0"/>
              </a:rPr>
              <a:t>Record</a:t>
            </a:r>
          </a:p>
        </p:txBody>
      </p:sp>
      <p:cxnSp>
        <p:nvCxnSpPr>
          <p:cNvPr id="345" name="Conector: angular 344">
            <a:extLst>
              <a:ext uri="{FF2B5EF4-FFF2-40B4-BE49-F238E27FC236}">
                <a16:creationId xmlns:a16="http://schemas.microsoft.com/office/drawing/2014/main" id="{E44E0F89-8A01-4BCC-A58A-3F035B01C09E}"/>
              </a:ext>
            </a:extLst>
          </p:cNvPr>
          <p:cNvCxnSpPr>
            <a:cxnSpLocks/>
            <a:stCxn id="254" idx="3"/>
            <a:endCxn id="258" idx="1"/>
          </p:cNvCxnSpPr>
          <p:nvPr/>
        </p:nvCxnSpPr>
        <p:spPr>
          <a:xfrm flipV="1">
            <a:off x="4067203" y="4006987"/>
            <a:ext cx="1144876" cy="635610"/>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46" name="Conector: angular 345">
            <a:extLst>
              <a:ext uri="{FF2B5EF4-FFF2-40B4-BE49-F238E27FC236}">
                <a16:creationId xmlns:a16="http://schemas.microsoft.com/office/drawing/2014/main" id="{21274F41-4F09-4A71-98DF-29DA1F5185FB}"/>
              </a:ext>
            </a:extLst>
          </p:cNvPr>
          <p:cNvCxnSpPr>
            <a:cxnSpLocks/>
            <a:stCxn id="319" idx="3"/>
            <a:endCxn id="331" idx="1"/>
          </p:cNvCxnSpPr>
          <p:nvPr/>
        </p:nvCxnSpPr>
        <p:spPr>
          <a:xfrm flipV="1">
            <a:off x="7113066" y="3540423"/>
            <a:ext cx="1662276" cy="913318"/>
          </a:xfrm>
          <a:prstGeom prst="bentConnector3">
            <a:avLst>
              <a:gd name="adj1" fmla="val 50000"/>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999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Preguntas claves</a:t>
            </a:r>
            <a:endParaRPr dirty="0"/>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916649" y="873677"/>
            <a:ext cx="10824341" cy="244980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Si el usuario ve tablas con filas y columnas, ¿por qué el disco duro solo ve un rompecabezas de páginas de 8KB?</a:t>
            </a:r>
          </a:p>
          <a:p>
            <a:r>
              <a:rPr lang="es-MX" sz="2000" dirty="0"/>
              <a:t>¿Cómo realiza el DBMS la gestión de memoria?</a:t>
            </a:r>
          </a:p>
          <a:p>
            <a:pPr lvl="1"/>
            <a:r>
              <a:rPr lang="es-MX" sz="2000" dirty="0"/>
              <a:t>¿Cómo sabe el motor exactamente en qué lugar especifico del disco está el dato sin tener que leer archivos de terabytes de principio a fin?</a:t>
            </a:r>
          </a:p>
          <a:p>
            <a:pPr lvl="1"/>
            <a:r>
              <a:rPr lang="es-MX" sz="2000" dirty="0"/>
              <a:t>¿Cómo es posible modificar datos de forma instantánea si el disco duro es el componente más lento de toda la computadora?</a:t>
            </a:r>
          </a:p>
        </p:txBody>
      </p:sp>
      <p:pic>
        <p:nvPicPr>
          <p:cNvPr id="102" name="Imagen 101">
            <a:extLst>
              <a:ext uri="{FF2B5EF4-FFF2-40B4-BE49-F238E27FC236}">
                <a16:creationId xmlns:a16="http://schemas.microsoft.com/office/drawing/2014/main" id="{A8692211-7C80-4002-959F-10F10E368118}"/>
              </a:ext>
            </a:extLst>
          </p:cNvPr>
          <p:cNvPicPr>
            <a:picLocks noChangeAspect="1"/>
          </p:cNvPicPr>
          <p:nvPr/>
        </p:nvPicPr>
        <p:blipFill>
          <a:blip r:embed="rId3"/>
          <a:stretch>
            <a:fillRect/>
          </a:stretch>
        </p:blipFill>
        <p:spPr>
          <a:xfrm>
            <a:off x="1936891" y="3474927"/>
            <a:ext cx="4884160" cy="2827672"/>
          </a:xfrm>
          <a:prstGeom prst="rect">
            <a:avLst/>
          </a:prstGeom>
        </p:spPr>
      </p:pic>
      <p:grpSp>
        <p:nvGrpSpPr>
          <p:cNvPr id="104" name="Grupo 103">
            <a:extLst>
              <a:ext uri="{FF2B5EF4-FFF2-40B4-BE49-F238E27FC236}">
                <a16:creationId xmlns:a16="http://schemas.microsoft.com/office/drawing/2014/main" id="{D2A952E0-D401-401C-8AC4-2F1CC44E6667}"/>
              </a:ext>
            </a:extLst>
          </p:cNvPr>
          <p:cNvGrpSpPr/>
          <p:nvPr/>
        </p:nvGrpSpPr>
        <p:grpSpPr>
          <a:xfrm>
            <a:off x="7591901" y="3429000"/>
            <a:ext cx="2663208" cy="2827672"/>
            <a:chOff x="8693084" y="1737190"/>
            <a:chExt cx="2965516" cy="3053727"/>
          </a:xfrm>
        </p:grpSpPr>
        <p:sp>
          <p:nvSpPr>
            <p:cNvPr id="105" name="Rectángulo: esquina doblada 104">
              <a:extLst>
                <a:ext uri="{FF2B5EF4-FFF2-40B4-BE49-F238E27FC236}">
                  <a16:creationId xmlns:a16="http://schemas.microsoft.com/office/drawing/2014/main" id="{38292492-5762-4480-A152-99C95E012E8F}"/>
                </a:ext>
              </a:extLst>
            </p:cNvPr>
            <p:cNvSpPr/>
            <p:nvPr/>
          </p:nvSpPr>
          <p:spPr>
            <a:xfrm flipV="1">
              <a:off x="8788334" y="2067083"/>
              <a:ext cx="2870266" cy="2723834"/>
            </a:xfrm>
            <a:prstGeom prst="foldedCorner">
              <a:avLst>
                <a:gd name="adj" fmla="val 10553"/>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6" name="CuadroTexto 105">
              <a:extLst>
                <a:ext uri="{FF2B5EF4-FFF2-40B4-BE49-F238E27FC236}">
                  <a16:creationId xmlns:a16="http://schemas.microsoft.com/office/drawing/2014/main" id="{223D3962-872F-4B5B-897F-DE39E5499AF9}"/>
                </a:ext>
              </a:extLst>
            </p:cNvPr>
            <p:cNvSpPr txBox="1"/>
            <p:nvPr/>
          </p:nvSpPr>
          <p:spPr>
            <a:xfrm>
              <a:off x="8693084" y="1737190"/>
              <a:ext cx="804797" cy="338554"/>
            </a:xfrm>
            <a:prstGeom prst="rect">
              <a:avLst/>
            </a:prstGeom>
            <a:noFill/>
          </p:spPr>
          <p:txBody>
            <a:bodyPr wrap="square" rtlCol="0">
              <a:spAutoFit/>
            </a:bodyPr>
            <a:lstStyle/>
            <a:p>
              <a:r>
                <a:rPr lang="es-CO" sz="1600" b="1" dirty="0">
                  <a:latin typeface="Roboto" panose="02000000000000000000" pitchFamily="2" charset="0"/>
                  <a:ea typeface="Roboto" panose="02000000000000000000" pitchFamily="2" charset="0"/>
                </a:rPr>
                <a:t>File</a:t>
              </a:r>
            </a:p>
          </p:txBody>
        </p:sp>
        <p:pic>
          <p:nvPicPr>
            <p:cNvPr id="107" name="Imagen 106">
              <a:extLst>
                <a:ext uri="{FF2B5EF4-FFF2-40B4-BE49-F238E27FC236}">
                  <a16:creationId xmlns:a16="http://schemas.microsoft.com/office/drawing/2014/main" id="{92595930-9526-473E-AF55-78328D86CCBD}"/>
                </a:ext>
              </a:extLst>
            </p:cNvPr>
            <p:cNvPicPr>
              <a:picLocks noChangeAspect="1"/>
            </p:cNvPicPr>
            <p:nvPr/>
          </p:nvPicPr>
          <p:blipFill>
            <a:blip r:embed="rId4"/>
            <a:stretch>
              <a:fillRect/>
            </a:stretch>
          </p:blipFill>
          <p:spPr>
            <a:xfrm>
              <a:off x="9059731" y="2317314"/>
              <a:ext cx="1066800" cy="655320"/>
            </a:xfrm>
            <a:prstGeom prst="rect">
              <a:avLst/>
            </a:prstGeom>
          </p:spPr>
        </p:pic>
        <p:pic>
          <p:nvPicPr>
            <p:cNvPr id="108" name="Imagen 107">
              <a:extLst>
                <a:ext uri="{FF2B5EF4-FFF2-40B4-BE49-F238E27FC236}">
                  <a16:creationId xmlns:a16="http://schemas.microsoft.com/office/drawing/2014/main" id="{311AD628-BF2C-4A4E-9086-BF87B1D0B8EA}"/>
                </a:ext>
              </a:extLst>
            </p:cNvPr>
            <p:cNvPicPr>
              <a:picLocks noChangeAspect="1"/>
            </p:cNvPicPr>
            <p:nvPr/>
          </p:nvPicPr>
          <p:blipFill>
            <a:blip r:embed="rId4"/>
            <a:stretch>
              <a:fillRect/>
            </a:stretch>
          </p:blipFill>
          <p:spPr>
            <a:xfrm>
              <a:off x="10251429" y="2317314"/>
              <a:ext cx="1066800" cy="655320"/>
            </a:xfrm>
            <a:prstGeom prst="rect">
              <a:avLst/>
            </a:prstGeom>
          </p:spPr>
        </p:pic>
        <p:pic>
          <p:nvPicPr>
            <p:cNvPr id="109" name="Imagen 108">
              <a:extLst>
                <a:ext uri="{FF2B5EF4-FFF2-40B4-BE49-F238E27FC236}">
                  <a16:creationId xmlns:a16="http://schemas.microsoft.com/office/drawing/2014/main" id="{59AD8BD4-CF1A-49FE-9F33-4B07C47E896D}"/>
                </a:ext>
              </a:extLst>
            </p:cNvPr>
            <p:cNvPicPr>
              <a:picLocks noChangeAspect="1"/>
            </p:cNvPicPr>
            <p:nvPr/>
          </p:nvPicPr>
          <p:blipFill>
            <a:blip r:embed="rId4"/>
            <a:stretch>
              <a:fillRect/>
            </a:stretch>
          </p:blipFill>
          <p:spPr>
            <a:xfrm>
              <a:off x="9059731" y="3171350"/>
              <a:ext cx="1066800" cy="655320"/>
            </a:xfrm>
            <a:prstGeom prst="rect">
              <a:avLst/>
            </a:prstGeom>
          </p:spPr>
        </p:pic>
        <p:pic>
          <p:nvPicPr>
            <p:cNvPr id="110" name="Imagen 109">
              <a:extLst>
                <a:ext uri="{FF2B5EF4-FFF2-40B4-BE49-F238E27FC236}">
                  <a16:creationId xmlns:a16="http://schemas.microsoft.com/office/drawing/2014/main" id="{1E17AA1E-DCCD-4AF6-958A-B995C39E2C70}"/>
                </a:ext>
              </a:extLst>
            </p:cNvPr>
            <p:cNvPicPr>
              <a:picLocks noChangeAspect="1"/>
            </p:cNvPicPr>
            <p:nvPr/>
          </p:nvPicPr>
          <p:blipFill>
            <a:blip r:embed="rId4"/>
            <a:stretch>
              <a:fillRect/>
            </a:stretch>
          </p:blipFill>
          <p:spPr>
            <a:xfrm>
              <a:off x="10251429" y="3171350"/>
              <a:ext cx="1066800" cy="655320"/>
            </a:xfrm>
            <a:prstGeom prst="rect">
              <a:avLst/>
            </a:prstGeom>
          </p:spPr>
        </p:pic>
        <p:pic>
          <p:nvPicPr>
            <p:cNvPr id="111" name="Imagen 110">
              <a:extLst>
                <a:ext uri="{FF2B5EF4-FFF2-40B4-BE49-F238E27FC236}">
                  <a16:creationId xmlns:a16="http://schemas.microsoft.com/office/drawing/2014/main" id="{10373FB6-5150-4B21-A5B4-3C150C072697}"/>
                </a:ext>
              </a:extLst>
            </p:cNvPr>
            <p:cNvPicPr>
              <a:picLocks noChangeAspect="1"/>
            </p:cNvPicPr>
            <p:nvPr/>
          </p:nvPicPr>
          <p:blipFill>
            <a:blip r:embed="rId4"/>
            <a:stretch>
              <a:fillRect/>
            </a:stretch>
          </p:blipFill>
          <p:spPr>
            <a:xfrm>
              <a:off x="9059731" y="3938689"/>
              <a:ext cx="1066800" cy="655320"/>
            </a:xfrm>
            <a:prstGeom prst="rect">
              <a:avLst/>
            </a:prstGeom>
          </p:spPr>
        </p:pic>
        <p:pic>
          <p:nvPicPr>
            <p:cNvPr id="112" name="Imagen 111">
              <a:extLst>
                <a:ext uri="{FF2B5EF4-FFF2-40B4-BE49-F238E27FC236}">
                  <a16:creationId xmlns:a16="http://schemas.microsoft.com/office/drawing/2014/main" id="{9CB77389-0419-4489-98E4-0A91EF638A7D}"/>
                </a:ext>
              </a:extLst>
            </p:cNvPr>
            <p:cNvPicPr>
              <a:picLocks noChangeAspect="1"/>
            </p:cNvPicPr>
            <p:nvPr/>
          </p:nvPicPr>
          <p:blipFill>
            <a:blip r:embed="rId4"/>
            <a:stretch>
              <a:fillRect/>
            </a:stretch>
          </p:blipFill>
          <p:spPr>
            <a:xfrm>
              <a:off x="10251429" y="3938689"/>
              <a:ext cx="1066800" cy="655320"/>
            </a:xfrm>
            <a:prstGeom prst="rect">
              <a:avLst/>
            </a:prstGeom>
          </p:spPr>
        </p:pic>
      </p:grpSp>
    </p:spTree>
    <p:extLst>
      <p:ext uri="{BB962C8B-B14F-4D97-AF65-F5344CB8AC3E}">
        <p14:creationId xmlns:p14="http://schemas.microsoft.com/office/powerpoint/2010/main" val="1048440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 Buffer Pool (Buffer de la base de datos)</a:t>
            </a:r>
            <a:endParaRPr dirty="0"/>
          </a:p>
        </p:txBody>
      </p:sp>
      <p:grpSp>
        <p:nvGrpSpPr>
          <p:cNvPr id="113" name="Grupo 112">
            <a:extLst>
              <a:ext uri="{FF2B5EF4-FFF2-40B4-BE49-F238E27FC236}">
                <a16:creationId xmlns:a16="http://schemas.microsoft.com/office/drawing/2014/main" id="{1D397F97-A0A4-4D6C-9D95-168C568EB4F2}"/>
              </a:ext>
            </a:extLst>
          </p:cNvPr>
          <p:cNvGrpSpPr/>
          <p:nvPr/>
        </p:nvGrpSpPr>
        <p:grpSpPr>
          <a:xfrm>
            <a:off x="5307695" y="2154595"/>
            <a:ext cx="6884305" cy="4292430"/>
            <a:chOff x="5148084" y="1843332"/>
            <a:chExt cx="6884305" cy="4292430"/>
          </a:xfrm>
        </p:grpSpPr>
        <p:sp>
          <p:nvSpPr>
            <p:cNvPr id="45" name="Rectángulo 44">
              <a:extLst>
                <a:ext uri="{FF2B5EF4-FFF2-40B4-BE49-F238E27FC236}">
                  <a16:creationId xmlns:a16="http://schemas.microsoft.com/office/drawing/2014/main" id="{6AC8D3BE-F654-4018-A858-7CAE02A22A10}"/>
                </a:ext>
              </a:extLst>
            </p:cNvPr>
            <p:cNvSpPr/>
            <p:nvPr/>
          </p:nvSpPr>
          <p:spPr>
            <a:xfrm>
              <a:off x="6977986" y="1843332"/>
              <a:ext cx="3967065" cy="1750899"/>
            </a:xfrm>
            <a:prstGeom prst="rect">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9" name="Google Shape;155;p35">
              <a:extLst>
                <a:ext uri="{FF2B5EF4-FFF2-40B4-BE49-F238E27FC236}">
                  <a16:creationId xmlns:a16="http://schemas.microsoft.com/office/drawing/2014/main" id="{18DC9F5E-1882-4E35-B4DF-D71E043C8370}"/>
                </a:ext>
              </a:extLst>
            </p:cNvPr>
            <p:cNvPicPr preferRelativeResize="0"/>
            <p:nvPr/>
          </p:nvPicPr>
          <p:blipFill>
            <a:blip r:embed="rId3">
              <a:alphaModFix/>
            </a:blip>
            <a:stretch>
              <a:fillRect/>
            </a:stretch>
          </p:blipFill>
          <p:spPr>
            <a:xfrm>
              <a:off x="10837829" y="4712451"/>
              <a:ext cx="830906" cy="923400"/>
            </a:xfrm>
            <a:prstGeom prst="rect">
              <a:avLst/>
            </a:prstGeom>
            <a:noFill/>
            <a:ln>
              <a:noFill/>
            </a:ln>
          </p:spPr>
        </p:pic>
        <p:pic>
          <p:nvPicPr>
            <p:cNvPr id="35" name="Google Shape;161;p35">
              <a:extLst>
                <a:ext uri="{FF2B5EF4-FFF2-40B4-BE49-F238E27FC236}">
                  <a16:creationId xmlns:a16="http://schemas.microsoft.com/office/drawing/2014/main" id="{A9A5E7D3-85AF-454F-B90A-7325701B0373}"/>
                </a:ext>
              </a:extLst>
            </p:cNvPr>
            <p:cNvPicPr preferRelativeResize="0"/>
            <p:nvPr/>
          </p:nvPicPr>
          <p:blipFill>
            <a:blip r:embed="rId4">
              <a:alphaModFix/>
            </a:blip>
            <a:stretch>
              <a:fillRect/>
            </a:stretch>
          </p:blipFill>
          <p:spPr>
            <a:xfrm>
              <a:off x="11031874" y="2267051"/>
              <a:ext cx="1000515" cy="852714"/>
            </a:xfrm>
            <a:prstGeom prst="rect">
              <a:avLst/>
            </a:prstGeom>
            <a:noFill/>
            <a:ln>
              <a:noFill/>
            </a:ln>
          </p:spPr>
        </p:pic>
        <p:sp>
          <p:nvSpPr>
            <p:cNvPr id="12" name="Cilindro 11">
              <a:extLst>
                <a:ext uri="{FF2B5EF4-FFF2-40B4-BE49-F238E27FC236}">
                  <a16:creationId xmlns:a16="http://schemas.microsoft.com/office/drawing/2014/main" id="{59C3A7B1-E117-4573-813A-24E7CA360DD6}"/>
                </a:ext>
              </a:extLst>
            </p:cNvPr>
            <p:cNvSpPr/>
            <p:nvPr/>
          </p:nvSpPr>
          <p:spPr>
            <a:xfrm>
              <a:off x="7224292" y="4346075"/>
              <a:ext cx="3474451" cy="1789687"/>
            </a:xfrm>
            <a:prstGeom prst="can">
              <a:avLst/>
            </a:prstGeom>
            <a:solidFill>
              <a:schemeClr val="accent3">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44" name="Rectángulo 43">
              <a:extLst>
                <a:ext uri="{FF2B5EF4-FFF2-40B4-BE49-F238E27FC236}">
                  <a16:creationId xmlns:a16="http://schemas.microsoft.com/office/drawing/2014/main" id="{BE2BF5C3-A5A2-4907-9B5B-DC3CF1513C7D}"/>
                </a:ext>
              </a:extLst>
            </p:cNvPr>
            <p:cNvSpPr/>
            <p:nvPr/>
          </p:nvSpPr>
          <p:spPr>
            <a:xfrm>
              <a:off x="8599177" y="2447565"/>
              <a:ext cx="2345873" cy="1146666"/>
            </a:xfrm>
            <a:prstGeom prst="rect">
              <a:avLst/>
            </a:prstGeom>
            <a:solidFill>
              <a:schemeClr val="accent3">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s-CO" sz="1600" b="1" dirty="0">
                  <a:solidFill>
                    <a:schemeClr val="bg1">
                      <a:lumMod val="50000"/>
                    </a:schemeClr>
                  </a:solidFill>
                </a:rPr>
                <a:t>Buffer</a:t>
              </a:r>
              <a:endParaRPr lang="es-CO" b="1" dirty="0">
                <a:solidFill>
                  <a:schemeClr val="bg1">
                    <a:lumMod val="50000"/>
                  </a:schemeClr>
                </a:solidFill>
              </a:endParaRPr>
            </a:p>
          </p:txBody>
        </p:sp>
        <p:grpSp>
          <p:nvGrpSpPr>
            <p:cNvPr id="76" name="Grupo 75">
              <a:extLst>
                <a:ext uri="{FF2B5EF4-FFF2-40B4-BE49-F238E27FC236}">
                  <a16:creationId xmlns:a16="http://schemas.microsoft.com/office/drawing/2014/main" id="{1121E51F-CA75-46E1-862E-C7C8385BEE19}"/>
                </a:ext>
              </a:extLst>
            </p:cNvPr>
            <p:cNvGrpSpPr/>
            <p:nvPr/>
          </p:nvGrpSpPr>
          <p:grpSpPr>
            <a:xfrm>
              <a:off x="8854853" y="3074368"/>
              <a:ext cx="657197" cy="343486"/>
              <a:chOff x="9540746" y="3024469"/>
              <a:chExt cx="657197" cy="343486"/>
            </a:xfrm>
          </p:grpSpPr>
          <p:sp>
            <p:nvSpPr>
              <p:cNvPr id="70" name="Rectángulo 69">
                <a:extLst>
                  <a:ext uri="{FF2B5EF4-FFF2-40B4-BE49-F238E27FC236}">
                    <a16:creationId xmlns:a16="http://schemas.microsoft.com/office/drawing/2014/main" id="{77F14AB8-1BD3-467B-A7EF-17799EB3AA97}"/>
                  </a:ext>
                </a:extLst>
              </p:cNvPr>
              <p:cNvSpPr/>
              <p:nvPr/>
            </p:nvSpPr>
            <p:spPr>
              <a:xfrm>
                <a:off x="9540746" y="3024469"/>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1" name="Rectángulo 70">
                <a:extLst>
                  <a:ext uri="{FF2B5EF4-FFF2-40B4-BE49-F238E27FC236}">
                    <a16:creationId xmlns:a16="http://schemas.microsoft.com/office/drawing/2014/main" id="{1E51DCD9-9E93-4BE8-9C38-CE9E13F323E9}"/>
                  </a:ext>
                </a:extLst>
              </p:cNvPr>
              <p:cNvSpPr/>
              <p:nvPr/>
            </p:nvSpPr>
            <p:spPr>
              <a:xfrm>
                <a:off x="9914435" y="3024469"/>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69" name="Grupo 68">
              <a:extLst>
                <a:ext uri="{FF2B5EF4-FFF2-40B4-BE49-F238E27FC236}">
                  <a16:creationId xmlns:a16="http://schemas.microsoft.com/office/drawing/2014/main" id="{43A430A9-969D-443F-B9E9-BF86C35CAE6A}"/>
                </a:ext>
              </a:extLst>
            </p:cNvPr>
            <p:cNvGrpSpPr/>
            <p:nvPr/>
          </p:nvGrpSpPr>
          <p:grpSpPr>
            <a:xfrm>
              <a:off x="8854853" y="1954642"/>
              <a:ext cx="1401218" cy="347490"/>
              <a:chOff x="9540746" y="1904743"/>
              <a:chExt cx="1401218" cy="347490"/>
            </a:xfrm>
          </p:grpSpPr>
          <p:sp>
            <p:nvSpPr>
              <p:cNvPr id="72" name="Rectángulo 71">
                <a:extLst>
                  <a:ext uri="{FF2B5EF4-FFF2-40B4-BE49-F238E27FC236}">
                    <a16:creationId xmlns:a16="http://schemas.microsoft.com/office/drawing/2014/main" id="{F600BD46-03AF-4B78-A8C5-85EFF87A1C7F}"/>
                  </a:ext>
                </a:extLst>
              </p:cNvPr>
              <p:cNvSpPr/>
              <p:nvPr/>
            </p:nvSpPr>
            <p:spPr>
              <a:xfrm>
                <a:off x="9540746" y="1908747"/>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3" name="Rectángulo 72">
                <a:extLst>
                  <a:ext uri="{FF2B5EF4-FFF2-40B4-BE49-F238E27FC236}">
                    <a16:creationId xmlns:a16="http://schemas.microsoft.com/office/drawing/2014/main" id="{BE88173E-E114-4886-BA59-15655693C3B7}"/>
                  </a:ext>
                </a:extLst>
              </p:cNvPr>
              <p:cNvSpPr/>
              <p:nvPr/>
            </p:nvSpPr>
            <p:spPr>
              <a:xfrm>
                <a:off x="9914435" y="1908747"/>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4" name="Rectángulo 73">
                <a:extLst>
                  <a:ext uri="{FF2B5EF4-FFF2-40B4-BE49-F238E27FC236}">
                    <a16:creationId xmlns:a16="http://schemas.microsoft.com/office/drawing/2014/main" id="{4BB91BD7-F058-4BD9-8705-F7EBA57662E6}"/>
                  </a:ext>
                </a:extLst>
              </p:cNvPr>
              <p:cNvSpPr/>
              <p:nvPr/>
            </p:nvSpPr>
            <p:spPr>
              <a:xfrm>
                <a:off x="10288124" y="1906474"/>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5" name="Rectángulo 74">
                <a:extLst>
                  <a:ext uri="{FF2B5EF4-FFF2-40B4-BE49-F238E27FC236}">
                    <a16:creationId xmlns:a16="http://schemas.microsoft.com/office/drawing/2014/main" id="{71677A87-D51D-4B1C-94B3-51A5566DD74F}"/>
                  </a:ext>
                </a:extLst>
              </p:cNvPr>
              <p:cNvSpPr/>
              <p:nvPr/>
            </p:nvSpPr>
            <p:spPr>
              <a:xfrm>
                <a:off x="10658456" y="1904743"/>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78" name="Grupo 77">
              <a:extLst>
                <a:ext uri="{FF2B5EF4-FFF2-40B4-BE49-F238E27FC236}">
                  <a16:creationId xmlns:a16="http://schemas.microsoft.com/office/drawing/2014/main" id="{56212FBF-03B5-4A2F-86ED-911C6B46E7B5}"/>
                </a:ext>
              </a:extLst>
            </p:cNvPr>
            <p:cNvGrpSpPr/>
            <p:nvPr/>
          </p:nvGrpSpPr>
          <p:grpSpPr>
            <a:xfrm>
              <a:off x="7131384" y="2547038"/>
              <a:ext cx="657197" cy="343486"/>
              <a:chOff x="9540746" y="3024469"/>
              <a:chExt cx="657197" cy="343486"/>
            </a:xfrm>
          </p:grpSpPr>
          <p:sp>
            <p:nvSpPr>
              <p:cNvPr id="79" name="Rectángulo 78">
                <a:extLst>
                  <a:ext uri="{FF2B5EF4-FFF2-40B4-BE49-F238E27FC236}">
                    <a16:creationId xmlns:a16="http://schemas.microsoft.com/office/drawing/2014/main" id="{F033B2DD-FF18-4C80-92A4-B555B1A3462B}"/>
                  </a:ext>
                </a:extLst>
              </p:cNvPr>
              <p:cNvSpPr/>
              <p:nvPr/>
            </p:nvSpPr>
            <p:spPr>
              <a:xfrm>
                <a:off x="9540746" y="3024469"/>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0" name="Rectángulo 79">
                <a:extLst>
                  <a:ext uri="{FF2B5EF4-FFF2-40B4-BE49-F238E27FC236}">
                    <a16:creationId xmlns:a16="http://schemas.microsoft.com/office/drawing/2014/main" id="{DCA5CD72-94E4-475B-BF1C-35AEF2082271}"/>
                  </a:ext>
                </a:extLst>
              </p:cNvPr>
              <p:cNvSpPr/>
              <p:nvPr/>
            </p:nvSpPr>
            <p:spPr>
              <a:xfrm>
                <a:off x="9914435" y="3024469"/>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grpSp>
          <p:nvGrpSpPr>
            <p:cNvPr id="81" name="Grupo 80">
              <a:extLst>
                <a:ext uri="{FF2B5EF4-FFF2-40B4-BE49-F238E27FC236}">
                  <a16:creationId xmlns:a16="http://schemas.microsoft.com/office/drawing/2014/main" id="{EEA6B003-38CD-4BB1-AA96-54A45297AFE7}"/>
                </a:ext>
              </a:extLst>
            </p:cNvPr>
            <p:cNvGrpSpPr/>
            <p:nvPr/>
          </p:nvGrpSpPr>
          <p:grpSpPr>
            <a:xfrm>
              <a:off x="7135856" y="3004788"/>
              <a:ext cx="1030886" cy="345759"/>
              <a:chOff x="9540746" y="1906474"/>
              <a:chExt cx="1030886" cy="345759"/>
            </a:xfrm>
          </p:grpSpPr>
          <p:sp>
            <p:nvSpPr>
              <p:cNvPr id="82" name="Rectángulo 81">
                <a:extLst>
                  <a:ext uri="{FF2B5EF4-FFF2-40B4-BE49-F238E27FC236}">
                    <a16:creationId xmlns:a16="http://schemas.microsoft.com/office/drawing/2014/main" id="{FF533BB0-9B3E-49AB-AAAE-D02F8BD5E691}"/>
                  </a:ext>
                </a:extLst>
              </p:cNvPr>
              <p:cNvSpPr/>
              <p:nvPr/>
            </p:nvSpPr>
            <p:spPr>
              <a:xfrm>
                <a:off x="9540746" y="1908747"/>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3" name="Rectángulo 82">
                <a:extLst>
                  <a:ext uri="{FF2B5EF4-FFF2-40B4-BE49-F238E27FC236}">
                    <a16:creationId xmlns:a16="http://schemas.microsoft.com/office/drawing/2014/main" id="{C6C2C315-0B95-4C79-BB7D-587843584498}"/>
                  </a:ext>
                </a:extLst>
              </p:cNvPr>
              <p:cNvSpPr/>
              <p:nvPr/>
            </p:nvSpPr>
            <p:spPr>
              <a:xfrm>
                <a:off x="9914435" y="1908747"/>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4" name="Rectángulo 83">
                <a:extLst>
                  <a:ext uri="{FF2B5EF4-FFF2-40B4-BE49-F238E27FC236}">
                    <a16:creationId xmlns:a16="http://schemas.microsoft.com/office/drawing/2014/main" id="{F67F16D4-22F3-4308-B50C-3684D578DC97}"/>
                  </a:ext>
                </a:extLst>
              </p:cNvPr>
              <p:cNvSpPr/>
              <p:nvPr/>
            </p:nvSpPr>
            <p:spPr>
              <a:xfrm>
                <a:off x="10288124" y="1906474"/>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87" name="CuadroTexto 86">
              <a:extLst>
                <a:ext uri="{FF2B5EF4-FFF2-40B4-BE49-F238E27FC236}">
                  <a16:creationId xmlns:a16="http://schemas.microsoft.com/office/drawing/2014/main" id="{A66325E0-129B-4871-A9E1-820595159ED5}"/>
                </a:ext>
              </a:extLst>
            </p:cNvPr>
            <p:cNvSpPr txBox="1"/>
            <p:nvPr/>
          </p:nvSpPr>
          <p:spPr>
            <a:xfrm>
              <a:off x="7068005" y="2158341"/>
              <a:ext cx="1061128" cy="284824"/>
            </a:xfrm>
            <a:prstGeom prst="rect">
              <a:avLst/>
            </a:prstGeom>
            <a:noFill/>
          </p:spPr>
          <p:txBody>
            <a:bodyPr wrap="square">
              <a:spAutoFit/>
            </a:bodyPr>
            <a:lstStyle/>
            <a:p>
              <a:pPr algn="ctr"/>
              <a:r>
                <a:rPr lang="es-CO" sz="1200" b="1" dirty="0">
                  <a:solidFill>
                    <a:schemeClr val="bg1">
                      <a:lumMod val="50000"/>
                    </a:schemeClr>
                  </a:solidFill>
                  <a:latin typeface="Roboto" panose="02000000000000000000" pitchFamily="2" charset="0"/>
                  <a:ea typeface="Roboto" panose="02000000000000000000" pitchFamily="2" charset="0"/>
                </a:rPr>
                <a:t>RAM Pages</a:t>
              </a:r>
            </a:p>
          </p:txBody>
        </p:sp>
        <p:sp>
          <p:nvSpPr>
            <p:cNvPr id="89" name="CuadroTexto 88">
              <a:extLst>
                <a:ext uri="{FF2B5EF4-FFF2-40B4-BE49-F238E27FC236}">
                  <a16:creationId xmlns:a16="http://schemas.microsoft.com/office/drawing/2014/main" id="{9A7C8237-3B5E-44DE-A72C-2DF5EDF946B4}"/>
                </a:ext>
              </a:extLst>
            </p:cNvPr>
            <p:cNvSpPr txBox="1"/>
            <p:nvPr/>
          </p:nvSpPr>
          <p:spPr>
            <a:xfrm>
              <a:off x="9524898" y="3035801"/>
              <a:ext cx="526069" cy="307777"/>
            </a:xfrm>
            <a:prstGeom prst="rect">
              <a:avLst/>
            </a:prstGeom>
            <a:noFill/>
          </p:spPr>
          <p:txBody>
            <a:bodyPr wrap="square" anchor="ctr">
              <a:spAutoFit/>
            </a:bodyPr>
            <a:lstStyle/>
            <a:p>
              <a:pPr algn="ctr"/>
              <a:r>
                <a:rPr lang="es-CO" b="1" dirty="0">
                  <a:solidFill>
                    <a:schemeClr val="bg1">
                      <a:lumMod val="50000"/>
                    </a:schemeClr>
                  </a:solidFill>
                  <a:latin typeface="Roboto" panose="02000000000000000000" pitchFamily="2" charset="0"/>
                  <a:ea typeface="Roboto" panose="02000000000000000000" pitchFamily="2" charset="0"/>
                </a:rPr>
                <a:t>. . .</a:t>
              </a:r>
            </a:p>
          </p:txBody>
        </p:sp>
        <p:sp>
          <p:nvSpPr>
            <p:cNvPr id="88" name="Rectángulo: esquinas redondeadas 87">
              <a:extLst>
                <a:ext uri="{FF2B5EF4-FFF2-40B4-BE49-F238E27FC236}">
                  <a16:creationId xmlns:a16="http://schemas.microsoft.com/office/drawing/2014/main" id="{E6B2D000-B35B-4496-8507-EB87B1DE872A}"/>
                </a:ext>
              </a:extLst>
            </p:cNvPr>
            <p:cNvSpPr/>
            <p:nvPr/>
          </p:nvSpPr>
          <p:spPr>
            <a:xfrm>
              <a:off x="8526473" y="5380065"/>
              <a:ext cx="1971153" cy="511573"/>
            </a:xfrm>
            <a:prstGeom prst="round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96" name="Grupo 95">
              <a:extLst>
                <a:ext uri="{FF2B5EF4-FFF2-40B4-BE49-F238E27FC236}">
                  <a16:creationId xmlns:a16="http://schemas.microsoft.com/office/drawing/2014/main" id="{50C8986F-0166-47E0-8C8E-7A93DE3774F4}"/>
                </a:ext>
              </a:extLst>
            </p:cNvPr>
            <p:cNvGrpSpPr/>
            <p:nvPr/>
          </p:nvGrpSpPr>
          <p:grpSpPr>
            <a:xfrm>
              <a:off x="8642411" y="4906121"/>
              <a:ext cx="1778004" cy="382443"/>
              <a:chOff x="9342818" y="4827194"/>
              <a:chExt cx="1778004" cy="382443"/>
            </a:xfrm>
          </p:grpSpPr>
          <p:sp>
            <p:nvSpPr>
              <p:cNvPr id="98" name="Rectángulo 97">
                <a:extLst>
                  <a:ext uri="{FF2B5EF4-FFF2-40B4-BE49-F238E27FC236}">
                    <a16:creationId xmlns:a16="http://schemas.microsoft.com/office/drawing/2014/main" id="{ADEF1F3B-87B3-4AA9-AA39-705729DA1B60}"/>
                  </a:ext>
                </a:extLst>
              </p:cNvPr>
              <p:cNvSpPr/>
              <p:nvPr/>
            </p:nvSpPr>
            <p:spPr>
              <a:xfrm>
                <a:off x="9342818" y="4866151"/>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9" name="Rectángulo 98">
                <a:extLst>
                  <a:ext uri="{FF2B5EF4-FFF2-40B4-BE49-F238E27FC236}">
                    <a16:creationId xmlns:a16="http://schemas.microsoft.com/office/drawing/2014/main" id="{A941FBCE-8489-49D5-B028-792DE824E376}"/>
                  </a:ext>
                </a:extLst>
              </p:cNvPr>
              <p:cNvSpPr/>
              <p:nvPr/>
            </p:nvSpPr>
            <p:spPr>
              <a:xfrm>
                <a:off x="9716507" y="4866151"/>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0" name="Rectángulo 99">
                <a:extLst>
                  <a:ext uri="{FF2B5EF4-FFF2-40B4-BE49-F238E27FC236}">
                    <a16:creationId xmlns:a16="http://schemas.microsoft.com/office/drawing/2014/main" id="{95D114B1-E6AD-4295-BD4B-D9E0144F1A4D}"/>
                  </a:ext>
                </a:extLst>
              </p:cNvPr>
              <p:cNvSpPr/>
              <p:nvPr/>
            </p:nvSpPr>
            <p:spPr>
              <a:xfrm>
                <a:off x="10090196" y="4863878"/>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1" name="Rectángulo 100">
                <a:extLst>
                  <a:ext uri="{FF2B5EF4-FFF2-40B4-BE49-F238E27FC236}">
                    <a16:creationId xmlns:a16="http://schemas.microsoft.com/office/drawing/2014/main" id="{DBE5269F-6388-4840-BC79-165BBCB4308D}"/>
                  </a:ext>
                </a:extLst>
              </p:cNvPr>
              <p:cNvSpPr/>
              <p:nvPr/>
            </p:nvSpPr>
            <p:spPr>
              <a:xfrm>
                <a:off x="10837314" y="4863878"/>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2" name="CuadroTexto 101">
                <a:extLst>
                  <a:ext uri="{FF2B5EF4-FFF2-40B4-BE49-F238E27FC236}">
                    <a16:creationId xmlns:a16="http://schemas.microsoft.com/office/drawing/2014/main" id="{F963851F-D7C5-4A5B-BB4F-D570C3225E3D}"/>
                  </a:ext>
                </a:extLst>
              </p:cNvPr>
              <p:cNvSpPr txBox="1"/>
              <p:nvPr/>
            </p:nvSpPr>
            <p:spPr>
              <a:xfrm>
                <a:off x="10342475" y="4827194"/>
                <a:ext cx="526069" cy="307777"/>
              </a:xfrm>
              <a:prstGeom prst="rect">
                <a:avLst/>
              </a:prstGeom>
              <a:noFill/>
            </p:spPr>
            <p:txBody>
              <a:bodyPr wrap="square" anchor="ctr">
                <a:spAutoFit/>
              </a:bodyPr>
              <a:lstStyle/>
              <a:p>
                <a:pPr algn="ctr"/>
                <a:r>
                  <a:rPr lang="es-CO" b="1" dirty="0">
                    <a:solidFill>
                      <a:schemeClr val="bg1">
                        <a:lumMod val="50000"/>
                      </a:schemeClr>
                    </a:solidFill>
                    <a:latin typeface="Roboto" panose="02000000000000000000" pitchFamily="2" charset="0"/>
                    <a:ea typeface="Roboto" panose="02000000000000000000" pitchFamily="2" charset="0"/>
                  </a:rPr>
                  <a:t>. . .</a:t>
                </a:r>
              </a:p>
            </p:txBody>
          </p:sp>
        </p:grpSp>
        <p:grpSp>
          <p:nvGrpSpPr>
            <p:cNvPr id="104" name="Grupo 103">
              <a:extLst>
                <a:ext uri="{FF2B5EF4-FFF2-40B4-BE49-F238E27FC236}">
                  <a16:creationId xmlns:a16="http://schemas.microsoft.com/office/drawing/2014/main" id="{5DE48F67-708B-4017-B444-FBE0184B8BB9}"/>
                </a:ext>
              </a:extLst>
            </p:cNvPr>
            <p:cNvGrpSpPr/>
            <p:nvPr/>
          </p:nvGrpSpPr>
          <p:grpSpPr>
            <a:xfrm>
              <a:off x="8635896" y="5427684"/>
              <a:ext cx="1778004" cy="382443"/>
              <a:chOff x="9342818" y="4827194"/>
              <a:chExt cx="1778004" cy="382443"/>
            </a:xfrm>
          </p:grpSpPr>
          <p:sp>
            <p:nvSpPr>
              <p:cNvPr id="105" name="Rectángulo 104">
                <a:extLst>
                  <a:ext uri="{FF2B5EF4-FFF2-40B4-BE49-F238E27FC236}">
                    <a16:creationId xmlns:a16="http://schemas.microsoft.com/office/drawing/2014/main" id="{A04ABAE7-4013-4AAE-85E0-857E87D7691C}"/>
                  </a:ext>
                </a:extLst>
              </p:cNvPr>
              <p:cNvSpPr/>
              <p:nvPr/>
            </p:nvSpPr>
            <p:spPr>
              <a:xfrm>
                <a:off x="9342818" y="4866151"/>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6" name="Rectángulo 105">
                <a:extLst>
                  <a:ext uri="{FF2B5EF4-FFF2-40B4-BE49-F238E27FC236}">
                    <a16:creationId xmlns:a16="http://schemas.microsoft.com/office/drawing/2014/main" id="{614F85AC-7CD5-4BE1-A788-13897DC12BA8}"/>
                  </a:ext>
                </a:extLst>
              </p:cNvPr>
              <p:cNvSpPr/>
              <p:nvPr/>
            </p:nvSpPr>
            <p:spPr>
              <a:xfrm>
                <a:off x="9716507" y="4866151"/>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7" name="Rectángulo 106">
                <a:extLst>
                  <a:ext uri="{FF2B5EF4-FFF2-40B4-BE49-F238E27FC236}">
                    <a16:creationId xmlns:a16="http://schemas.microsoft.com/office/drawing/2014/main" id="{C7DBA44E-7E76-471B-B9F4-A370F600CCF2}"/>
                  </a:ext>
                </a:extLst>
              </p:cNvPr>
              <p:cNvSpPr/>
              <p:nvPr/>
            </p:nvSpPr>
            <p:spPr>
              <a:xfrm>
                <a:off x="10090196" y="4863878"/>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8" name="Rectángulo 107">
                <a:extLst>
                  <a:ext uri="{FF2B5EF4-FFF2-40B4-BE49-F238E27FC236}">
                    <a16:creationId xmlns:a16="http://schemas.microsoft.com/office/drawing/2014/main" id="{80A0E85A-9684-49E7-9ECF-99C0DAFE833A}"/>
                  </a:ext>
                </a:extLst>
              </p:cNvPr>
              <p:cNvSpPr/>
              <p:nvPr/>
            </p:nvSpPr>
            <p:spPr>
              <a:xfrm>
                <a:off x="10837314" y="4863878"/>
                <a:ext cx="283508" cy="343486"/>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9" name="CuadroTexto 108">
                <a:extLst>
                  <a:ext uri="{FF2B5EF4-FFF2-40B4-BE49-F238E27FC236}">
                    <a16:creationId xmlns:a16="http://schemas.microsoft.com/office/drawing/2014/main" id="{0BA2FEE0-5CAA-4E19-A811-03AEED51FD1A}"/>
                  </a:ext>
                </a:extLst>
              </p:cNvPr>
              <p:cNvSpPr txBox="1"/>
              <p:nvPr/>
            </p:nvSpPr>
            <p:spPr>
              <a:xfrm>
                <a:off x="10342475" y="4827194"/>
                <a:ext cx="526069" cy="307777"/>
              </a:xfrm>
              <a:prstGeom prst="rect">
                <a:avLst/>
              </a:prstGeom>
              <a:noFill/>
            </p:spPr>
            <p:txBody>
              <a:bodyPr wrap="square" anchor="ctr">
                <a:spAutoFit/>
              </a:bodyPr>
              <a:lstStyle/>
              <a:p>
                <a:pPr algn="ctr"/>
                <a:r>
                  <a:rPr lang="es-CO" b="1" dirty="0">
                    <a:solidFill>
                      <a:schemeClr val="bg1">
                        <a:lumMod val="50000"/>
                      </a:schemeClr>
                    </a:solidFill>
                    <a:latin typeface="Roboto" panose="02000000000000000000" pitchFamily="2" charset="0"/>
                    <a:ea typeface="Roboto" panose="02000000000000000000" pitchFamily="2" charset="0"/>
                  </a:rPr>
                  <a:t>. . .</a:t>
                </a:r>
              </a:p>
            </p:txBody>
          </p:sp>
        </p:grpSp>
        <p:sp>
          <p:nvSpPr>
            <p:cNvPr id="110" name="Google Shape;162;p35">
              <a:extLst>
                <a:ext uri="{FF2B5EF4-FFF2-40B4-BE49-F238E27FC236}">
                  <a16:creationId xmlns:a16="http://schemas.microsoft.com/office/drawing/2014/main" id="{A09AD13F-899B-4D49-8222-3E658BDDC59D}"/>
                </a:ext>
              </a:extLst>
            </p:cNvPr>
            <p:cNvSpPr txBox="1"/>
            <p:nvPr/>
          </p:nvSpPr>
          <p:spPr>
            <a:xfrm>
              <a:off x="5522924" y="4115934"/>
              <a:ext cx="867110" cy="400079"/>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MX" b="1" dirty="0">
                  <a:solidFill>
                    <a:schemeClr val="dk2"/>
                  </a:solidFill>
                  <a:highlight>
                    <a:schemeClr val="lt1"/>
                  </a:highlight>
                  <a:latin typeface="Roboto" panose="02000000000000000000" pitchFamily="2" charset="0"/>
                  <a:ea typeface="Roboto" panose="02000000000000000000" pitchFamily="2" charset="0"/>
                </a:rPr>
                <a:t>Table</a:t>
              </a:r>
              <a:endParaRPr b="1" dirty="0">
                <a:solidFill>
                  <a:schemeClr val="dk2"/>
                </a:solidFill>
                <a:highlight>
                  <a:schemeClr val="lt1"/>
                </a:highlight>
                <a:latin typeface="Roboto" panose="02000000000000000000" pitchFamily="2" charset="0"/>
                <a:ea typeface="Roboto" panose="02000000000000000000" pitchFamily="2" charset="0"/>
              </a:endParaRPr>
            </a:p>
          </p:txBody>
        </p:sp>
        <p:sp>
          <p:nvSpPr>
            <p:cNvPr id="103" name="CuadroTexto 102">
              <a:extLst>
                <a:ext uri="{FF2B5EF4-FFF2-40B4-BE49-F238E27FC236}">
                  <a16:creationId xmlns:a16="http://schemas.microsoft.com/office/drawing/2014/main" id="{B63FFBD9-56BA-4893-987B-A3DB4D6324FC}"/>
                </a:ext>
              </a:extLst>
            </p:cNvPr>
            <p:cNvSpPr txBox="1"/>
            <p:nvPr/>
          </p:nvSpPr>
          <p:spPr>
            <a:xfrm>
              <a:off x="8077972" y="5304573"/>
              <a:ext cx="433132" cy="276999"/>
            </a:xfrm>
            <a:prstGeom prst="rect">
              <a:avLst/>
            </a:prstGeom>
            <a:noFill/>
          </p:spPr>
          <p:txBody>
            <a:bodyPr wrap="none" rtlCol="0">
              <a:spAutoFit/>
            </a:bodyPr>
            <a:lstStyle/>
            <a:p>
              <a:r>
                <a:rPr lang="es-CO" sz="1200" b="1" dirty="0">
                  <a:solidFill>
                    <a:schemeClr val="bg1">
                      <a:lumMod val="50000"/>
                    </a:schemeClr>
                  </a:solidFill>
                  <a:latin typeface="Roboto" panose="02000000000000000000" pitchFamily="2" charset="0"/>
                  <a:ea typeface="Roboto" panose="02000000000000000000" pitchFamily="2" charset="0"/>
                </a:rPr>
                <a:t>File</a:t>
              </a:r>
            </a:p>
          </p:txBody>
        </p:sp>
        <p:pic>
          <p:nvPicPr>
            <p:cNvPr id="112" name="Imagen 111">
              <a:extLst>
                <a:ext uri="{FF2B5EF4-FFF2-40B4-BE49-F238E27FC236}">
                  <a16:creationId xmlns:a16="http://schemas.microsoft.com/office/drawing/2014/main" id="{A0C51213-FFB7-4678-B1BA-0BB1EEB41E63}"/>
                </a:ext>
              </a:extLst>
            </p:cNvPr>
            <p:cNvPicPr>
              <a:picLocks noChangeAspect="1"/>
            </p:cNvPicPr>
            <p:nvPr/>
          </p:nvPicPr>
          <p:blipFill>
            <a:blip r:embed="rId5"/>
            <a:stretch>
              <a:fillRect/>
            </a:stretch>
          </p:blipFill>
          <p:spPr>
            <a:xfrm>
              <a:off x="5148084" y="4432834"/>
              <a:ext cx="1717346" cy="1042674"/>
            </a:xfrm>
            <a:prstGeom prst="rect">
              <a:avLst/>
            </a:prstGeom>
          </p:spPr>
        </p:pic>
        <p:sp>
          <p:nvSpPr>
            <p:cNvPr id="114" name="Flecha: arriba y abajo 113">
              <a:extLst>
                <a:ext uri="{FF2B5EF4-FFF2-40B4-BE49-F238E27FC236}">
                  <a16:creationId xmlns:a16="http://schemas.microsoft.com/office/drawing/2014/main" id="{792E6107-37CE-4C9A-926F-51939443706E}"/>
                </a:ext>
              </a:extLst>
            </p:cNvPr>
            <p:cNvSpPr/>
            <p:nvPr/>
          </p:nvSpPr>
          <p:spPr>
            <a:xfrm rot="5400000">
              <a:off x="8463429" y="2373535"/>
              <a:ext cx="262553" cy="690492"/>
            </a:xfrm>
            <a:prstGeom prst="up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5" name="Flecha: arriba y abajo 114">
              <a:extLst>
                <a:ext uri="{FF2B5EF4-FFF2-40B4-BE49-F238E27FC236}">
                  <a16:creationId xmlns:a16="http://schemas.microsoft.com/office/drawing/2014/main" id="{B8C56C0D-A6F7-4BA6-BF6C-0FAA9A4EE557}"/>
                </a:ext>
              </a:extLst>
            </p:cNvPr>
            <p:cNvSpPr/>
            <p:nvPr/>
          </p:nvSpPr>
          <p:spPr>
            <a:xfrm rot="10800000">
              <a:off x="8799128" y="3655583"/>
              <a:ext cx="216951" cy="923400"/>
            </a:xfrm>
            <a:prstGeom prst="up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6" name="Flecha: arriba y abajo 115">
              <a:extLst>
                <a:ext uri="{FF2B5EF4-FFF2-40B4-BE49-F238E27FC236}">
                  <a16:creationId xmlns:a16="http://schemas.microsoft.com/office/drawing/2014/main" id="{90EFAC82-7C30-4A4E-AC81-A801B69A6675}"/>
                </a:ext>
              </a:extLst>
            </p:cNvPr>
            <p:cNvSpPr/>
            <p:nvPr/>
          </p:nvSpPr>
          <p:spPr>
            <a:xfrm rot="6286989">
              <a:off x="7283244" y="4506400"/>
              <a:ext cx="227649" cy="1368829"/>
            </a:xfrm>
            <a:prstGeom prst="up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
        <p:nvSpPr>
          <p:cNvPr id="118" name="Google Shape;310;p34">
            <a:extLst>
              <a:ext uri="{FF2B5EF4-FFF2-40B4-BE49-F238E27FC236}">
                <a16:creationId xmlns:a16="http://schemas.microsoft.com/office/drawing/2014/main" id="{3F68C05D-CA2E-4B92-9378-193EE45D5F69}"/>
              </a:ext>
            </a:extLst>
          </p:cNvPr>
          <p:cNvSpPr txBox="1">
            <a:spLocks/>
          </p:cNvSpPr>
          <p:nvPr/>
        </p:nvSpPr>
        <p:spPr>
          <a:xfrm>
            <a:off x="855234" y="797713"/>
            <a:ext cx="10973112" cy="82289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200" dirty="0"/>
              <a:t>Un </a:t>
            </a:r>
            <a:r>
              <a:rPr lang="es-MX" sz="2200" b="1" u="sng" dirty="0"/>
              <a:t>buffer</a:t>
            </a:r>
            <a:r>
              <a:rPr lang="es-MX" sz="2200" dirty="0"/>
              <a:t> es una parte de la memoria física utilizada para almacenar datos intermedios entre el disco y los procesos.</a:t>
            </a:r>
          </a:p>
        </p:txBody>
      </p:sp>
      <p:sp>
        <p:nvSpPr>
          <p:cNvPr id="120" name="Google Shape;310;p34">
            <a:extLst>
              <a:ext uri="{FF2B5EF4-FFF2-40B4-BE49-F238E27FC236}">
                <a16:creationId xmlns:a16="http://schemas.microsoft.com/office/drawing/2014/main" id="{5622272D-6ABE-4D9C-934C-107DAE5219BF}"/>
              </a:ext>
            </a:extLst>
          </p:cNvPr>
          <p:cNvSpPr txBox="1">
            <a:spLocks/>
          </p:cNvSpPr>
          <p:nvPr/>
        </p:nvSpPr>
        <p:spPr>
          <a:xfrm>
            <a:off x="855234" y="1592115"/>
            <a:ext cx="5998854" cy="282511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200" dirty="0"/>
              <a:t>La base de datos mantiene su propio buffer (¿Por qué? ¿Acaso el sistema operativo no hace ya esto?)</a:t>
            </a:r>
          </a:p>
          <a:p>
            <a:pPr marL="800100" lvl="1" indent="-342900"/>
            <a:r>
              <a:rPr lang="es-MX" sz="1800" dirty="0"/>
              <a:t>La base de datos conoce mejor los patrones de </a:t>
            </a:r>
            <a:r>
              <a:rPr lang="es-MX" sz="2000" dirty="0"/>
              <a:t>acceso.</a:t>
            </a:r>
          </a:p>
          <a:p>
            <a:pPr marL="800100" lvl="1" indent="-342900"/>
            <a:r>
              <a:rPr lang="es-MX" sz="1800" dirty="0"/>
              <a:t>La recuperación y el logging requieren la capacidad de forzar escrituras a disco.</a:t>
            </a:r>
          </a:p>
          <a:p>
            <a:pPr marL="800100" lvl="1" indent="-342900"/>
            <a:r>
              <a:rPr lang="es-MX" sz="1800" dirty="0"/>
              <a:t>El administrador de buffers (Buffer Manager) maneja las políticas de reemplazo de páginas.</a:t>
            </a:r>
          </a:p>
        </p:txBody>
      </p:sp>
      <p:sp>
        <p:nvSpPr>
          <p:cNvPr id="126" name="CuadroTexto 125">
            <a:extLst>
              <a:ext uri="{FF2B5EF4-FFF2-40B4-BE49-F238E27FC236}">
                <a16:creationId xmlns:a16="http://schemas.microsoft.com/office/drawing/2014/main" id="{CE64F5BF-B445-45AC-A796-ED7D82C02B5C}"/>
              </a:ext>
            </a:extLst>
          </p:cNvPr>
          <p:cNvSpPr txBox="1"/>
          <p:nvPr/>
        </p:nvSpPr>
        <p:spPr>
          <a:xfrm>
            <a:off x="871906" y="4543393"/>
            <a:ext cx="4189928" cy="2062103"/>
          </a:xfrm>
          <a:prstGeom prst="rect">
            <a:avLst/>
          </a:prstGeom>
          <a:solidFill>
            <a:schemeClr val="tx2"/>
          </a:solidFill>
        </p:spPr>
        <p:txBody>
          <a:bodyPr wrap="square">
            <a:spAutoFit/>
          </a:bodyPr>
          <a:lstStyle/>
          <a:p>
            <a:r>
              <a:rPr lang="es-CO" sz="1600" dirty="0">
                <a:latin typeface="Roboto" panose="02000000000000000000" pitchFamily="2" charset="0"/>
                <a:ea typeface="Roboto" panose="02000000000000000000" pitchFamily="2" charset="0"/>
              </a:rPr>
              <a:t>Las bases de datos típicamente configuran el tamaño de página en RAM igual al tamaño del bloque de E/S (por ejemplo, 64 MB).</a:t>
            </a:r>
          </a:p>
          <a:p>
            <a:endParaRPr lang="es-CO" sz="1600" dirty="0">
              <a:latin typeface="Roboto" panose="02000000000000000000" pitchFamily="2" charset="0"/>
              <a:ea typeface="Roboto" panose="02000000000000000000" pitchFamily="2" charset="0"/>
            </a:endParaRPr>
          </a:p>
          <a:p>
            <a:r>
              <a:rPr lang="es-MX" sz="1600" dirty="0">
                <a:latin typeface="Roboto" panose="02000000000000000000" pitchFamily="2" charset="0"/>
                <a:ea typeface="Roboto" panose="02000000000000000000" pitchFamily="2" charset="0"/>
              </a:rPr>
              <a:t>⇒Para nuestro caso, </a:t>
            </a:r>
            <a:r>
              <a:rPr lang="es-MX" sz="1600" b="1" dirty="0">
                <a:latin typeface="Roboto" panose="02000000000000000000" pitchFamily="2" charset="0"/>
                <a:ea typeface="Roboto" panose="02000000000000000000" pitchFamily="2" charset="0"/>
              </a:rPr>
              <a:t>Página</a:t>
            </a:r>
            <a:r>
              <a:rPr lang="es-MX" sz="1600" dirty="0">
                <a:latin typeface="Roboto" panose="02000000000000000000" pitchFamily="2" charset="0"/>
                <a:ea typeface="Roboto" panose="02000000000000000000" pitchFamily="2" charset="0"/>
              </a:rPr>
              <a:t>, </a:t>
            </a:r>
            <a:r>
              <a:rPr lang="es-MX" sz="1600" b="1" dirty="0">
                <a:latin typeface="Roboto" panose="02000000000000000000" pitchFamily="2" charset="0"/>
                <a:ea typeface="Roboto" panose="02000000000000000000" pitchFamily="2" charset="0"/>
              </a:rPr>
              <a:t>Bloque de E/S</a:t>
            </a:r>
            <a:r>
              <a:rPr lang="es-MX" sz="1600" dirty="0">
                <a:latin typeface="Roboto" panose="02000000000000000000" pitchFamily="2" charset="0"/>
                <a:ea typeface="Roboto" panose="02000000000000000000" pitchFamily="2" charset="0"/>
              </a:rPr>
              <a:t> y </a:t>
            </a:r>
            <a:r>
              <a:rPr lang="es-MX" sz="1600" b="1" dirty="0">
                <a:latin typeface="Roboto" panose="02000000000000000000" pitchFamily="2" charset="0"/>
                <a:ea typeface="Roboto" panose="02000000000000000000" pitchFamily="2" charset="0"/>
              </a:rPr>
              <a:t>Bloque de Disco</a:t>
            </a:r>
            <a:r>
              <a:rPr lang="es-MX" sz="1600" dirty="0">
                <a:latin typeface="Roboto" panose="02000000000000000000" pitchFamily="2" charset="0"/>
                <a:ea typeface="Roboto" panose="02000000000000000000" pitchFamily="2" charset="0"/>
              </a:rPr>
              <a:t> para referirnos a lo mismo.</a:t>
            </a:r>
            <a:endParaRPr lang="es-CO" sz="16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777788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dirty="0"/>
              <a:t>Gestión de paginas en el Buffer Pool</a:t>
            </a:r>
            <a:endParaRPr dirty="0">
              <a:highlight>
                <a:srgbClr val="FFFF00"/>
              </a:highlight>
            </a:endParaRPr>
          </a:p>
        </p:txBody>
      </p:sp>
      <p:sp>
        <p:nvSpPr>
          <p:cNvPr id="118" name="Google Shape;310;p34">
            <a:extLst>
              <a:ext uri="{FF2B5EF4-FFF2-40B4-BE49-F238E27FC236}">
                <a16:creationId xmlns:a16="http://schemas.microsoft.com/office/drawing/2014/main" id="{3F68C05D-CA2E-4B92-9378-193EE45D5F69}"/>
              </a:ext>
            </a:extLst>
          </p:cNvPr>
          <p:cNvSpPr txBox="1">
            <a:spLocks/>
          </p:cNvSpPr>
          <p:nvPr/>
        </p:nvSpPr>
        <p:spPr>
          <a:xfrm>
            <a:off x="916650" y="1189618"/>
            <a:ext cx="4889790" cy="295198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000" dirty="0"/>
              <a:t>Para la gestión del buffer (de manera propia) el DBMS divide el trabajo para optimizar el patrones de acceso a los datos:</a:t>
            </a:r>
          </a:p>
          <a:p>
            <a:pPr marL="285750" indent="-285750"/>
            <a:r>
              <a:rPr lang="es-MX" sz="2000" b="1" dirty="0"/>
              <a:t>Administrador de Espacio en Disco</a:t>
            </a:r>
            <a:r>
              <a:rPr lang="es-MX" sz="2000" dirty="0"/>
              <a:t>: Encargado de la persistencia física. </a:t>
            </a:r>
          </a:p>
          <a:p>
            <a:pPr marL="285750" indent="-285750"/>
            <a:r>
              <a:rPr lang="es-MX" sz="2000" b="1" dirty="0"/>
              <a:t>Buffer Manager</a:t>
            </a:r>
            <a:r>
              <a:rPr lang="es-MX" sz="2000" dirty="0"/>
              <a:t>: Garantiza que los niveles superiores operen exclusivamente en la RAM. </a:t>
            </a:r>
          </a:p>
        </p:txBody>
      </p:sp>
      <p:pic>
        <p:nvPicPr>
          <p:cNvPr id="5" name="Imagen 4">
            <a:extLst>
              <a:ext uri="{FF2B5EF4-FFF2-40B4-BE49-F238E27FC236}">
                <a16:creationId xmlns:a16="http://schemas.microsoft.com/office/drawing/2014/main" id="{84412759-FA05-4382-B553-B57356C7CF57}"/>
              </a:ext>
            </a:extLst>
          </p:cNvPr>
          <p:cNvPicPr>
            <a:picLocks noChangeAspect="1"/>
          </p:cNvPicPr>
          <p:nvPr/>
        </p:nvPicPr>
        <p:blipFill>
          <a:blip r:embed="rId3"/>
          <a:stretch>
            <a:fillRect/>
          </a:stretch>
        </p:blipFill>
        <p:spPr>
          <a:xfrm>
            <a:off x="5669280" y="1303155"/>
            <a:ext cx="6124575" cy="2838450"/>
          </a:xfrm>
          <a:prstGeom prst="rect">
            <a:avLst/>
          </a:prstGeom>
        </p:spPr>
      </p:pic>
      <p:sp>
        <p:nvSpPr>
          <p:cNvPr id="53" name="CuadroTexto 52">
            <a:extLst>
              <a:ext uri="{FF2B5EF4-FFF2-40B4-BE49-F238E27FC236}">
                <a16:creationId xmlns:a16="http://schemas.microsoft.com/office/drawing/2014/main" id="{BADA41CB-319B-4332-A86F-F0CFD720583B}"/>
              </a:ext>
            </a:extLst>
          </p:cNvPr>
          <p:cNvSpPr txBox="1"/>
          <p:nvPr/>
        </p:nvSpPr>
        <p:spPr>
          <a:xfrm>
            <a:off x="1088572" y="4632010"/>
            <a:ext cx="10290628" cy="707886"/>
          </a:xfrm>
          <a:prstGeom prst="rect">
            <a:avLst/>
          </a:prstGeom>
          <a:solidFill>
            <a:schemeClr val="tx2"/>
          </a:solidFill>
        </p:spPr>
        <p:txBody>
          <a:bodyPr wrap="square">
            <a:spAutoFit/>
          </a:bodyPr>
          <a:lstStyle/>
          <a:p>
            <a:r>
              <a:rPr lang="es-MX" sz="2000" dirty="0">
                <a:latin typeface="Roboto" panose="02000000000000000000" pitchFamily="2" charset="0"/>
                <a:ea typeface="Roboto" panose="02000000000000000000" pitchFamily="2" charset="0"/>
              </a:rPr>
              <a:t>Si solo quiero cambiar una palabra en una fila que pesa 50 bytes, </a:t>
            </a:r>
            <a:r>
              <a:rPr lang="es-MX" sz="2000" b="1" dirty="0">
                <a:latin typeface="Roboto" panose="02000000000000000000" pitchFamily="2" charset="0"/>
                <a:ea typeface="Roboto" panose="02000000000000000000" pitchFamily="2" charset="0"/>
              </a:rPr>
              <a:t>¿por qué el motor de la base de datos se toma la molestia de cargar 8192 bytes (8KB) completos a la memoria?</a:t>
            </a:r>
            <a:endParaRPr lang="es-CO" sz="2000" dirty="0">
              <a:latin typeface="Roboto" panose="02000000000000000000" pitchFamily="2" charset="0"/>
              <a:ea typeface="Roboto" panose="02000000000000000000" pitchFamily="2" charset="0"/>
            </a:endParaRPr>
          </a:p>
        </p:txBody>
      </p:sp>
      <p:sp>
        <p:nvSpPr>
          <p:cNvPr id="54" name="CuadroTexto 53">
            <a:extLst>
              <a:ext uri="{FF2B5EF4-FFF2-40B4-BE49-F238E27FC236}">
                <a16:creationId xmlns:a16="http://schemas.microsoft.com/office/drawing/2014/main" id="{C4714225-085F-4AC8-B06E-463E09631FC8}"/>
              </a:ext>
            </a:extLst>
          </p:cNvPr>
          <p:cNvSpPr txBox="1"/>
          <p:nvPr/>
        </p:nvSpPr>
        <p:spPr>
          <a:xfrm>
            <a:off x="1088572" y="5668382"/>
            <a:ext cx="10290628" cy="1015663"/>
          </a:xfrm>
          <a:prstGeom prst="rect">
            <a:avLst/>
          </a:prstGeom>
          <a:noFill/>
        </p:spPr>
        <p:txBody>
          <a:bodyPr wrap="square">
            <a:spAutoFit/>
          </a:bodyPr>
          <a:lstStyle/>
          <a:p>
            <a:r>
              <a:rPr lang="es-MX" sz="2000" b="1" dirty="0">
                <a:latin typeface="Roboto" panose="02000000000000000000" pitchFamily="2" charset="0"/>
                <a:ea typeface="Roboto" panose="02000000000000000000" pitchFamily="2" charset="0"/>
              </a:rPr>
              <a:t>Respuesta</a:t>
            </a:r>
            <a:r>
              <a:rPr lang="es-MX" sz="2000" dirty="0">
                <a:latin typeface="Roboto" panose="02000000000000000000" pitchFamily="2" charset="0"/>
                <a:ea typeface="Roboto" panose="02000000000000000000" pitchFamily="2" charset="0"/>
              </a:rPr>
              <a:t>:</a:t>
            </a:r>
          </a:p>
          <a:p>
            <a:pPr marL="342900" indent="-342900">
              <a:buFont typeface="Arial" panose="020B0604020202020204" pitchFamily="34" charset="0"/>
              <a:buChar char="•"/>
            </a:pPr>
            <a:r>
              <a:rPr lang="es-MX" sz="2000" dirty="0">
                <a:latin typeface="Roboto" panose="02000000000000000000" pitchFamily="2" charset="0"/>
                <a:ea typeface="Roboto" panose="02000000000000000000" pitchFamily="2" charset="0"/>
              </a:rPr>
              <a:t>Recordemos el concepto de jerarquía de memoria.</a:t>
            </a:r>
          </a:p>
          <a:p>
            <a:pPr marL="342900" indent="-342900">
              <a:buFont typeface="Arial" panose="020B0604020202020204" pitchFamily="34" charset="0"/>
              <a:buChar char="•"/>
            </a:pPr>
            <a:r>
              <a:rPr lang="es-MX" sz="2000" dirty="0">
                <a:latin typeface="Roboto" panose="02000000000000000000" pitchFamily="2" charset="0"/>
                <a:ea typeface="Roboto" panose="02000000000000000000" pitchFamily="2" charset="0"/>
              </a:rPr>
              <a:t>Vamos a analizar el procedimiento por pasos.</a:t>
            </a:r>
            <a:endParaRPr lang="es-CO" sz="20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635017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dirty="0"/>
              <a:t>Gestión de paginas en el Buffer Pool</a:t>
            </a:r>
            <a:endParaRPr dirty="0">
              <a:highlight>
                <a:srgbClr val="FFFF00"/>
              </a:highlight>
            </a:endParaRPr>
          </a:p>
        </p:txBody>
      </p:sp>
      <p:sp>
        <p:nvSpPr>
          <p:cNvPr id="118" name="Google Shape;310;p34">
            <a:extLst>
              <a:ext uri="{FF2B5EF4-FFF2-40B4-BE49-F238E27FC236}">
                <a16:creationId xmlns:a16="http://schemas.microsoft.com/office/drawing/2014/main" id="{3F68C05D-CA2E-4B92-9378-193EE45D5F69}"/>
              </a:ext>
            </a:extLst>
          </p:cNvPr>
          <p:cNvSpPr txBox="1">
            <a:spLocks/>
          </p:cNvSpPr>
          <p:nvPr/>
        </p:nvSpPr>
        <p:spPr>
          <a:xfrm>
            <a:off x="916650" y="5374422"/>
            <a:ext cx="11092470" cy="123808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000" dirty="0"/>
              <a:t>El proceso comienza cuando el </a:t>
            </a:r>
            <a:r>
              <a:rPr lang="es-MX" sz="2000" b="1" dirty="0"/>
              <a:t>Motor de Ejecución (Execution Engine)</a:t>
            </a:r>
            <a:r>
              <a:rPr lang="es-MX" sz="2000" dirty="0"/>
              <a:t> requiere acceso a una página específica (ej. </a:t>
            </a:r>
            <a:r>
              <a:rPr lang="es-MX" sz="2000" b="1" dirty="0"/>
              <a:t>Page #2</a:t>
            </a:r>
            <a:r>
              <a:rPr lang="es-MX" sz="2000" dirty="0"/>
              <a:t>) para procesar una consulta. La solicitud se envía directamente al </a:t>
            </a:r>
            <a:r>
              <a:rPr lang="es-MX" sz="2000" b="1" dirty="0"/>
              <a:t>Buffer Pool</a:t>
            </a:r>
            <a:endParaRPr lang="es-MX" sz="3200" dirty="0"/>
          </a:p>
        </p:txBody>
      </p:sp>
      <p:pic>
        <p:nvPicPr>
          <p:cNvPr id="3" name="Imagen 2">
            <a:extLst>
              <a:ext uri="{FF2B5EF4-FFF2-40B4-BE49-F238E27FC236}">
                <a16:creationId xmlns:a16="http://schemas.microsoft.com/office/drawing/2014/main" id="{11B97A19-446D-4E3F-9B6E-2957BB4D7050}"/>
              </a:ext>
            </a:extLst>
          </p:cNvPr>
          <p:cNvPicPr>
            <a:picLocks noChangeAspect="1"/>
          </p:cNvPicPr>
          <p:nvPr/>
        </p:nvPicPr>
        <p:blipFill>
          <a:blip r:embed="rId3"/>
          <a:stretch>
            <a:fillRect/>
          </a:stretch>
        </p:blipFill>
        <p:spPr>
          <a:xfrm>
            <a:off x="2140308" y="1573947"/>
            <a:ext cx="8286750" cy="3800475"/>
          </a:xfrm>
          <a:prstGeom prst="rect">
            <a:avLst/>
          </a:prstGeom>
        </p:spPr>
      </p:pic>
      <p:sp>
        <p:nvSpPr>
          <p:cNvPr id="6" name="CuadroTexto 5">
            <a:extLst>
              <a:ext uri="{FF2B5EF4-FFF2-40B4-BE49-F238E27FC236}">
                <a16:creationId xmlns:a16="http://schemas.microsoft.com/office/drawing/2014/main" id="{3268551D-3510-468D-AAC2-50DA8E87E8EC}"/>
              </a:ext>
            </a:extLst>
          </p:cNvPr>
          <p:cNvSpPr txBox="1"/>
          <p:nvPr/>
        </p:nvSpPr>
        <p:spPr>
          <a:xfrm>
            <a:off x="916650" y="1021913"/>
            <a:ext cx="7617750" cy="461665"/>
          </a:xfrm>
          <a:prstGeom prst="rect">
            <a:avLst/>
          </a:prstGeom>
          <a:noFill/>
        </p:spPr>
        <p:txBody>
          <a:bodyPr wrap="square">
            <a:spAutoFit/>
          </a:bodyPr>
          <a:lstStyle/>
          <a:p>
            <a:r>
              <a:rPr lang="es-MX" sz="2400" b="1" dirty="0">
                <a:solidFill>
                  <a:schemeClr val="accent2"/>
                </a:solidFill>
                <a:latin typeface="Roboto" panose="02000000000000000000" pitchFamily="2" charset="0"/>
                <a:ea typeface="Roboto" panose="02000000000000000000" pitchFamily="2" charset="0"/>
              </a:rPr>
              <a:t>Paso 1 - Solicitud de Datos por el Motor de Ejecución</a:t>
            </a:r>
            <a:endParaRPr lang="es-CO" sz="2400" b="1" dirty="0">
              <a:solidFill>
                <a:schemeClr val="accent2"/>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5482404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dirty="0"/>
              <a:t>Gestión de paginas en el Buffer Pool</a:t>
            </a:r>
            <a:endParaRPr dirty="0">
              <a:highlight>
                <a:srgbClr val="FFFF00"/>
              </a:highlight>
            </a:endParaRPr>
          </a:p>
        </p:txBody>
      </p:sp>
      <p:sp>
        <p:nvSpPr>
          <p:cNvPr id="118" name="Google Shape;310;p34">
            <a:extLst>
              <a:ext uri="{FF2B5EF4-FFF2-40B4-BE49-F238E27FC236}">
                <a16:creationId xmlns:a16="http://schemas.microsoft.com/office/drawing/2014/main" id="{3F68C05D-CA2E-4B92-9378-193EE45D5F69}"/>
              </a:ext>
            </a:extLst>
          </p:cNvPr>
          <p:cNvSpPr txBox="1">
            <a:spLocks/>
          </p:cNvSpPr>
          <p:nvPr/>
        </p:nvSpPr>
        <p:spPr>
          <a:xfrm>
            <a:off x="916650" y="5372100"/>
            <a:ext cx="10734067" cy="113910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1800" dirty="0"/>
              <a:t>El Buffer Manager consulta su </a:t>
            </a:r>
            <a:r>
              <a:rPr lang="es-MX" sz="1800" b="1" dirty="0"/>
              <a:t>Directorio de Páginas</a:t>
            </a:r>
            <a:r>
              <a:rPr lang="es-MX" sz="1800" dirty="0"/>
              <a:t> interno para verificar si la página solicitada ya reside en la memoria RAM. En este caso, ocurre un </a:t>
            </a:r>
            <a:r>
              <a:rPr lang="es-MX" sz="1800" b="1" dirty="0">
                <a:solidFill>
                  <a:srgbClr val="C00000"/>
                </a:solidFill>
              </a:rPr>
              <a:t>Buffer Miss</a:t>
            </a:r>
            <a:r>
              <a:rPr lang="es-MX" sz="1800" dirty="0"/>
              <a:t> (la página no está cargada y debe buscarse en el almacenamiento físico).</a:t>
            </a:r>
            <a:endParaRPr lang="es-MX" sz="2400" dirty="0"/>
          </a:p>
        </p:txBody>
      </p:sp>
      <p:pic>
        <p:nvPicPr>
          <p:cNvPr id="4" name="Imagen 3">
            <a:extLst>
              <a:ext uri="{FF2B5EF4-FFF2-40B4-BE49-F238E27FC236}">
                <a16:creationId xmlns:a16="http://schemas.microsoft.com/office/drawing/2014/main" id="{09A5D12C-0A17-4143-9309-2D6CCF23EA8A}"/>
              </a:ext>
            </a:extLst>
          </p:cNvPr>
          <p:cNvPicPr>
            <a:picLocks noChangeAspect="1"/>
          </p:cNvPicPr>
          <p:nvPr/>
        </p:nvPicPr>
        <p:blipFill>
          <a:blip r:embed="rId3"/>
          <a:stretch>
            <a:fillRect/>
          </a:stretch>
        </p:blipFill>
        <p:spPr>
          <a:xfrm>
            <a:off x="2064108" y="1485900"/>
            <a:ext cx="8439150" cy="3886200"/>
          </a:xfrm>
          <a:prstGeom prst="rect">
            <a:avLst/>
          </a:prstGeom>
        </p:spPr>
      </p:pic>
      <p:sp>
        <p:nvSpPr>
          <p:cNvPr id="7" name="CuadroTexto 6">
            <a:extLst>
              <a:ext uri="{FF2B5EF4-FFF2-40B4-BE49-F238E27FC236}">
                <a16:creationId xmlns:a16="http://schemas.microsoft.com/office/drawing/2014/main" id="{2B51F5B0-5DE6-4861-8C77-3BE03E53CE3A}"/>
              </a:ext>
            </a:extLst>
          </p:cNvPr>
          <p:cNvSpPr txBox="1"/>
          <p:nvPr/>
        </p:nvSpPr>
        <p:spPr>
          <a:xfrm>
            <a:off x="916650" y="1021913"/>
            <a:ext cx="11046750" cy="461665"/>
          </a:xfrm>
          <a:prstGeom prst="rect">
            <a:avLst/>
          </a:prstGeom>
          <a:noFill/>
        </p:spPr>
        <p:txBody>
          <a:bodyPr wrap="square">
            <a:spAutoFit/>
          </a:bodyPr>
          <a:lstStyle/>
          <a:p>
            <a:r>
              <a:rPr lang="es-MX" sz="2400" b="1" dirty="0">
                <a:solidFill>
                  <a:schemeClr val="accent2"/>
                </a:solidFill>
                <a:latin typeface="Roboto" panose="02000000000000000000" pitchFamily="2" charset="0"/>
                <a:ea typeface="Roboto" panose="02000000000000000000" pitchFamily="2" charset="0"/>
              </a:rPr>
              <a:t>Paso 2 - Verificación del </a:t>
            </a:r>
            <a:r>
              <a:rPr lang="es-MX" sz="2400" b="1" u="sng" dirty="0">
                <a:solidFill>
                  <a:schemeClr val="accent2"/>
                </a:solidFill>
                <a:latin typeface="Roboto" panose="02000000000000000000" pitchFamily="2" charset="0"/>
                <a:ea typeface="Roboto" panose="02000000000000000000" pitchFamily="2" charset="0"/>
              </a:rPr>
              <a:t>Directorio de paginas</a:t>
            </a:r>
            <a:r>
              <a:rPr lang="es-MX" sz="2400" b="1" dirty="0">
                <a:solidFill>
                  <a:schemeClr val="accent2"/>
                </a:solidFill>
                <a:latin typeface="Roboto" panose="02000000000000000000" pitchFamily="2" charset="0"/>
                <a:ea typeface="Roboto" panose="02000000000000000000" pitchFamily="2" charset="0"/>
              </a:rPr>
              <a:t> y Detección de </a:t>
            </a:r>
            <a:r>
              <a:rPr lang="es-MX" sz="2400" b="1" dirty="0">
                <a:solidFill>
                  <a:srgbClr val="C00000"/>
                </a:solidFill>
                <a:latin typeface="Roboto" panose="02000000000000000000" pitchFamily="2" charset="0"/>
                <a:ea typeface="Roboto" panose="02000000000000000000" pitchFamily="2" charset="0"/>
              </a:rPr>
              <a:t>Buffer Miss</a:t>
            </a:r>
            <a:endParaRPr lang="es-CO" sz="2400" b="1" dirty="0">
              <a:solidFill>
                <a:srgbClr val="C00000"/>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895461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dirty="0"/>
              <a:t>Gestión de paginas en el Buffer Pool</a:t>
            </a:r>
            <a:endParaRPr dirty="0">
              <a:highlight>
                <a:srgbClr val="FFFF00"/>
              </a:highlight>
            </a:endParaRPr>
          </a:p>
        </p:txBody>
      </p:sp>
      <p:sp>
        <p:nvSpPr>
          <p:cNvPr id="118" name="Google Shape;310;p34">
            <a:extLst>
              <a:ext uri="{FF2B5EF4-FFF2-40B4-BE49-F238E27FC236}">
                <a16:creationId xmlns:a16="http://schemas.microsoft.com/office/drawing/2014/main" id="{3F68C05D-CA2E-4B92-9378-193EE45D5F69}"/>
              </a:ext>
            </a:extLst>
          </p:cNvPr>
          <p:cNvSpPr txBox="1">
            <a:spLocks/>
          </p:cNvSpPr>
          <p:nvPr/>
        </p:nvSpPr>
        <p:spPr>
          <a:xfrm>
            <a:off x="916650" y="5457824"/>
            <a:ext cx="11046750" cy="113910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000" dirty="0"/>
              <a:t>El Buffer Manager solicita al Administrador de Disco que localice la </a:t>
            </a:r>
            <a:r>
              <a:rPr lang="es-MX" sz="2000" b="1" dirty="0"/>
              <a:t>Page #2</a:t>
            </a:r>
            <a:r>
              <a:rPr lang="es-MX" sz="2000" dirty="0"/>
              <a:t> en el archivo de la base de datos. La página se lee del disco y se copia en un marco (</a:t>
            </a:r>
            <a:r>
              <a:rPr lang="es-MX" sz="2000" b="1" dirty="0"/>
              <a:t>frame</a:t>
            </a:r>
            <a:r>
              <a:rPr lang="es-MX" sz="2000" dirty="0"/>
              <a:t>) vacío dentro del Buffer Pool en la memoria principal.</a:t>
            </a:r>
            <a:endParaRPr lang="es-MX" sz="2800" dirty="0"/>
          </a:p>
        </p:txBody>
      </p:sp>
      <p:pic>
        <p:nvPicPr>
          <p:cNvPr id="3" name="Imagen 2">
            <a:extLst>
              <a:ext uri="{FF2B5EF4-FFF2-40B4-BE49-F238E27FC236}">
                <a16:creationId xmlns:a16="http://schemas.microsoft.com/office/drawing/2014/main" id="{AD97C97C-687F-4662-B343-330284BD2C70}"/>
              </a:ext>
            </a:extLst>
          </p:cNvPr>
          <p:cNvPicPr>
            <a:picLocks noChangeAspect="1"/>
          </p:cNvPicPr>
          <p:nvPr/>
        </p:nvPicPr>
        <p:blipFill>
          <a:blip r:embed="rId3"/>
          <a:stretch>
            <a:fillRect/>
          </a:stretch>
        </p:blipFill>
        <p:spPr>
          <a:xfrm>
            <a:off x="1905000" y="1637347"/>
            <a:ext cx="8382000" cy="3857625"/>
          </a:xfrm>
          <a:prstGeom prst="rect">
            <a:avLst/>
          </a:prstGeom>
        </p:spPr>
      </p:pic>
      <p:sp>
        <p:nvSpPr>
          <p:cNvPr id="7" name="CuadroTexto 6">
            <a:extLst>
              <a:ext uri="{FF2B5EF4-FFF2-40B4-BE49-F238E27FC236}">
                <a16:creationId xmlns:a16="http://schemas.microsoft.com/office/drawing/2014/main" id="{4ECE0E3E-C97D-4953-80E1-7D4BE5BEF6FA}"/>
              </a:ext>
            </a:extLst>
          </p:cNvPr>
          <p:cNvSpPr txBox="1"/>
          <p:nvPr/>
        </p:nvSpPr>
        <p:spPr>
          <a:xfrm>
            <a:off x="916650" y="1021913"/>
            <a:ext cx="11046750" cy="461665"/>
          </a:xfrm>
          <a:prstGeom prst="rect">
            <a:avLst/>
          </a:prstGeom>
          <a:noFill/>
        </p:spPr>
        <p:txBody>
          <a:bodyPr wrap="square">
            <a:spAutoFit/>
          </a:bodyPr>
          <a:lstStyle/>
          <a:p>
            <a:r>
              <a:rPr lang="es-MX" sz="2400" b="1" dirty="0">
                <a:solidFill>
                  <a:schemeClr val="accent2"/>
                </a:solidFill>
                <a:latin typeface="Roboto" panose="02000000000000000000" pitchFamily="2" charset="0"/>
                <a:ea typeface="Roboto" panose="02000000000000000000" pitchFamily="2" charset="0"/>
              </a:rPr>
              <a:t>Paso 3 - Operación de E/S: Recuperación del Bloque Físico</a:t>
            </a:r>
            <a:endParaRPr lang="es-CO" sz="2400" b="1" dirty="0">
              <a:solidFill>
                <a:schemeClr val="accent2"/>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782706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dirty="0"/>
              <a:t>Gestión de paginas en el Buffer Pool</a:t>
            </a:r>
            <a:endParaRPr dirty="0">
              <a:highlight>
                <a:srgbClr val="FFFF00"/>
              </a:highlight>
            </a:endParaRPr>
          </a:p>
        </p:txBody>
      </p:sp>
      <p:sp>
        <p:nvSpPr>
          <p:cNvPr id="118" name="Google Shape;310;p34">
            <a:extLst>
              <a:ext uri="{FF2B5EF4-FFF2-40B4-BE49-F238E27FC236}">
                <a16:creationId xmlns:a16="http://schemas.microsoft.com/office/drawing/2014/main" id="{3F68C05D-CA2E-4B92-9378-193EE45D5F69}"/>
              </a:ext>
            </a:extLst>
          </p:cNvPr>
          <p:cNvSpPr txBox="1">
            <a:spLocks/>
          </p:cNvSpPr>
          <p:nvPr/>
        </p:nvSpPr>
        <p:spPr>
          <a:xfrm>
            <a:off x="881773" y="5321265"/>
            <a:ext cx="11046750" cy="113910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000" dirty="0"/>
              <a:t>Una vez que la página está disponible en RAM, el Buffer Manager devuelve un puntero (dirección de memoria) al Motor de Ejecución. De esta forma, el motor sabe exactamente dónde trabajar sin tener que conocer detalles del archivo físico.</a:t>
            </a:r>
            <a:endParaRPr lang="es-MX" sz="2800" dirty="0"/>
          </a:p>
        </p:txBody>
      </p:sp>
      <p:pic>
        <p:nvPicPr>
          <p:cNvPr id="4" name="Imagen 3">
            <a:extLst>
              <a:ext uri="{FF2B5EF4-FFF2-40B4-BE49-F238E27FC236}">
                <a16:creationId xmlns:a16="http://schemas.microsoft.com/office/drawing/2014/main" id="{B4B7BD63-1B0D-497D-8CBC-323E43746BEC}"/>
              </a:ext>
            </a:extLst>
          </p:cNvPr>
          <p:cNvPicPr>
            <a:picLocks noChangeAspect="1"/>
          </p:cNvPicPr>
          <p:nvPr/>
        </p:nvPicPr>
        <p:blipFill>
          <a:blip r:embed="rId3"/>
          <a:stretch>
            <a:fillRect/>
          </a:stretch>
        </p:blipFill>
        <p:spPr>
          <a:xfrm>
            <a:off x="1890712" y="1433959"/>
            <a:ext cx="8410575" cy="3800475"/>
          </a:xfrm>
          <a:prstGeom prst="rect">
            <a:avLst/>
          </a:prstGeom>
        </p:spPr>
      </p:pic>
      <p:sp>
        <p:nvSpPr>
          <p:cNvPr id="7" name="CuadroTexto 6">
            <a:extLst>
              <a:ext uri="{FF2B5EF4-FFF2-40B4-BE49-F238E27FC236}">
                <a16:creationId xmlns:a16="http://schemas.microsoft.com/office/drawing/2014/main" id="{D7B00063-6C13-4C7E-A242-6436BA3EE5F2}"/>
              </a:ext>
            </a:extLst>
          </p:cNvPr>
          <p:cNvSpPr txBox="1"/>
          <p:nvPr/>
        </p:nvSpPr>
        <p:spPr>
          <a:xfrm>
            <a:off x="881772" y="885463"/>
            <a:ext cx="11046750" cy="461665"/>
          </a:xfrm>
          <a:prstGeom prst="rect">
            <a:avLst/>
          </a:prstGeom>
          <a:noFill/>
        </p:spPr>
        <p:txBody>
          <a:bodyPr wrap="square">
            <a:spAutoFit/>
          </a:bodyPr>
          <a:lstStyle/>
          <a:p>
            <a:r>
              <a:rPr lang="es-MX" sz="2400" b="1" dirty="0">
                <a:solidFill>
                  <a:schemeClr val="accent2"/>
                </a:solidFill>
                <a:latin typeface="Roboto" panose="02000000000000000000" pitchFamily="2" charset="0"/>
                <a:ea typeface="Roboto" panose="02000000000000000000" pitchFamily="2" charset="0"/>
              </a:rPr>
              <a:t>Paso 4 - Operación de E/S: Recuperación del Bloque Físico</a:t>
            </a:r>
            <a:endParaRPr lang="es-CO" sz="2400" b="1" dirty="0">
              <a:solidFill>
                <a:schemeClr val="accent2"/>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749493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dirty="0"/>
              <a:t>Gestión de paginas en el Buffer Pool</a:t>
            </a:r>
            <a:endParaRPr dirty="0">
              <a:highlight>
                <a:srgbClr val="FFFF00"/>
              </a:highlight>
            </a:endParaRPr>
          </a:p>
        </p:txBody>
      </p:sp>
      <p:sp>
        <p:nvSpPr>
          <p:cNvPr id="118" name="Google Shape;310;p34">
            <a:extLst>
              <a:ext uri="{FF2B5EF4-FFF2-40B4-BE49-F238E27FC236}">
                <a16:creationId xmlns:a16="http://schemas.microsoft.com/office/drawing/2014/main" id="{3F68C05D-CA2E-4B92-9378-193EE45D5F69}"/>
              </a:ext>
            </a:extLst>
          </p:cNvPr>
          <p:cNvSpPr txBox="1">
            <a:spLocks/>
          </p:cNvSpPr>
          <p:nvPr/>
        </p:nvSpPr>
        <p:spPr>
          <a:xfrm>
            <a:off x="1057751" y="5428021"/>
            <a:ext cx="10890409" cy="113910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000" dirty="0"/>
              <a:t>El Motor de Ejecución interpreta el formato de la página y realiza las modificaciones necesarias (</a:t>
            </a:r>
            <a:r>
              <a:rPr lang="es-MX" sz="2000" b="1" dirty="0">
                <a:latin typeface="Consolas" panose="020B0609020204030204" pitchFamily="49" charset="0"/>
              </a:rPr>
              <a:t>update</a:t>
            </a:r>
            <a:r>
              <a:rPr lang="es-MX" sz="2000" dirty="0"/>
              <a:t>). Es vital notar que este cambio ocurre únicamente en la memoria RAM en este momento, lo que garantiza una respuesta inmediata.</a:t>
            </a:r>
            <a:endParaRPr lang="es-MX" sz="2800" dirty="0"/>
          </a:p>
        </p:txBody>
      </p:sp>
      <p:pic>
        <p:nvPicPr>
          <p:cNvPr id="3" name="Imagen 2">
            <a:extLst>
              <a:ext uri="{FF2B5EF4-FFF2-40B4-BE49-F238E27FC236}">
                <a16:creationId xmlns:a16="http://schemas.microsoft.com/office/drawing/2014/main" id="{DE10CAF1-BA44-4BBC-BFAE-12862183BC5B}"/>
              </a:ext>
            </a:extLst>
          </p:cNvPr>
          <p:cNvPicPr>
            <a:picLocks noChangeAspect="1"/>
          </p:cNvPicPr>
          <p:nvPr/>
        </p:nvPicPr>
        <p:blipFill>
          <a:blip r:embed="rId3"/>
          <a:stretch>
            <a:fillRect/>
          </a:stretch>
        </p:blipFill>
        <p:spPr>
          <a:xfrm>
            <a:off x="1795462" y="1500187"/>
            <a:ext cx="8601075" cy="3857625"/>
          </a:xfrm>
          <a:prstGeom prst="rect">
            <a:avLst/>
          </a:prstGeom>
        </p:spPr>
      </p:pic>
      <p:sp>
        <p:nvSpPr>
          <p:cNvPr id="7" name="CuadroTexto 6">
            <a:extLst>
              <a:ext uri="{FF2B5EF4-FFF2-40B4-BE49-F238E27FC236}">
                <a16:creationId xmlns:a16="http://schemas.microsoft.com/office/drawing/2014/main" id="{1AC81C44-1834-4C75-95A9-DD3A6E8A3D69}"/>
              </a:ext>
            </a:extLst>
          </p:cNvPr>
          <p:cNvSpPr txBox="1"/>
          <p:nvPr/>
        </p:nvSpPr>
        <p:spPr>
          <a:xfrm>
            <a:off x="901410" y="860425"/>
            <a:ext cx="11046750" cy="461665"/>
          </a:xfrm>
          <a:prstGeom prst="rect">
            <a:avLst/>
          </a:prstGeom>
          <a:noFill/>
        </p:spPr>
        <p:txBody>
          <a:bodyPr wrap="square">
            <a:spAutoFit/>
          </a:bodyPr>
          <a:lstStyle/>
          <a:p>
            <a:r>
              <a:rPr lang="es-MX" sz="2400" b="1" dirty="0">
                <a:solidFill>
                  <a:schemeClr val="accent2"/>
                </a:solidFill>
                <a:latin typeface="Roboto" panose="02000000000000000000" pitchFamily="2" charset="0"/>
                <a:ea typeface="Roboto" panose="02000000000000000000" pitchFamily="2" charset="0"/>
              </a:rPr>
              <a:t>Paso 5 - Vinculación Lógica mediante Punteros de Memoria</a:t>
            </a:r>
            <a:endParaRPr lang="es-CO" sz="2400" b="1" dirty="0">
              <a:solidFill>
                <a:schemeClr val="accent2"/>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6220558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CO" dirty="0"/>
              <a:t>Gestión de paginas en el Buffer Pool</a:t>
            </a:r>
            <a:endParaRPr dirty="0">
              <a:highlight>
                <a:srgbClr val="FFFF00"/>
              </a:highlight>
            </a:endParaRPr>
          </a:p>
        </p:txBody>
      </p:sp>
      <p:sp>
        <p:nvSpPr>
          <p:cNvPr id="118" name="Google Shape;310;p34">
            <a:extLst>
              <a:ext uri="{FF2B5EF4-FFF2-40B4-BE49-F238E27FC236}">
                <a16:creationId xmlns:a16="http://schemas.microsoft.com/office/drawing/2014/main" id="{3F68C05D-CA2E-4B92-9378-193EE45D5F69}"/>
              </a:ext>
            </a:extLst>
          </p:cNvPr>
          <p:cNvSpPr txBox="1">
            <a:spLocks/>
          </p:cNvSpPr>
          <p:nvPr/>
        </p:nvSpPr>
        <p:spPr>
          <a:xfrm>
            <a:off x="886170" y="5548486"/>
            <a:ext cx="10734067" cy="111044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000" dirty="0"/>
              <a:t>Tras la modificación, la </a:t>
            </a:r>
            <a:r>
              <a:rPr lang="es-MX" sz="2000" b="1" dirty="0"/>
              <a:t>Page #2</a:t>
            </a:r>
            <a:r>
              <a:rPr lang="es-MX" sz="2000" dirty="0"/>
              <a:t> permanece en el Buffer Pool marcada como </a:t>
            </a:r>
            <a:r>
              <a:rPr lang="es-MX" sz="2000" b="1" dirty="0"/>
              <a:t>'</a:t>
            </a:r>
            <a:r>
              <a:rPr lang="es-MX" sz="2000" b="1" dirty="0" err="1"/>
              <a:t>Dirty</a:t>
            </a:r>
            <a:r>
              <a:rPr lang="es-MX" sz="2000" b="1" dirty="0"/>
              <a:t> Page'</a:t>
            </a:r>
            <a:r>
              <a:rPr lang="es-MX" sz="2000" dirty="0"/>
              <a:t> (página sucia). Esta no se escribirá de vuelta al disco de inmediato, sino que el Buffer Manager esperará un momento óptimo para sincronizarla con el archivo físico.</a:t>
            </a:r>
            <a:endParaRPr lang="es-MX" sz="2800" dirty="0"/>
          </a:p>
        </p:txBody>
      </p:sp>
      <p:pic>
        <p:nvPicPr>
          <p:cNvPr id="4" name="Imagen 3">
            <a:extLst>
              <a:ext uri="{FF2B5EF4-FFF2-40B4-BE49-F238E27FC236}">
                <a16:creationId xmlns:a16="http://schemas.microsoft.com/office/drawing/2014/main" id="{21CBF1EC-383D-4D29-AFCF-B3D6AC4B6658}"/>
              </a:ext>
            </a:extLst>
          </p:cNvPr>
          <p:cNvPicPr>
            <a:picLocks noChangeAspect="1"/>
          </p:cNvPicPr>
          <p:nvPr/>
        </p:nvPicPr>
        <p:blipFill>
          <a:blip r:embed="rId3"/>
          <a:stretch>
            <a:fillRect/>
          </a:stretch>
        </p:blipFill>
        <p:spPr>
          <a:xfrm>
            <a:off x="1785937" y="1484735"/>
            <a:ext cx="8620125" cy="3981450"/>
          </a:xfrm>
          <a:prstGeom prst="rect">
            <a:avLst/>
          </a:prstGeom>
        </p:spPr>
      </p:pic>
      <p:sp>
        <p:nvSpPr>
          <p:cNvPr id="7" name="CuadroTexto 6">
            <a:extLst>
              <a:ext uri="{FF2B5EF4-FFF2-40B4-BE49-F238E27FC236}">
                <a16:creationId xmlns:a16="http://schemas.microsoft.com/office/drawing/2014/main" id="{B8FCDC89-1E94-4B17-8832-EC32A0D3B78B}"/>
              </a:ext>
            </a:extLst>
          </p:cNvPr>
          <p:cNvSpPr txBox="1"/>
          <p:nvPr/>
        </p:nvSpPr>
        <p:spPr>
          <a:xfrm>
            <a:off x="886170" y="940770"/>
            <a:ext cx="11046750" cy="461665"/>
          </a:xfrm>
          <a:prstGeom prst="rect">
            <a:avLst/>
          </a:prstGeom>
          <a:noFill/>
        </p:spPr>
        <p:txBody>
          <a:bodyPr wrap="square">
            <a:spAutoFit/>
          </a:bodyPr>
          <a:lstStyle/>
          <a:p>
            <a:r>
              <a:rPr lang="es-MX" sz="2400" b="1" dirty="0">
                <a:solidFill>
                  <a:schemeClr val="accent2"/>
                </a:solidFill>
                <a:latin typeface="Roboto" panose="02000000000000000000" pitchFamily="2" charset="0"/>
                <a:ea typeface="Roboto" panose="02000000000000000000" pitchFamily="2" charset="0"/>
              </a:rPr>
              <a:t>Paso 6 - Actualización de Registros y sincronización</a:t>
            </a:r>
            <a:endParaRPr lang="es-CO" sz="2400" b="1" dirty="0">
              <a:solidFill>
                <a:schemeClr val="accent2"/>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796872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Conceptos claves</a:t>
            </a:r>
            <a:endParaRPr dirty="0"/>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916649" y="815125"/>
            <a:ext cx="11028607" cy="555617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400" b="1" dirty="0">
                <a:solidFill>
                  <a:schemeClr val="accent2"/>
                </a:solidFill>
              </a:rPr>
              <a:t>Archivos de bases de datos</a:t>
            </a:r>
          </a:p>
          <a:p>
            <a:r>
              <a:rPr lang="es-MX" sz="2000" b="1" dirty="0"/>
              <a:t>Archivo de un DB:</a:t>
            </a:r>
            <a:r>
              <a:rPr lang="es-MX" sz="2000" dirty="0"/>
              <a:t> Una colección de páginas, cada una conteniendo una colección de registros.</a:t>
            </a:r>
          </a:p>
          <a:p>
            <a:endParaRPr lang="es-MX" sz="2000" b="1" dirty="0"/>
          </a:p>
          <a:p>
            <a:endParaRPr lang="es-MX" sz="2000" b="1" dirty="0"/>
          </a:p>
          <a:p>
            <a:endParaRPr lang="es-MX" sz="2000" b="1" dirty="0"/>
          </a:p>
          <a:p>
            <a:endParaRPr lang="es-MX" sz="2000" b="1" dirty="0"/>
          </a:p>
          <a:p>
            <a:endParaRPr lang="es-MX" sz="2000" b="1" dirty="0"/>
          </a:p>
          <a:p>
            <a:r>
              <a:rPr lang="es-MX" sz="2000" b="1" dirty="0"/>
              <a:t>API para los niveles superiores del DBMS</a:t>
            </a:r>
            <a:r>
              <a:rPr lang="es-MX" sz="2000" dirty="0"/>
              <a:t>:</a:t>
            </a:r>
          </a:p>
          <a:p>
            <a:pPr lvl="1"/>
            <a:r>
              <a:rPr lang="es-MX" sz="2000" dirty="0"/>
              <a:t>Insertar/eliminar/modificar registro</a:t>
            </a:r>
          </a:p>
          <a:p>
            <a:pPr lvl="1"/>
            <a:r>
              <a:rPr lang="es-MX" sz="2000" dirty="0"/>
              <a:t>Obtener un registro particular por </a:t>
            </a:r>
            <a:r>
              <a:rPr lang="es-MX" sz="2000" b="1" dirty="0"/>
              <a:t>recordID</a:t>
            </a:r>
            <a:r>
              <a:rPr lang="es-MX" sz="2000" dirty="0"/>
              <a:t> …</a:t>
            </a:r>
          </a:p>
          <a:p>
            <a:pPr lvl="2"/>
            <a:r>
              <a:rPr lang="es-MX" dirty="0"/>
              <a:t>El id de registro es un puntero que codifica el par (</a:t>
            </a:r>
            <a:r>
              <a:rPr lang="es-MX" b="1" dirty="0"/>
              <a:t>pageID, ubicación en la página</a:t>
            </a:r>
            <a:r>
              <a:rPr lang="es-MX" dirty="0"/>
              <a:t>)</a:t>
            </a:r>
          </a:p>
          <a:p>
            <a:pPr lvl="1"/>
            <a:r>
              <a:rPr lang="es-MX" sz="2000" dirty="0"/>
              <a:t>Escanear todos los registros</a:t>
            </a:r>
          </a:p>
          <a:p>
            <a:pPr lvl="2"/>
            <a:r>
              <a:rPr lang="es-MX" dirty="0"/>
              <a:t>Posiblemente con algunas condiciones sobre los registros a recuperar</a:t>
            </a:r>
          </a:p>
          <a:p>
            <a:r>
              <a:rPr lang="es-MX" sz="2000" dirty="0"/>
              <a:t>Puede abarcar múltiples archivos del SO e incluso máquinas</a:t>
            </a:r>
          </a:p>
          <a:p>
            <a:pPr lvl="1"/>
            <a:r>
              <a:rPr lang="es-MX" sz="2000" dirty="0"/>
              <a:t>O dispositivos de disco “en bruto” (</a:t>
            </a:r>
            <a:r>
              <a:rPr lang="es-MX" sz="2000" i="1" dirty="0"/>
              <a:t>raw</a:t>
            </a:r>
            <a:r>
              <a:rPr lang="es-MX" sz="2000" dirty="0"/>
              <a:t>)</a:t>
            </a:r>
          </a:p>
        </p:txBody>
      </p:sp>
      <p:grpSp>
        <p:nvGrpSpPr>
          <p:cNvPr id="27" name="Grupo 26">
            <a:extLst>
              <a:ext uri="{FF2B5EF4-FFF2-40B4-BE49-F238E27FC236}">
                <a16:creationId xmlns:a16="http://schemas.microsoft.com/office/drawing/2014/main" id="{6E6C7D90-67EA-40D3-8EA0-61E614F15744}"/>
              </a:ext>
            </a:extLst>
          </p:cNvPr>
          <p:cNvGrpSpPr/>
          <p:nvPr/>
        </p:nvGrpSpPr>
        <p:grpSpPr>
          <a:xfrm>
            <a:off x="7101258" y="2073899"/>
            <a:ext cx="3250557" cy="1981200"/>
            <a:chOff x="5588643" y="2082800"/>
            <a:chExt cx="3250557" cy="1981200"/>
          </a:xfrm>
        </p:grpSpPr>
        <p:sp>
          <p:nvSpPr>
            <p:cNvPr id="5" name="Cilindro 4">
              <a:extLst>
                <a:ext uri="{FF2B5EF4-FFF2-40B4-BE49-F238E27FC236}">
                  <a16:creationId xmlns:a16="http://schemas.microsoft.com/office/drawing/2014/main" id="{F28B26F6-A407-4EF5-85A6-72763D6E5287}"/>
                </a:ext>
              </a:extLst>
            </p:cNvPr>
            <p:cNvSpPr/>
            <p:nvPr/>
          </p:nvSpPr>
          <p:spPr>
            <a:xfrm>
              <a:off x="5588643" y="2082800"/>
              <a:ext cx="3250557" cy="1981200"/>
            </a:xfrm>
            <a:prstGeom prst="can">
              <a:avLst>
                <a:gd name="adj" fmla="val 16625"/>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26" name="Grupo 25">
              <a:extLst>
                <a:ext uri="{FF2B5EF4-FFF2-40B4-BE49-F238E27FC236}">
                  <a16:creationId xmlns:a16="http://schemas.microsoft.com/office/drawing/2014/main" id="{C8E0EB7A-2539-4F27-8730-A9733CBF6B07}"/>
                </a:ext>
              </a:extLst>
            </p:cNvPr>
            <p:cNvGrpSpPr/>
            <p:nvPr/>
          </p:nvGrpSpPr>
          <p:grpSpPr>
            <a:xfrm>
              <a:off x="5848169" y="2479939"/>
              <a:ext cx="1251131" cy="1210681"/>
              <a:chOff x="5949769" y="2530739"/>
              <a:chExt cx="1251131" cy="1210681"/>
            </a:xfrm>
          </p:grpSpPr>
          <p:sp>
            <p:nvSpPr>
              <p:cNvPr id="8" name="CuadroTexto 7">
                <a:extLst>
                  <a:ext uri="{FF2B5EF4-FFF2-40B4-BE49-F238E27FC236}">
                    <a16:creationId xmlns:a16="http://schemas.microsoft.com/office/drawing/2014/main" id="{C41D0A7A-0054-4C62-AB94-7B26520FF598}"/>
                  </a:ext>
                </a:extLst>
              </p:cNvPr>
              <p:cNvSpPr txBox="1"/>
              <p:nvPr/>
            </p:nvSpPr>
            <p:spPr>
              <a:xfrm>
                <a:off x="5949769" y="2530739"/>
                <a:ext cx="804797" cy="307777"/>
              </a:xfrm>
              <a:prstGeom prst="rect">
                <a:avLst/>
              </a:prstGeom>
              <a:noFill/>
            </p:spPr>
            <p:txBody>
              <a:bodyPr wrap="square" rtlCol="0">
                <a:spAutoFit/>
              </a:bodyPr>
              <a:lstStyle/>
              <a:p>
                <a:r>
                  <a:rPr lang="es-CO" b="1" dirty="0">
                    <a:latin typeface="Roboto" panose="02000000000000000000" pitchFamily="2" charset="0"/>
                    <a:ea typeface="Roboto" panose="02000000000000000000" pitchFamily="2" charset="0"/>
                  </a:rPr>
                  <a:t>File</a:t>
                </a:r>
                <a:endParaRPr lang="es-CO" sz="1600" b="1" dirty="0">
                  <a:latin typeface="Roboto" panose="02000000000000000000" pitchFamily="2" charset="0"/>
                  <a:ea typeface="Roboto" panose="02000000000000000000" pitchFamily="2" charset="0"/>
                </a:endParaRPr>
              </a:p>
            </p:txBody>
          </p:sp>
          <p:grpSp>
            <p:nvGrpSpPr>
              <p:cNvPr id="3" name="Grupo 2">
                <a:extLst>
                  <a:ext uri="{FF2B5EF4-FFF2-40B4-BE49-F238E27FC236}">
                    <a16:creationId xmlns:a16="http://schemas.microsoft.com/office/drawing/2014/main" id="{E1C25D01-F020-405F-9AE9-D884AC9399FD}"/>
                  </a:ext>
                </a:extLst>
              </p:cNvPr>
              <p:cNvGrpSpPr/>
              <p:nvPr/>
            </p:nvGrpSpPr>
            <p:grpSpPr>
              <a:xfrm>
                <a:off x="6057900" y="2800712"/>
                <a:ext cx="1143000" cy="940708"/>
                <a:chOff x="6057900" y="2800712"/>
                <a:chExt cx="1143000" cy="940708"/>
              </a:xfrm>
            </p:grpSpPr>
            <p:sp>
              <p:nvSpPr>
                <p:cNvPr id="9" name="Rectángulo: esquina doblada 8">
                  <a:extLst>
                    <a:ext uri="{FF2B5EF4-FFF2-40B4-BE49-F238E27FC236}">
                      <a16:creationId xmlns:a16="http://schemas.microsoft.com/office/drawing/2014/main" id="{91D94005-AC68-4C65-B200-10DF1D7494E7}"/>
                    </a:ext>
                  </a:extLst>
                </p:cNvPr>
                <p:cNvSpPr/>
                <p:nvPr/>
              </p:nvSpPr>
              <p:spPr>
                <a:xfrm flipV="1">
                  <a:off x="6057900" y="2800712"/>
                  <a:ext cx="1143000" cy="940708"/>
                </a:xfrm>
                <a:prstGeom prst="foldedCorner">
                  <a:avLst>
                    <a:gd name="adj" fmla="val 11267"/>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2" name="Grupo 1">
                  <a:extLst>
                    <a:ext uri="{FF2B5EF4-FFF2-40B4-BE49-F238E27FC236}">
                      <a16:creationId xmlns:a16="http://schemas.microsoft.com/office/drawing/2014/main" id="{29FE546F-9019-43D9-8A78-5E719E67C84A}"/>
                    </a:ext>
                  </a:extLst>
                </p:cNvPr>
                <p:cNvGrpSpPr/>
                <p:nvPr/>
              </p:nvGrpSpPr>
              <p:grpSpPr>
                <a:xfrm>
                  <a:off x="6184644" y="2869293"/>
                  <a:ext cx="859493" cy="796267"/>
                  <a:chOff x="6184644" y="2869293"/>
                  <a:chExt cx="859493" cy="796267"/>
                </a:xfrm>
              </p:grpSpPr>
              <p:sp>
                <p:nvSpPr>
                  <p:cNvPr id="18" name="Rectángulo 17">
                    <a:extLst>
                      <a:ext uri="{FF2B5EF4-FFF2-40B4-BE49-F238E27FC236}">
                        <a16:creationId xmlns:a16="http://schemas.microsoft.com/office/drawing/2014/main" id="{892582A1-C394-4399-8B54-F36C834848DE}"/>
                      </a:ext>
                    </a:extLst>
                  </p:cNvPr>
                  <p:cNvSpPr/>
                  <p:nvPr/>
                </p:nvSpPr>
                <p:spPr>
                  <a:xfrm>
                    <a:off x="6184644" y="2869293"/>
                    <a:ext cx="393137" cy="22282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0" name="Rectángulo 19">
                    <a:extLst>
                      <a:ext uri="{FF2B5EF4-FFF2-40B4-BE49-F238E27FC236}">
                        <a16:creationId xmlns:a16="http://schemas.microsoft.com/office/drawing/2014/main" id="{0AFFB091-C699-40CC-9414-85ACA1951B87}"/>
                      </a:ext>
                    </a:extLst>
                  </p:cNvPr>
                  <p:cNvSpPr/>
                  <p:nvPr/>
                </p:nvSpPr>
                <p:spPr>
                  <a:xfrm>
                    <a:off x="6651000" y="2869293"/>
                    <a:ext cx="393137" cy="22282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1" name="Rectángulo 20">
                    <a:extLst>
                      <a:ext uri="{FF2B5EF4-FFF2-40B4-BE49-F238E27FC236}">
                        <a16:creationId xmlns:a16="http://schemas.microsoft.com/office/drawing/2014/main" id="{682CF4A7-4587-402F-AB5E-1E1E7CD5E688}"/>
                      </a:ext>
                    </a:extLst>
                  </p:cNvPr>
                  <p:cNvSpPr/>
                  <p:nvPr/>
                </p:nvSpPr>
                <p:spPr>
                  <a:xfrm>
                    <a:off x="6184644" y="3158974"/>
                    <a:ext cx="393137" cy="22282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2" name="Rectángulo 21">
                    <a:extLst>
                      <a:ext uri="{FF2B5EF4-FFF2-40B4-BE49-F238E27FC236}">
                        <a16:creationId xmlns:a16="http://schemas.microsoft.com/office/drawing/2014/main" id="{5A626BA3-DF16-4627-8870-16939A31698A}"/>
                      </a:ext>
                    </a:extLst>
                  </p:cNvPr>
                  <p:cNvSpPr/>
                  <p:nvPr/>
                </p:nvSpPr>
                <p:spPr>
                  <a:xfrm>
                    <a:off x="6651000" y="3158974"/>
                    <a:ext cx="393137" cy="22282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3" name="Rectángulo 22">
                    <a:extLst>
                      <a:ext uri="{FF2B5EF4-FFF2-40B4-BE49-F238E27FC236}">
                        <a16:creationId xmlns:a16="http://schemas.microsoft.com/office/drawing/2014/main" id="{225FEB8C-0C51-4F14-AA37-A624603245A4}"/>
                      </a:ext>
                    </a:extLst>
                  </p:cNvPr>
                  <p:cNvSpPr/>
                  <p:nvPr/>
                </p:nvSpPr>
                <p:spPr>
                  <a:xfrm>
                    <a:off x="6184644" y="3442736"/>
                    <a:ext cx="393137" cy="22282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4" name="Rectángulo 23">
                    <a:extLst>
                      <a:ext uri="{FF2B5EF4-FFF2-40B4-BE49-F238E27FC236}">
                        <a16:creationId xmlns:a16="http://schemas.microsoft.com/office/drawing/2014/main" id="{CD33DA8E-029E-4E03-A151-5543354D8AD7}"/>
                      </a:ext>
                    </a:extLst>
                  </p:cNvPr>
                  <p:cNvSpPr/>
                  <p:nvPr/>
                </p:nvSpPr>
                <p:spPr>
                  <a:xfrm>
                    <a:off x="6651000" y="3442736"/>
                    <a:ext cx="393137" cy="22282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grpSp>
          </p:grpSp>
        </p:grpSp>
        <p:grpSp>
          <p:nvGrpSpPr>
            <p:cNvPr id="29" name="Grupo 28">
              <a:extLst>
                <a:ext uri="{FF2B5EF4-FFF2-40B4-BE49-F238E27FC236}">
                  <a16:creationId xmlns:a16="http://schemas.microsoft.com/office/drawing/2014/main" id="{CF81C750-7B00-4CAD-8541-EE6B6E64FC9A}"/>
                </a:ext>
              </a:extLst>
            </p:cNvPr>
            <p:cNvGrpSpPr/>
            <p:nvPr/>
          </p:nvGrpSpPr>
          <p:grpSpPr>
            <a:xfrm>
              <a:off x="7240219" y="2479939"/>
              <a:ext cx="1251131" cy="1210681"/>
              <a:chOff x="5949769" y="2530739"/>
              <a:chExt cx="1251131" cy="1210681"/>
            </a:xfrm>
          </p:grpSpPr>
          <p:sp>
            <p:nvSpPr>
              <p:cNvPr id="30" name="CuadroTexto 29">
                <a:extLst>
                  <a:ext uri="{FF2B5EF4-FFF2-40B4-BE49-F238E27FC236}">
                    <a16:creationId xmlns:a16="http://schemas.microsoft.com/office/drawing/2014/main" id="{5906AD77-5E67-4411-A20E-BD9698879D07}"/>
                  </a:ext>
                </a:extLst>
              </p:cNvPr>
              <p:cNvSpPr txBox="1"/>
              <p:nvPr/>
            </p:nvSpPr>
            <p:spPr>
              <a:xfrm>
                <a:off x="5949769" y="2530739"/>
                <a:ext cx="804797" cy="307777"/>
              </a:xfrm>
              <a:prstGeom prst="rect">
                <a:avLst/>
              </a:prstGeom>
              <a:noFill/>
            </p:spPr>
            <p:txBody>
              <a:bodyPr wrap="square" rtlCol="0">
                <a:spAutoFit/>
              </a:bodyPr>
              <a:lstStyle/>
              <a:p>
                <a:r>
                  <a:rPr lang="es-CO" b="1" dirty="0">
                    <a:latin typeface="Roboto" panose="02000000000000000000" pitchFamily="2" charset="0"/>
                    <a:ea typeface="Roboto" panose="02000000000000000000" pitchFamily="2" charset="0"/>
                  </a:rPr>
                  <a:t>File</a:t>
                </a:r>
                <a:endParaRPr lang="es-CO" sz="1600" b="1" dirty="0">
                  <a:latin typeface="Roboto" panose="02000000000000000000" pitchFamily="2" charset="0"/>
                  <a:ea typeface="Roboto" panose="02000000000000000000" pitchFamily="2" charset="0"/>
                </a:endParaRPr>
              </a:p>
            </p:txBody>
          </p:sp>
          <p:grpSp>
            <p:nvGrpSpPr>
              <p:cNvPr id="31" name="Grupo 30">
                <a:extLst>
                  <a:ext uri="{FF2B5EF4-FFF2-40B4-BE49-F238E27FC236}">
                    <a16:creationId xmlns:a16="http://schemas.microsoft.com/office/drawing/2014/main" id="{9780B384-E1EF-4F0C-AD77-123B41A9029D}"/>
                  </a:ext>
                </a:extLst>
              </p:cNvPr>
              <p:cNvGrpSpPr/>
              <p:nvPr/>
            </p:nvGrpSpPr>
            <p:grpSpPr>
              <a:xfrm>
                <a:off x="6057900" y="2800712"/>
                <a:ext cx="1143000" cy="940708"/>
                <a:chOff x="6057900" y="2800712"/>
                <a:chExt cx="1143000" cy="940708"/>
              </a:xfrm>
            </p:grpSpPr>
            <p:sp>
              <p:nvSpPr>
                <p:cNvPr id="32" name="Rectángulo: esquina doblada 31">
                  <a:extLst>
                    <a:ext uri="{FF2B5EF4-FFF2-40B4-BE49-F238E27FC236}">
                      <a16:creationId xmlns:a16="http://schemas.microsoft.com/office/drawing/2014/main" id="{816B29E3-04CD-497E-B593-DC2C462AB8AC}"/>
                    </a:ext>
                  </a:extLst>
                </p:cNvPr>
                <p:cNvSpPr/>
                <p:nvPr/>
              </p:nvSpPr>
              <p:spPr>
                <a:xfrm flipV="1">
                  <a:off x="6057900" y="2800712"/>
                  <a:ext cx="1143000" cy="940708"/>
                </a:xfrm>
                <a:prstGeom prst="foldedCorner">
                  <a:avLst>
                    <a:gd name="adj" fmla="val 11267"/>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33" name="Grupo 32">
                  <a:extLst>
                    <a:ext uri="{FF2B5EF4-FFF2-40B4-BE49-F238E27FC236}">
                      <a16:creationId xmlns:a16="http://schemas.microsoft.com/office/drawing/2014/main" id="{A36945A8-13F5-480D-BFCD-309B80D41EBB}"/>
                    </a:ext>
                  </a:extLst>
                </p:cNvPr>
                <p:cNvGrpSpPr/>
                <p:nvPr/>
              </p:nvGrpSpPr>
              <p:grpSpPr>
                <a:xfrm>
                  <a:off x="6184644" y="2869293"/>
                  <a:ext cx="859493" cy="796267"/>
                  <a:chOff x="6184644" y="2869293"/>
                  <a:chExt cx="859493" cy="796267"/>
                </a:xfrm>
              </p:grpSpPr>
              <p:sp>
                <p:nvSpPr>
                  <p:cNvPr id="34" name="Rectángulo 33">
                    <a:extLst>
                      <a:ext uri="{FF2B5EF4-FFF2-40B4-BE49-F238E27FC236}">
                        <a16:creationId xmlns:a16="http://schemas.microsoft.com/office/drawing/2014/main" id="{4D65C356-1613-4E03-AF19-785097BA73F1}"/>
                      </a:ext>
                    </a:extLst>
                  </p:cNvPr>
                  <p:cNvSpPr/>
                  <p:nvPr/>
                </p:nvSpPr>
                <p:spPr>
                  <a:xfrm>
                    <a:off x="6184644" y="2869293"/>
                    <a:ext cx="393137" cy="22282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5" name="Rectángulo 34">
                    <a:extLst>
                      <a:ext uri="{FF2B5EF4-FFF2-40B4-BE49-F238E27FC236}">
                        <a16:creationId xmlns:a16="http://schemas.microsoft.com/office/drawing/2014/main" id="{59279B00-9ABC-437E-9832-011390B3ADC7}"/>
                      </a:ext>
                    </a:extLst>
                  </p:cNvPr>
                  <p:cNvSpPr/>
                  <p:nvPr/>
                </p:nvSpPr>
                <p:spPr>
                  <a:xfrm>
                    <a:off x="6651000" y="2869293"/>
                    <a:ext cx="393137" cy="22282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6" name="Rectángulo 35">
                    <a:extLst>
                      <a:ext uri="{FF2B5EF4-FFF2-40B4-BE49-F238E27FC236}">
                        <a16:creationId xmlns:a16="http://schemas.microsoft.com/office/drawing/2014/main" id="{7B3C1DF0-133B-468E-B5BE-10B34633E66E}"/>
                      </a:ext>
                    </a:extLst>
                  </p:cNvPr>
                  <p:cNvSpPr/>
                  <p:nvPr/>
                </p:nvSpPr>
                <p:spPr>
                  <a:xfrm>
                    <a:off x="6184644" y="3158974"/>
                    <a:ext cx="393137" cy="22282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7" name="Rectángulo 36">
                    <a:extLst>
                      <a:ext uri="{FF2B5EF4-FFF2-40B4-BE49-F238E27FC236}">
                        <a16:creationId xmlns:a16="http://schemas.microsoft.com/office/drawing/2014/main" id="{B4E0FC7B-C457-4CEA-8CF6-269F3EA23CF8}"/>
                      </a:ext>
                    </a:extLst>
                  </p:cNvPr>
                  <p:cNvSpPr/>
                  <p:nvPr/>
                </p:nvSpPr>
                <p:spPr>
                  <a:xfrm>
                    <a:off x="6651000" y="3158974"/>
                    <a:ext cx="393137" cy="22282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8" name="Rectángulo 37">
                    <a:extLst>
                      <a:ext uri="{FF2B5EF4-FFF2-40B4-BE49-F238E27FC236}">
                        <a16:creationId xmlns:a16="http://schemas.microsoft.com/office/drawing/2014/main" id="{2B1A049D-BD5A-4D2D-980E-E62335551F11}"/>
                      </a:ext>
                    </a:extLst>
                  </p:cNvPr>
                  <p:cNvSpPr/>
                  <p:nvPr/>
                </p:nvSpPr>
                <p:spPr>
                  <a:xfrm>
                    <a:off x="6184644" y="3442736"/>
                    <a:ext cx="393137" cy="22282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9" name="Rectángulo 38">
                    <a:extLst>
                      <a:ext uri="{FF2B5EF4-FFF2-40B4-BE49-F238E27FC236}">
                        <a16:creationId xmlns:a16="http://schemas.microsoft.com/office/drawing/2014/main" id="{F7F4D3EA-925A-4DAC-B8C6-DB4B7235F03E}"/>
                      </a:ext>
                    </a:extLst>
                  </p:cNvPr>
                  <p:cNvSpPr/>
                  <p:nvPr/>
                </p:nvSpPr>
                <p:spPr>
                  <a:xfrm>
                    <a:off x="6651000" y="3442736"/>
                    <a:ext cx="393137" cy="222824"/>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grpSp>
          </p:grpSp>
        </p:grpSp>
      </p:grpSp>
      <p:graphicFrame>
        <p:nvGraphicFramePr>
          <p:cNvPr id="41" name="Tabla 40">
            <a:extLst>
              <a:ext uri="{FF2B5EF4-FFF2-40B4-BE49-F238E27FC236}">
                <a16:creationId xmlns:a16="http://schemas.microsoft.com/office/drawing/2014/main" id="{379DD1C6-2568-4EC6-8A71-0FBA42058C8A}"/>
              </a:ext>
            </a:extLst>
          </p:cNvPr>
          <p:cNvGraphicFramePr>
            <a:graphicFrameLocks noGrp="1"/>
          </p:cNvGraphicFramePr>
          <p:nvPr>
            <p:extLst>
              <p:ext uri="{D42A27DB-BD31-4B8C-83A1-F6EECF244321}">
                <p14:modId xmlns:p14="http://schemas.microsoft.com/office/powerpoint/2010/main" val="1190085652"/>
              </p:ext>
            </p:extLst>
          </p:nvPr>
        </p:nvGraphicFramePr>
        <p:xfrm>
          <a:off x="1811084" y="2492798"/>
          <a:ext cx="3632007" cy="1371600"/>
        </p:xfrm>
        <a:graphic>
          <a:graphicData uri="http://schemas.openxmlformats.org/drawingml/2006/table">
            <a:tbl>
              <a:tblPr/>
              <a:tblGrid>
                <a:gridCol w="503615">
                  <a:extLst>
                    <a:ext uri="{9D8B030D-6E8A-4147-A177-3AD203B41FA5}">
                      <a16:colId xmlns:a16="http://schemas.microsoft.com/office/drawing/2014/main" val="4171863402"/>
                    </a:ext>
                  </a:extLst>
                </a:gridCol>
                <a:gridCol w="967083">
                  <a:extLst>
                    <a:ext uri="{9D8B030D-6E8A-4147-A177-3AD203B41FA5}">
                      <a16:colId xmlns:a16="http://schemas.microsoft.com/office/drawing/2014/main" val="1178716260"/>
                    </a:ext>
                  </a:extLst>
                </a:gridCol>
                <a:gridCol w="997527">
                  <a:extLst>
                    <a:ext uri="{9D8B030D-6E8A-4147-A177-3AD203B41FA5}">
                      <a16:colId xmlns:a16="http://schemas.microsoft.com/office/drawing/2014/main" val="2360111845"/>
                    </a:ext>
                  </a:extLst>
                </a:gridCol>
                <a:gridCol w="488603">
                  <a:extLst>
                    <a:ext uri="{9D8B030D-6E8A-4147-A177-3AD203B41FA5}">
                      <a16:colId xmlns:a16="http://schemas.microsoft.com/office/drawing/2014/main" val="2492268695"/>
                    </a:ext>
                  </a:extLst>
                </a:gridCol>
                <a:gridCol w="675179">
                  <a:extLst>
                    <a:ext uri="{9D8B030D-6E8A-4147-A177-3AD203B41FA5}">
                      <a16:colId xmlns:a16="http://schemas.microsoft.com/office/drawing/2014/main" val="3250207032"/>
                    </a:ext>
                  </a:extLst>
                </a:gridCol>
              </a:tblGrid>
              <a:tr h="185651">
                <a:tc>
                  <a:txBody>
                    <a:bodyPr/>
                    <a:lstStyle/>
                    <a:p>
                      <a:r>
                        <a:rPr lang="es-CO" sz="1200" b="1" dirty="0">
                          <a:latin typeface="Roboto" panose="02000000000000000000" pitchFamily="2" charset="0"/>
                          <a:ea typeface="Roboto" panose="02000000000000000000" pitchFamily="2" charset="0"/>
                        </a:rPr>
                        <a:t>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Last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First Name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a:latin typeface="Roboto" panose="02000000000000000000" pitchFamily="2" charset="0"/>
                          <a:ea typeface="Roboto" panose="02000000000000000000" pitchFamily="2" charset="0"/>
                        </a:rPr>
                        <a:t>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1200" b="1" dirty="0">
                          <a:latin typeface="Roboto" panose="02000000000000000000" pitchFamily="2" charset="0"/>
                          <a:ea typeface="Roboto" panose="02000000000000000000" pitchFamily="2" charset="0"/>
                        </a:rPr>
                        <a:t>Salary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7833149"/>
                  </a:ext>
                </a:extLst>
              </a:tr>
              <a:tr h="185651">
                <a:tc>
                  <a:txBody>
                    <a:bodyPr/>
                    <a:lstStyle/>
                    <a:p>
                      <a:r>
                        <a:rPr lang="es-CO" sz="1200">
                          <a:latin typeface="Roboto" panose="02000000000000000000" pitchFamily="2" charset="0"/>
                          <a:ea typeface="Roboto" panose="02000000000000000000" pitchFamily="2" charset="0"/>
                        </a:rPr>
                        <a:t>123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Homer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$400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3226260"/>
                  </a:ext>
                </a:extLst>
              </a:tr>
              <a:tr h="185651">
                <a:tc>
                  <a:txBody>
                    <a:bodyPr/>
                    <a:lstStyle/>
                    <a:p>
                      <a:r>
                        <a:rPr lang="es-CO" sz="1200">
                          <a:latin typeface="Roboto" panose="02000000000000000000" pitchFamily="2" charset="0"/>
                          <a:ea typeface="Roboto" panose="02000000000000000000" pitchFamily="2" charset="0"/>
                        </a:rPr>
                        <a:t>443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dirty="0">
                          <a:latin typeface="Roboto" panose="02000000000000000000" pitchFamily="2" charset="0"/>
                          <a:ea typeface="Roboto" panose="02000000000000000000" pitchFamily="2" charset="0"/>
                        </a:rPr>
                        <a:t>Simpson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a:latin typeface="Roboto" panose="02000000000000000000" pitchFamily="2" charset="0"/>
                          <a:ea typeface="Roboto" panose="02000000000000000000" pitchFamily="2" charset="0"/>
                        </a:rPr>
                        <a:t>Marge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dirty="0">
                          <a:latin typeface="Roboto" panose="02000000000000000000" pitchFamily="2" charset="0"/>
                          <a:ea typeface="Roboto" panose="02000000000000000000" pitchFamily="2" charset="0"/>
                        </a:rPr>
                        <a:t>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s-CO" sz="1200" dirty="0">
                          <a:latin typeface="Roboto" panose="02000000000000000000" pitchFamily="2" charset="0"/>
                          <a:ea typeface="Roboto" panose="02000000000000000000" pitchFamily="2" charset="0"/>
                        </a:rPr>
                        <a:t>$140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457633836"/>
                  </a:ext>
                </a:extLst>
              </a:tr>
              <a:tr h="185651">
                <a:tc>
                  <a:txBody>
                    <a:bodyPr/>
                    <a:lstStyle/>
                    <a:p>
                      <a:r>
                        <a:rPr lang="es-CO" sz="1200">
                          <a:latin typeface="Roboto" panose="02000000000000000000" pitchFamily="2" charset="0"/>
                          <a:ea typeface="Roboto" panose="02000000000000000000" pitchFamily="2" charset="0"/>
                        </a:rPr>
                        <a:t>244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Flanders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200" dirty="0">
                          <a:latin typeface="Roboto" panose="02000000000000000000" pitchFamily="2" charset="0"/>
                          <a:ea typeface="Roboto" panose="02000000000000000000" pitchFamily="2" charset="0"/>
                        </a:rPr>
                        <a:t>$300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704149"/>
                  </a:ext>
                </a:extLst>
              </a:tr>
              <a:tr h="185651">
                <a:tc>
                  <a:txBody>
                    <a:bodyPr/>
                    <a:lstStyle/>
                    <a:p>
                      <a:r>
                        <a:rPr lang="es-CO" sz="1200">
                          <a:latin typeface="Roboto" panose="02000000000000000000" pitchFamily="2" charset="0"/>
                          <a:ea typeface="Roboto" panose="02000000000000000000" pitchFamily="2" charset="0"/>
                        </a:rPr>
                        <a:t>134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a:latin typeface="Roboto" panose="02000000000000000000" pitchFamily="2" charset="0"/>
                          <a:ea typeface="Roboto" panose="02000000000000000000" pitchFamily="2" charset="0"/>
                        </a:rPr>
                        <a:t>Skinner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Seymour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200" dirty="0">
                          <a:latin typeface="Roboto" panose="02000000000000000000" pitchFamily="2" charset="0"/>
                          <a:ea typeface="Roboto" panose="02000000000000000000" pitchFamily="2" charset="0"/>
                        </a:rPr>
                        <a:t>55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200" dirty="0">
                          <a:latin typeface="Roboto" panose="02000000000000000000" pitchFamily="2" charset="0"/>
                          <a:ea typeface="Roboto" panose="02000000000000000000" pitchFamily="2" charset="0"/>
                        </a:rPr>
                        <a:t>$400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854283"/>
                  </a:ext>
                </a:extLst>
              </a:tr>
            </a:tbl>
          </a:graphicData>
        </a:graphic>
      </p:graphicFrame>
      <p:sp>
        <p:nvSpPr>
          <p:cNvPr id="42" name="Flecha: a la derecha 41">
            <a:extLst>
              <a:ext uri="{FF2B5EF4-FFF2-40B4-BE49-F238E27FC236}">
                <a16:creationId xmlns:a16="http://schemas.microsoft.com/office/drawing/2014/main" id="{74BEA0DB-96DA-4C74-85F9-4C6699884957}"/>
              </a:ext>
            </a:extLst>
          </p:cNvPr>
          <p:cNvSpPr/>
          <p:nvPr/>
        </p:nvSpPr>
        <p:spPr>
          <a:xfrm>
            <a:off x="5861062" y="2925796"/>
            <a:ext cx="822225" cy="429490"/>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3" name="CuadroTexto 42">
            <a:extLst>
              <a:ext uri="{FF2B5EF4-FFF2-40B4-BE49-F238E27FC236}">
                <a16:creationId xmlns:a16="http://schemas.microsoft.com/office/drawing/2014/main" id="{C2933517-19EF-4D52-B914-9CCEFE684114}"/>
              </a:ext>
            </a:extLst>
          </p:cNvPr>
          <p:cNvSpPr txBox="1"/>
          <p:nvPr/>
        </p:nvSpPr>
        <p:spPr>
          <a:xfrm>
            <a:off x="1719173" y="2108401"/>
            <a:ext cx="804797" cy="338554"/>
          </a:xfrm>
          <a:prstGeom prst="rect">
            <a:avLst/>
          </a:prstGeom>
          <a:noFill/>
        </p:spPr>
        <p:txBody>
          <a:bodyPr wrap="square" rtlCol="0">
            <a:spAutoFit/>
          </a:bodyPr>
          <a:lstStyle/>
          <a:p>
            <a:r>
              <a:rPr lang="es-CO" sz="1600" b="1" dirty="0">
                <a:solidFill>
                  <a:schemeClr val="accent5"/>
                </a:solidFill>
                <a:latin typeface="Roboto" panose="02000000000000000000" pitchFamily="2" charset="0"/>
                <a:ea typeface="Roboto" panose="02000000000000000000" pitchFamily="2" charset="0"/>
              </a:rPr>
              <a:t>Table</a:t>
            </a:r>
          </a:p>
        </p:txBody>
      </p:sp>
    </p:spTree>
    <p:extLst>
      <p:ext uri="{BB962C8B-B14F-4D97-AF65-F5344CB8AC3E}">
        <p14:creationId xmlns:p14="http://schemas.microsoft.com/office/powerpoint/2010/main" val="31379830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Conceptos claves</a:t>
            </a:r>
            <a:endParaRPr dirty="0"/>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916650" y="797708"/>
            <a:ext cx="10989600" cy="21488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400" b="1" dirty="0">
                <a:solidFill>
                  <a:schemeClr val="accent2"/>
                </a:solidFill>
              </a:rPr>
              <a:t>Paginas (1)</a:t>
            </a:r>
          </a:p>
          <a:p>
            <a:r>
              <a:rPr lang="es-MX" sz="2000" dirty="0"/>
              <a:t>Una página es un bloque de datos de tamaño fijo.</a:t>
            </a:r>
          </a:p>
          <a:p>
            <a:pPr lvl="1"/>
            <a:r>
              <a:rPr lang="es-MX" sz="2000" dirty="0"/>
              <a:t>Puede contener </a:t>
            </a:r>
            <a:r>
              <a:rPr lang="es-MX" sz="2000" b="1" dirty="0"/>
              <a:t>tuplas</a:t>
            </a:r>
            <a:r>
              <a:rPr lang="es-MX" sz="2000" dirty="0"/>
              <a:t>, </a:t>
            </a:r>
            <a:r>
              <a:rPr lang="es-MX" sz="2000" b="1" dirty="0"/>
              <a:t>metadatos</a:t>
            </a:r>
            <a:r>
              <a:rPr lang="es-MX" sz="2000" dirty="0"/>
              <a:t>, </a:t>
            </a:r>
            <a:r>
              <a:rPr lang="es-MX" sz="2000" b="1" dirty="0"/>
              <a:t>índices</a:t>
            </a:r>
            <a:r>
              <a:rPr lang="es-MX" sz="2000" dirty="0"/>
              <a:t>, </a:t>
            </a:r>
            <a:r>
              <a:rPr lang="es-MX" sz="2000" b="1" dirty="0"/>
              <a:t>registros de log…</a:t>
            </a:r>
          </a:p>
          <a:p>
            <a:pPr lvl="1"/>
            <a:r>
              <a:rPr lang="es-MX" sz="2000" dirty="0"/>
              <a:t>La mayoría de los sistemas no mezclan tipos de páginas.</a:t>
            </a:r>
          </a:p>
          <a:p>
            <a:r>
              <a:rPr lang="es-MX" sz="2000" dirty="0"/>
              <a:t>A cada página se le asigna un identificador único.</a:t>
            </a:r>
          </a:p>
          <a:p>
            <a:endParaRPr lang="es-MX" sz="2400" dirty="0"/>
          </a:p>
        </p:txBody>
      </p:sp>
      <p:pic>
        <p:nvPicPr>
          <p:cNvPr id="5122" name="Picture 2">
            <a:extLst>
              <a:ext uri="{FF2B5EF4-FFF2-40B4-BE49-F238E27FC236}">
                <a16:creationId xmlns:a16="http://schemas.microsoft.com/office/drawing/2014/main" id="{034BEF7A-0797-4B9E-9342-A25B86E7C8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4736" y="3286460"/>
            <a:ext cx="7578777" cy="2773832"/>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upo 6">
            <a:extLst>
              <a:ext uri="{FF2B5EF4-FFF2-40B4-BE49-F238E27FC236}">
                <a16:creationId xmlns:a16="http://schemas.microsoft.com/office/drawing/2014/main" id="{46879306-849A-4DD7-A04F-7000BF967886}"/>
              </a:ext>
            </a:extLst>
          </p:cNvPr>
          <p:cNvGrpSpPr/>
          <p:nvPr/>
        </p:nvGrpSpPr>
        <p:grpSpPr>
          <a:xfrm>
            <a:off x="1184616" y="3152106"/>
            <a:ext cx="2870266" cy="1976038"/>
            <a:chOff x="7752463" y="4106107"/>
            <a:chExt cx="2870266" cy="1976038"/>
          </a:xfrm>
        </p:grpSpPr>
        <p:grpSp>
          <p:nvGrpSpPr>
            <p:cNvPr id="8" name="Grupo 7">
              <a:extLst>
                <a:ext uri="{FF2B5EF4-FFF2-40B4-BE49-F238E27FC236}">
                  <a16:creationId xmlns:a16="http://schemas.microsoft.com/office/drawing/2014/main" id="{E6B22381-8206-44F1-96D8-21351D89160D}"/>
                </a:ext>
              </a:extLst>
            </p:cNvPr>
            <p:cNvGrpSpPr/>
            <p:nvPr/>
          </p:nvGrpSpPr>
          <p:grpSpPr>
            <a:xfrm>
              <a:off x="7818569" y="4398818"/>
              <a:ext cx="2804160" cy="1683327"/>
              <a:chOff x="7719061" y="4641270"/>
              <a:chExt cx="2804160" cy="1683327"/>
            </a:xfrm>
          </p:grpSpPr>
          <p:sp>
            <p:nvSpPr>
              <p:cNvPr id="10" name="Rectángulo: esquina doblada 9">
                <a:extLst>
                  <a:ext uri="{FF2B5EF4-FFF2-40B4-BE49-F238E27FC236}">
                    <a16:creationId xmlns:a16="http://schemas.microsoft.com/office/drawing/2014/main" id="{99A47B0A-A404-4BC6-BBCB-6EA36F525893}"/>
                  </a:ext>
                </a:extLst>
              </p:cNvPr>
              <p:cNvSpPr/>
              <p:nvPr/>
            </p:nvSpPr>
            <p:spPr>
              <a:xfrm flipV="1">
                <a:off x="7719061" y="4641270"/>
                <a:ext cx="2804160" cy="1683327"/>
              </a:xfrm>
              <a:prstGeom prst="foldedCorne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1" name="Grupo 10">
                <a:extLst>
                  <a:ext uri="{FF2B5EF4-FFF2-40B4-BE49-F238E27FC236}">
                    <a16:creationId xmlns:a16="http://schemas.microsoft.com/office/drawing/2014/main" id="{549DE9CF-6C59-4F9F-99D9-B2BAB9ADC571}"/>
                  </a:ext>
                </a:extLst>
              </p:cNvPr>
              <p:cNvGrpSpPr/>
              <p:nvPr/>
            </p:nvGrpSpPr>
            <p:grpSpPr>
              <a:xfrm>
                <a:off x="7897091" y="4755573"/>
                <a:ext cx="2300657" cy="1444181"/>
                <a:chOff x="7897091" y="4755573"/>
                <a:chExt cx="2300657" cy="1444181"/>
              </a:xfrm>
            </p:grpSpPr>
            <p:grpSp>
              <p:nvGrpSpPr>
                <p:cNvPr id="12" name="Grupo 11">
                  <a:extLst>
                    <a:ext uri="{FF2B5EF4-FFF2-40B4-BE49-F238E27FC236}">
                      <a16:creationId xmlns:a16="http://schemas.microsoft.com/office/drawing/2014/main" id="{6935E156-438B-488C-8F66-39EA46D8A950}"/>
                    </a:ext>
                  </a:extLst>
                </p:cNvPr>
                <p:cNvGrpSpPr/>
                <p:nvPr/>
              </p:nvGrpSpPr>
              <p:grpSpPr>
                <a:xfrm>
                  <a:off x="7897091" y="4755573"/>
                  <a:ext cx="2300657" cy="415636"/>
                  <a:chOff x="7897091" y="4755573"/>
                  <a:chExt cx="2300657" cy="415636"/>
                </a:xfrm>
              </p:grpSpPr>
              <p:sp>
                <p:nvSpPr>
                  <p:cNvPr id="19" name="Rectángulo 18">
                    <a:extLst>
                      <a:ext uri="{FF2B5EF4-FFF2-40B4-BE49-F238E27FC236}">
                        <a16:creationId xmlns:a16="http://schemas.microsoft.com/office/drawing/2014/main" id="{40534F44-5746-4064-A748-F7AA54E6772C}"/>
                      </a:ext>
                    </a:extLst>
                  </p:cNvPr>
                  <p:cNvSpPr/>
                  <p:nvPr/>
                </p:nvSpPr>
                <p:spPr>
                  <a:xfrm>
                    <a:off x="7897091" y="4755573"/>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1</a:t>
                    </a:r>
                  </a:p>
                </p:txBody>
              </p:sp>
              <p:sp>
                <p:nvSpPr>
                  <p:cNvPr id="20" name="Rectángulo 19">
                    <a:extLst>
                      <a:ext uri="{FF2B5EF4-FFF2-40B4-BE49-F238E27FC236}">
                        <a16:creationId xmlns:a16="http://schemas.microsoft.com/office/drawing/2014/main" id="{A7A2A617-ACB2-461F-99F3-081E8757C38E}"/>
                      </a:ext>
                    </a:extLst>
                  </p:cNvPr>
                  <p:cNvSpPr/>
                  <p:nvPr/>
                </p:nvSpPr>
                <p:spPr>
                  <a:xfrm>
                    <a:off x="9117094" y="4755573"/>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2</a:t>
                    </a:r>
                  </a:p>
                </p:txBody>
              </p:sp>
            </p:grpSp>
            <p:grpSp>
              <p:nvGrpSpPr>
                <p:cNvPr id="13" name="Grupo 12">
                  <a:extLst>
                    <a:ext uri="{FF2B5EF4-FFF2-40B4-BE49-F238E27FC236}">
                      <a16:creationId xmlns:a16="http://schemas.microsoft.com/office/drawing/2014/main" id="{B843B75C-72FC-4C6F-A6C0-EDDAEC71B917}"/>
                    </a:ext>
                  </a:extLst>
                </p:cNvPr>
                <p:cNvGrpSpPr/>
                <p:nvPr/>
              </p:nvGrpSpPr>
              <p:grpSpPr>
                <a:xfrm>
                  <a:off x="7897091" y="5269557"/>
                  <a:ext cx="2300657" cy="415636"/>
                  <a:chOff x="7897091" y="5314950"/>
                  <a:chExt cx="2300657" cy="415636"/>
                </a:xfrm>
              </p:grpSpPr>
              <p:sp>
                <p:nvSpPr>
                  <p:cNvPr id="17" name="Rectángulo 16">
                    <a:extLst>
                      <a:ext uri="{FF2B5EF4-FFF2-40B4-BE49-F238E27FC236}">
                        <a16:creationId xmlns:a16="http://schemas.microsoft.com/office/drawing/2014/main" id="{3AC4FFC2-555D-4C4F-8688-A15A6A602208}"/>
                      </a:ext>
                    </a:extLst>
                  </p:cNvPr>
                  <p:cNvSpPr/>
                  <p:nvPr/>
                </p:nvSpPr>
                <p:spPr>
                  <a:xfrm>
                    <a:off x="7897091" y="5314950"/>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3</a:t>
                    </a:r>
                  </a:p>
                </p:txBody>
              </p:sp>
              <p:sp>
                <p:nvSpPr>
                  <p:cNvPr id="18" name="Rectángulo 17">
                    <a:extLst>
                      <a:ext uri="{FF2B5EF4-FFF2-40B4-BE49-F238E27FC236}">
                        <a16:creationId xmlns:a16="http://schemas.microsoft.com/office/drawing/2014/main" id="{A99429C3-18CC-4E6F-BC99-88A07694FF5F}"/>
                      </a:ext>
                    </a:extLst>
                  </p:cNvPr>
                  <p:cNvSpPr/>
                  <p:nvPr/>
                </p:nvSpPr>
                <p:spPr>
                  <a:xfrm>
                    <a:off x="9117094" y="5314950"/>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4</a:t>
                    </a:r>
                  </a:p>
                </p:txBody>
              </p:sp>
            </p:grpSp>
            <p:grpSp>
              <p:nvGrpSpPr>
                <p:cNvPr id="14" name="Grupo 13">
                  <a:extLst>
                    <a:ext uri="{FF2B5EF4-FFF2-40B4-BE49-F238E27FC236}">
                      <a16:creationId xmlns:a16="http://schemas.microsoft.com/office/drawing/2014/main" id="{9BF4F0C2-8A0A-4DB8-AF4A-4FEE66EABB1E}"/>
                    </a:ext>
                  </a:extLst>
                </p:cNvPr>
                <p:cNvGrpSpPr/>
                <p:nvPr/>
              </p:nvGrpSpPr>
              <p:grpSpPr>
                <a:xfrm>
                  <a:off x="7897091" y="5784118"/>
                  <a:ext cx="2300657" cy="415636"/>
                  <a:chOff x="7897091" y="5874327"/>
                  <a:chExt cx="2300657" cy="415636"/>
                </a:xfrm>
              </p:grpSpPr>
              <p:sp>
                <p:nvSpPr>
                  <p:cNvPr id="15" name="Rectángulo 14">
                    <a:extLst>
                      <a:ext uri="{FF2B5EF4-FFF2-40B4-BE49-F238E27FC236}">
                        <a16:creationId xmlns:a16="http://schemas.microsoft.com/office/drawing/2014/main" id="{44247748-3BAF-4B7E-BD1A-909B62A8F9AC}"/>
                      </a:ext>
                    </a:extLst>
                  </p:cNvPr>
                  <p:cNvSpPr/>
                  <p:nvPr/>
                </p:nvSpPr>
                <p:spPr>
                  <a:xfrm>
                    <a:off x="7897091" y="5874327"/>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5</a:t>
                    </a:r>
                  </a:p>
                </p:txBody>
              </p:sp>
              <p:sp>
                <p:nvSpPr>
                  <p:cNvPr id="16" name="Rectángulo 15">
                    <a:extLst>
                      <a:ext uri="{FF2B5EF4-FFF2-40B4-BE49-F238E27FC236}">
                        <a16:creationId xmlns:a16="http://schemas.microsoft.com/office/drawing/2014/main" id="{E54F70AB-5BCA-4678-AF91-CEBEE1D017E6}"/>
                      </a:ext>
                    </a:extLst>
                  </p:cNvPr>
                  <p:cNvSpPr/>
                  <p:nvPr/>
                </p:nvSpPr>
                <p:spPr>
                  <a:xfrm>
                    <a:off x="9117094" y="5874327"/>
                    <a:ext cx="1080654" cy="41563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Page 6</a:t>
                    </a:r>
                  </a:p>
                </p:txBody>
              </p:sp>
            </p:grpSp>
          </p:grpSp>
        </p:grpSp>
        <p:sp>
          <p:nvSpPr>
            <p:cNvPr id="9" name="CuadroTexto 8">
              <a:extLst>
                <a:ext uri="{FF2B5EF4-FFF2-40B4-BE49-F238E27FC236}">
                  <a16:creationId xmlns:a16="http://schemas.microsoft.com/office/drawing/2014/main" id="{06AB9982-60A5-42CB-A496-C9BD551F10E4}"/>
                </a:ext>
              </a:extLst>
            </p:cNvPr>
            <p:cNvSpPr txBox="1"/>
            <p:nvPr/>
          </p:nvSpPr>
          <p:spPr>
            <a:xfrm>
              <a:off x="7752463" y="4106107"/>
              <a:ext cx="804797" cy="338554"/>
            </a:xfrm>
            <a:prstGeom prst="rect">
              <a:avLst/>
            </a:prstGeom>
            <a:noFill/>
          </p:spPr>
          <p:txBody>
            <a:bodyPr wrap="square" rtlCol="0">
              <a:spAutoFit/>
            </a:bodyPr>
            <a:lstStyle/>
            <a:p>
              <a:r>
                <a:rPr lang="es-CO" sz="1600" b="1" dirty="0">
                  <a:latin typeface="Roboto" panose="02000000000000000000" pitchFamily="2" charset="0"/>
                  <a:ea typeface="Roboto" panose="02000000000000000000" pitchFamily="2" charset="0"/>
                </a:rPr>
                <a:t>File</a:t>
              </a:r>
            </a:p>
          </p:txBody>
        </p:sp>
      </p:grpSp>
      <p:grpSp>
        <p:nvGrpSpPr>
          <p:cNvPr id="22" name="Grupo 21">
            <a:extLst>
              <a:ext uri="{FF2B5EF4-FFF2-40B4-BE49-F238E27FC236}">
                <a16:creationId xmlns:a16="http://schemas.microsoft.com/office/drawing/2014/main" id="{0D4A4A58-FC02-4E5E-B11C-3CCCDEF02896}"/>
              </a:ext>
            </a:extLst>
          </p:cNvPr>
          <p:cNvGrpSpPr/>
          <p:nvPr/>
        </p:nvGrpSpPr>
        <p:grpSpPr>
          <a:xfrm>
            <a:off x="1586881" y="5177539"/>
            <a:ext cx="2093678" cy="1260702"/>
            <a:chOff x="5219190" y="2737028"/>
            <a:chExt cx="2584048" cy="2026711"/>
          </a:xfrm>
        </p:grpSpPr>
        <p:sp>
          <p:nvSpPr>
            <p:cNvPr id="23" name="TextBox 139">
              <a:extLst>
                <a:ext uri="{FF2B5EF4-FFF2-40B4-BE49-F238E27FC236}">
                  <a16:creationId xmlns:a16="http://schemas.microsoft.com/office/drawing/2014/main" id="{11C04FDF-BC5B-4CB5-9453-667F3164C001}"/>
                </a:ext>
              </a:extLst>
            </p:cNvPr>
            <p:cNvSpPr txBox="1">
              <a:spLocks noChangeArrowheads="1"/>
            </p:cNvSpPr>
            <p:nvPr/>
          </p:nvSpPr>
          <p:spPr bwMode="auto">
            <a:xfrm>
              <a:off x="5219190" y="2737028"/>
              <a:ext cx="25062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entury Gothic" charset="0"/>
                  <a:ea typeface="Osaka" charset="-128"/>
                </a:defRPr>
              </a:lvl1pPr>
              <a:lvl2pPr marL="742950" indent="-285750">
                <a:spcBef>
                  <a:spcPct val="20000"/>
                </a:spcBef>
                <a:buChar char="–"/>
                <a:defRPr sz="2800">
                  <a:solidFill>
                    <a:schemeClr val="tx1"/>
                  </a:solidFill>
                  <a:latin typeface="Century Gothic" charset="0"/>
                  <a:ea typeface="Osaka" charset="-128"/>
                </a:defRPr>
              </a:lvl2pPr>
              <a:lvl3pPr marL="1143000" indent="-228600">
                <a:spcBef>
                  <a:spcPct val="20000"/>
                </a:spcBef>
                <a:buChar char="•"/>
                <a:defRPr sz="2400">
                  <a:solidFill>
                    <a:schemeClr val="tx1"/>
                  </a:solidFill>
                  <a:latin typeface="Century Gothic" charset="0"/>
                  <a:ea typeface="Osaka" charset="-128"/>
                </a:defRPr>
              </a:lvl3pPr>
              <a:lvl4pPr marL="1600200" indent="-228600">
                <a:spcBef>
                  <a:spcPct val="20000"/>
                </a:spcBef>
                <a:buChar char="–"/>
                <a:defRPr sz="2000">
                  <a:solidFill>
                    <a:schemeClr val="tx1"/>
                  </a:solidFill>
                  <a:latin typeface="Century Gothic" charset="0"/>
                  <a:ea typeface="Osaka" charset="-128"/>
                </a:defRPr>
              </a:lvl4pPr>
              <a:lvl5pPr marL="2057400" indent="-228600">
                <a:spcBef>
                  <a:spcPct val="20000"/>
                </a:spcBef>
                <a:buChar char="»"/>
                <a:defRPr sz="2000">
                  <a:solidFill>
                    <a:schemeClr val="tx1"/>
                  </a:solidFill>
                  <a:latin typeface="Century Gothic" charset="0"/>
                  <a:ea typeface="Osaka" charset="-128"/>
                </a:defRPr>
              </a:lvl5pPr>
              <a:lvl6pPr marL="2514600" indent="-228600" eaLnBrk="0" fontAlgn="base" hangingPunct="0">
                <a:spcBef>
                  <a:spcPct val="20000"/>
                </a:spcBef>
                <a:spcAft>
                  <a:spcPct val="0"/>
                </a:spcAft>
                <a:buChar char="»"/>
                <a:defRPr sz="2000">
                  <a:solidFill>
                    <a:schemeClr val="tx1"/>
                  </a:solidFill>
                  <a:latin typeface="Century Gothic" charset="0"/>
                  <a:ea typeface="Osaka" charset="-128"/>
                </a:defRPr>
              </a:lvl6pPr>
              <a:lvl7pPr marL="2971800" indent="-228600" eaLnBrk="0" fontAlgn="base" hangingPunct="0">
                <a:spcBef>
                  <a:spcPct val="20000"/>
                </a:spcBef>
                <a:spcAft>
                  <a:spcPct val="0"/>
                </a:spcAft>
                <a:buChar char="»"/>
                <a:defRPr sz="2000">
                  <a:solidFill>
                    <a:schemeClr val="tx1"/>
                  </a:solidFill>
                  <a:latin typeface="Century Gothic" charset="0"/>
                  <a:ea typeface="Osaka" charset="-128"/>
                </a:defRPr>
              </a:lvl7pPr>
              <a:lvl8pPr marL="3429000" indent="-228600" eaLnBrk="0" fontAlgn="base" hangingPunct="0">
                <a:spcBef>
                  <a:spcPct val="20000"/>
                </a:spcBef>
                <a:spcAft>
                  <a:spcPct val="0"/>
                </a:spcAft>
                <a:buChar char="»"/>
                <a:defRPr sz="2000">
                  <a:solidFill>
                    <a:schemeClr val="tx1"/>
                  </a:solidFill>
                  <a:latin typeface="Century Gothic" charset="0"/>
                  <a:ea typeface="Osaka" charset="-128"/>
                </a:defRPr>
              </a:lvl8pPr>
              <a:lvl9pPr marL="3886200" indent="-228600" eaLnBrk="0" fontAlgn="base" hangingPunct="0">
                <a:spcBef>
                  <a:spcPct val="20000"/>
                </a:spcBef>
                <a:spcAft>
                  <a:spcPct val="0"/>
                </a:spcAft>
                <a:buChar char="»"/>
                <a:defRPr sz="2000">
                  <a:solidFill>
                    <a:schemeClr val="tx1"/>
                  </a:solidFill>
                  <a:latin typeface="Century Gothic" charset="0"/>
                  <a:ea typeface="Osaka" charset="-128"/>
                </a:defRPr>
              </a:lvl9pPr>
            </a:lstStyle>
            <a:p>
              <a:pPr algn="ctr" defTabSz="685800">
                <a:spcBef>
                  <a:spcPct val="0"/>
                </a:spcBef>
                <a:buNone/>
                <a:defRPr/>
              </a:pPr>
              <a:r>
                <a:rPr lang="en-US" altLang="en-US" sz="1600" b="1" kern="0" dirty="0">
                  <a:latin typeface="Roboto" panose="02000000000000000000" pitchFamily="2" charset="0"/>
                  <a:ea typeface="Roboto" panose="02000000000000000000" pitchFamily="2" charset="0"/>
                  <a:cs typeface="Helvetica Neue" charset="0"/>
                </a:rPr>
                <a:t>Page</a:t>
              </a:r>
            </a:p>
          </p:txBody>
        </p:sp>
        <p:sp>
          <p:nvSpPr>
            <p:cNvPr id="24" name="Folded Corner 166">
              <a:extLst>
                <a:ext uri="{FF2B5EF4-FFF2-40B4-BE49-F238E27FC236}">
                  <a16:creationId xmlns:a16="http://schemas.microsoft.com/office/drawing/2014/main" id="{73C06CC4-66F9-40CC-B8F1-5E14EB15DB7B}"/>
                </a:ext>
              </a:extLst>
            </p:cNvPr>
            <p:cNvSpPr/>
            <p:nvPr/>
          </p:nvSpPr>
          <p:spPr bwMode="auto">
            <a:xfrm>
              <a:off x="5235941" y="3215926"/>
              <a:ext cx="2567297" cy="1547813"/>
            </a:xfrm>
            <a:prstGeom prst="foldedCorner">
              <a:avLst>
                <a:gd name="adj" fmla="val 10513"/>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25" name="Rectangle 168">
              <a:extLst>
                <a:ext uri="{FF2B5EF4-FFF2-40B4-BE49-F238E27FC236}">
                  <a16:creationId xmlns:a16="http://schemas.microsoft.com/office/drawing/2014/main" id="{3E2E1F35-B298-485A-BABE-54EE2C66CFEE}"/>
                </a:ext>
              </a:extLst>
            </p:cNvPr>
            <p:cNvSpPr/>
            <p:nvPr/>
          </p:nvSpPr>
          <p:spPr bwMode="auto">
            <a:xfrm>
              <a:off x="5327179" y="3280488"/>
              <a:ext cx="1744266" cy="378619"/>
            </a:xfrm>
            <a:prstGeom prst="rect">
              <a:avLst/>
            </a:prstGeom>
            <a:solidFill>
              <a:srgbClr val="2980B9"/>
            </a:solidFill>
            <a:ln w="25400"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900" kern="0" dirty="0">
                  <a:solidFill>
                    <a:srgbClr val="000000"/>
                  </a:solidFill>
                  <a:latin typeface="Roboto" panose="02000000000000000000" pitchFamily="2" charset="0"/>
                  <a:ea typeface="Roboto" panose="02000000000000000000" pitchFamily="2" charset="0"/>
                  <a:cs typeface="Helvetica Neue" charset="0"/>
                </a:rPr>
                <a:t>Page</a:t>
              </a:r>
              <a:br>
                <a:rPr lang="en-US" sz="900" kern="0" dirty="0">
                  <a:solidFill>
                    <a:srgbClr val="000000"/>
                  </a:solidFill>
                  <a:latin typeface="Roboto" panose="02000000000000000000" pitchFamily="2" charset="0"/>
                  <a:ea typeface="Roboto" panose="02000000000000000000" pitchFamily="2" charset="0"/>
                  <a:cs typeface="Helvetica Neue" charset="0"/>
                </a:rPr>
              </a:br>
              <a:r>
                <a:rPr lang="en-US" sz="900" kern="0" dirty="0">
                  <a:solidFill>
                    <a:srgbClr val="000000"/>
                  </a:solidFill>
                  <a:latin typeface="Roboto" panose="02000000000000000000" pitchFamily="2" charset="0"/>
                  <a:ea typeface="Roboto" panose="02000000000000000000" pitchFamily="2" charset="0"/>
                  <a:cs typeface="Helvetica Neue" charset="0"/>
                </a:rPr>
                <a:t>Header</a:t>
              </a:r>
            </a:p>
          </p:txBody>
        </p:sp>
        <p:grpSp>
          <p:nvGrpSpPr>
            <p:cNvPr id="26" name="Group 169">
              <a:extLst>
                <a:ext uri="{FF2B5EF4-FFF2-40B4-BE49-F238E27FC236}">
                  <a16:creationId xmlns:a16="http://schemas.microsoft.com/office/drawing/2014/main" id="{0C5BC5EC-F35C-4D18-92F9-88583236E2A5}"/>
                </a:ext>
              </a:extLst>
            </p:cNvPr>
            <p:cNvGrpSpPr>
              <a:grpSpLocks/>
            </p:cNvGrpSpPr>
            <p:nvPr/>
          </p:nvGrpSpPr>
          <p:grpSpPr bwMode="auto">
            <a:xfrm>
              <a:off x="5970737" y="3335556"/>
              <a:ext cx="1016227" cy="274390"/>
              <a:chOff x="1247675" y="4823303"/>
              <a:chExt cx="1355362" cy="365970"/>
            </a:xfrm>
          </p:grpSpPr>
          <p:grpSp>
            <p:nvGrpSpPr>
              <p:cNvPr id="78" name="Group 6">
                <a:extLst>
                  <a:ext uri="{FF2B5EF4-FFF2-40B4-BE49-F238E27FC236}">
                    <a16:creationId xmlns:a16="http://schemas.microsoft.com/office/drawing/2014/main" id="{81494F77-0CBC-4653-8D9B-AEFA9697BDA7}"/>
                  </a:ext>
                </a:extLst>
              </p:cNvPr>
              <p:cNvGrpSpPr>
                <a:grpSpLocks/>
              </p:cNvGrpSpPr>
              <p:nvPr/>
            </p:nvGrpSpPr>
            <p:grpSpPr bwMode="auto">
              <a:xfrm>
                <a:off x="1247675" y="4823303"/>
                <a:ext cx="211059" cy="365970"/>
                <a:chOff x="5790463" y="2643797"/>
                <a:chExt cx="211059" cy="365970"/>
              </a:xfrm>
            </p:grpSpPr>
            <p:sp>
              <p:nvSpPr>
                <p:cNvPr id="91" name="Rectangle 234">
                  <a:extLst>
                    <a:ext uri="{FF2B5EF4-FFF2-40B4-BE49-F238E27FC236}">
                      <a16:creationId xmlns:a16="http://schemas.microsoft.com/office/drawing/2014/main" id="{F65BD50C-8447-49F9-9A65-6AEF465F3FA0}"/>
                    </a:ext>
                  </a:extLst>
                </p:cNvPr>
                <p:cNvSpPr/>
                <p:nvPr/>
              </p:nvSpPr>
              <p:spPr bwMode="auto">
                <a:xfrm>
                  <a:off x="5791223" y="2643399"/>
                  <a:ext cx="222314"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92" name="Oval 235">
                  <a:extLst>
                    <a:ext uri="{FF2B5EF4-FFF2-40B4-BE49-F238E27FC236}">
                      <a16:creationId xmlns:a16="http://schemas.microsoft.com/office/drawing/2014/main" id="{7FFBCC02-12EC-47F9-BFE5-11A08AA08DF4}"/>
                    </a:ext>
                  </a:extLst>
                </p:cNvPr>
                <p:cNvSpPr/>
                <p:nvPr/>
              </p:nvSpPr>
              <p:spPr bwMode="auto">
                <a:xfrm>
                  <a:off x="5870621" y="2787907"/>
                  <a:ext cx="74634"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79" name="Group 149">
                <a:extLst>
                  <a:ext uri="{FF2B5EF4-FFF2-40B4-BE49-F238E27FC236}">
                    <a16:creationId xmlns:a16="http://schemas.microsoft.com/office/drawing/2014/main" id="{DC330937-2428-49EE-AD75-F616CA5E9800}"/>
                  </a:ext>
                </a:extLst>
              </p:cNvPr>
              <p:cNvGrpSpPr>
                <a:grpSpLocks/>
              </p:cNvGrpSpPr>
              <p:nvPr/>
            </p:nvGrpSpPr>
            <p:grpSpPr bwMode="auto">
              <a:xfrm>
                <a:off x="1533751" y="4823303"/>
                <a:ext cx="211059" cy="365970"/>
                <a:chOff x="5790463" y="2643797"/>
                <a:chExt cx="211059" cy="365970"/>
              </a:xfrm>
            </p:grpSpPr>
            <p:sp>
              <p:nvSpPr>
                <p:cNvPr id="89" name="Rectangle 232">
                  <a:extLst>
                    <a:ext uri="{FF2B5EF4-FFF2-40B4-BE49-F238E27FC236}">
                      <a16:creationId xmlns:a16="http://schemas.microsoft.com/office/drawing/2014/main" id="{33C84923-4DEE-4872-9FC0-8A0632784ECA}"/>
                    </a:ext>
                  </a:extLst>
                </p:cNvPr>
                <p:cNvSpPr/>
                <p:nvPr/>
              </p:nvSpPr>
              <p:spPr bwMode="auto">
                <a:xfrm>
                  <a:off x="5790980"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90" name="Oval 233">
                  <a:extLst>
                    <a:ext uri="{FF2B5EF4-FFF2-40B4-BE49-F238E27FC236}">
                      <a16:creationId xmlns:a16="http://schemas.microsoft.com/office/drawing/2014/main" id="{4F77CBA4-3866-49F8-BB97-E8D18B86A754}"/>
                    </a:ext>
                  </a:extLst>
                </p:cNvPr>
                <p:cNvSpPr/>
                <p:nvPr/>
              </p:nvSpPr>
              <p:spPr bwMode="auto">
                <a:xfrm>
                  <a:off x="5859262" y="2787907"/>
                  <a:ext cx="74635"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80" name="Group 165">
                <a:extLst>
                  <a:ext uri="{FF2B5EF4-FFF2-40B4-BE49-F238E27FC236}">
                    <a16:creationId xmlns:a16="http://schemas.microsoft.com/office/drawing/2014/main" id="{C7B31693-5492-45C0-9020-623D22B9DC9D}"/>
                  </a:ext>
                </a:extLst>
              </p:cNvPr>
              <p:cNvGrpSpPr>
                <a:grpSpLocks/>
              </p:cNvGrpSpPr>
              <p:nvPr/>
            </p:nvGrpSpPr>
            <p:grpSpPr bwMode="auto">
              <a:xfrm>
                <a:off x="1819827" y="4823303"/>
                <a:ext cx="211059" cy="365970"/>
                <a:chOff x="5790463" y="2643797"/>
                <a:chExt cx="211059" cy="365970"/>
              </a:xfrm>
            </p:grpSpPr>
            <p:sp>
              <p:nvSpPr>
                <p:cNvPr id="87" name="Rectangle 230">
                  <a:extLst>
                    <a:ext uri="{FF2B5EF4-FFF2-40B4-BE49-F238E27FC236}">
                      <a16:creationId xmlns:a16="http://schemas.microsoft.com/office/drawing/2014/main" id="{0C130510-70E4-4029-80D5-C076BF050CD5}"/>
                    </a:ext>
                  </a:extLst>
                </p:cNvPr>
                <p:cNvSpPr/>
                <p:nvPr/>
              </p:nvSpPr>
              <p:spPr bwMode="auto">
                <a:xfrm>
                  <a:off x="5790737"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88" name="Oval 231">
                  <a:extLst>
                    <a:ext uri="{FF2B5EF4-FFF2-40B4-BE49-F238E27FC236}">
                      <a16:creationId xmlns:a16="http://schemas.microsoft.com/office/drawing/2014/main" id="{2C8C7164-DDD0-42C4-B599-D25A4B6F23A4}"/>
                    </a:ext>
                  </a:extLst>
                </p:cNvPr>
                <p:cNvSpPr/>
                <p:nvPr/>
              </p:nvSpPr>
              <p:spPr bwMode="auto">
                <a:xfrm>
                  <a:off x="5859019" y="2787907"/>
                  <a:ext cx="74635" cy="77813"/>
                </a:xfrm>
                <a:prstGeom prst="ellipse">
                  <a:avLst/>
                </a:prstGeom>
                <a:solidFill>
                  <a:sysClr val="window" lastClr="FFFFFF"/>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81" name="Group 172">
                <a:extLst>
                  <a:ext uri="{FF2B5EF4-FFF2-40B4-BE49-F238E27FC236}">
                    <a16:creationId xmlns:a16="http://schemas.microsoft.com/office/drawing/2014/main" id="{28D47EE7-92F8-49E4-AA49-C73E5F723692}"/>
                  </a:ext>
                </a:extLst>
              </p:cNvPr>
              <p:cNvGrpSpPr>
                <a:grpSpLocks/>
              </p:cNvGrpSpPr>
              <p:nvPr/>
            </p:nvGrpSpPr>
            <p:grpSpPr bwMode="auto">
              <a:xfrm>
                <a:off x="2105903" y="4823303"/>
                <a:ext cx="211059" cy="365970"/>
                <a:chOff x="5790463" y="2643797"/>
                <a:chExt cx="211059" cy="365970"/>
              </a:xfrm>
            </p:grpSpPr>
            <p:sp>
              <p:nvSpPr>
                <p:cNvPr id="85" name="Rectangle 228">
                  <a:extLst>
                    <a:ext uri="{FF2B5EF4-FFF2-40B4-BE49-F238E27FC236}">
                      <a16:creationId xmlns:a16="http://schemas.microsoft.com/office/drawing/2014/main" id="{46E50A80-2BB7-4A97-BE65-63E6D685B1CB}"/>
                    </a:ext>
                  </a:extLst>
                </p:cNvPr>
                <p:cNvSpPr/>
                <p:nvPr/>
              </p:nvSpPr>
              <p:spPr bwMode="auto">
                <a:xfrm>
                  <a:off x="5790494"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86" name="Oval 229">
                  <a:extLst>
                    <a:ext uri="{FF2B5EF4-FFF2-40B4-BE49-F238E27FC236}">
                      <a16:creationId xmlns:a16="http://schemas.microsoft.com/office/drawing/2014/main" id="{A581CE6A-A616-4B3A-AAFF-6DBE64006430}"/>
                    </a:ext>
                  </a:extLst>
                </p:cNvPr>
                <p:cNvSpPr/>
                <p:nvPr/>
              </p:nvSpPr>
              <p:spPr bwMode="auto">
                <a:xfrm>
                  <a:off x="5858776" y="2787907"/>
                  <a:ext cx="74635" cy="77813"/>
                </a:xfrm>
                <a:prstGeom prst="ellipse">
                  <a:avLst/>
                </a:prstGeom>
                <a:solidFill>
                  <a:sysClr val="window" lastClr="FFFFFF"/>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82" name="Group 190">
                <a:extLst>
                  <a:ext uri="{FF2B5EF4-FFF2-40B4-BE49-F238E27FC236}">
                    <a16:creationId xmlns:a16="http://schemas.microsoft.com/office/drawing/2014/main" id="{4D8F1FB2-3142-4EB0-8A3F-2C2B027CE84E}"/>
                  </a:ext>
                </a:extLst>
              </p:cNvPr>
              <p:cNvGrpSpPr>
                <a:grpSpLocks/>
              </p:cNvGrpSpPr>
              <p:nvPr/>
            </p:nvGrpSpPr>
            <p:grpSpPr bwMode="auto">
              <a:xfrm>
                <a:off x="2391978" y="4823303"/>
                <a:ext cx="211059" cy="365970"/>
                <a:chOff x="5790463" y="2643797"/>
                <a:chExt cx="211059" cy="365970"/>
              </a:xfrm>
            </p:grpSpPr>
            <p:sp>
              <p:nvSpPr>
                <p:cNvPr id="83" name="Rectangle 226">
                  <a:extLst>
                    <a:ext uri="{FF2B5EF4-FFF2-40B4-BE49-F238E27FC236}">
                      <a16:creationId xmlns:a16="http://schemas.microsoft.com/office/drawing/2014/main" id="{E8929431-40EC-4DC7-B740-AC24F96F651F}"/>
                    </a:ext>
                  </a:extLst>
                </p:cNvPr>
                <p:cNvSpPr/>
                <p:nvPr/>
              </p:nvSpPr>
              <p:spPr bwMode="auto">
                <a:xfrm>
                  <a:off x="5790252"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84" name="Oval 227">
                  <a:extLst>
                    <a:ext uri="{FF2B5EF4-FFF2-40B4-BE49-F238E27FC236}">
                      <a16:creationId xmlns:a16="http://schemas.microsoft.com/office/drawing/2014/main" id="{AC375250-239D-4832-B98E-AA3D27056790}"/>
                    </a:ext>
                  </a:extLst>
                </p:cNvPr>
                <p:cNvSpPr/>
                <p:nvPr/>
              </p:nvSpPr>
              <p:spPr bwMode="auto">
                <a:xfrm>
                  <a:off x="5858534" y="2787907"/>
                  <a:ext cx="74635"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grpSp>
          <p:nvGrpSpPr>
            <p:cNvPr id="27" name="Group 225">
              <a:extLst>
                <a:ext uri="{FF2B5EF4-FFF2-40B4-BE49-F238E27FC236}">
                  <a16:creationId xmlns:a16="http://schemas.microsoft.com/office/drawing/2014/main" id="{8EF90122-BE91-49D6-962E-2990AD915B19}"/>
                </a:ext>
              </a:extLst>
            </p:cNvPr>
            <p:cNvGrpSpPr>
              <a:grpSpLocks/>
            </p:cNvGrpSpPr>
            <p:nvPr/>
          </p:nvGrpSpPr>
          <p:grpSpPr bwMode="auto">
            <a:xfrm>
              <a:off x="6416126" y="3928697"/>
              <a:ext cx="1323839" cy="192769"/>
              <a:chOff x="5388934" y="2903927"/>
              <a:chExt cx="3337100" cy="541672"/>
            </a:xfrm>
          </p:grpSpPr>
          <p:sp>
            <p:nvSpPr>
              <p:cNvPr id="64" name="Rectangle 207">
                <a:extLst>
                  <a:ext uri="{FF2B5EF4-FFF2-40B4-BE49-F238E27FC236}">
                    <a16:creationId xmlns:a16="http://schemas.microsoft.com/office/drawing/2014/main" id="{F5984908-F69E-4346-AD68-66BB7D955112}"/>
                  </a:ext>
                </a:extLst>
              </p:cNvPr>
              <p:cNvSpPr/>
              <p:nvPr/>
            </p:nvSpPr>
            <p:spPr bwMode="auto">
              <a:xfrm>
                <a:off x="5390131" y="2902498"/>
                <a:ext cx="789340" cy="505185"/>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65" name="Rectangle 208">
                <a:extLst>
                  <a:ext uri="{FF2B5EF4-FFF2-40B4-BE49-F238E27FC236}">
                    <a16:creationId xmlns:a16="http://schemas.microsoft.com/office/drawing/2014/main" id="{97C4CF07-4879-42DE-8900-3C806B51BDD6}"/>
                  </a:ext>
                </a:extLst>
              </p:cNvPr>
              <p:cNvSpPr/>
              <p:nvPr/>
            </p:nvSpPr>
            <p:spPr bwMode="auto">
              <a:xfrm>
                <a:off x="5681256" y="2972755"/>
                <a:ext cx="213093"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66" name="Rectangle 209">
                <a:extLst>
                  <a:ext uri="{FF2B5EF4-FFF2-40B4-BE49-F238E27FC236}">
                    <a16:creationId xmlns:a16="http://schemas.microsoft.com/office/drawing/2014/main" id="{02986C38-7122-4E2B-A5E7-9C9110799142}"/>
                  </a:ext>
                </a:extLst>
              </p:cNvPr>
              <p:cNvSpPr/>
              <p:nvPr/>
            </p:nvSpPr>
            <p:spPr bwMode="auto">
              <a:xfrm>
                <a:off x="5930364" y="2972755"/>
                <a:ext cx="210091"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67" name="Rectangle 210">
                <a:extLst>
                  <a:ext uri="{FF2B5EF4-FFF2-40B4-BE49-F238E27FC236}">
                    <a16:creationId xmlns:a16="http://schemas.microsoft.com/office/drawing/2014/main" id="{B95F20DF-A2CA-4806-BC89-76DAE484FA86}"/>
                  </a:ext>
                </a:extLst>
              </p:cNvPr>
              <p:cNvSpPr/>
              <p:nvPr/>
            </p:nvSpPr>
            <p:spPr bwMode="auto">
              <a:xfrm>
                <a:off x="6170468" y="2902498"/>
                <a:ext cx="207089"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68" name="Rectangle 211">
                <a:extLst>
                  <a:ext uri="{FF2B5EF4-FFF2-40B4-BE49-F238E27FC236}">
                    <a16:creationId xmlns:a16="http://schemas.microsoft.com/office/drawing/2014/main" id="{12438715-FADB-4249-8537-B1B831AFE9A1}"/>
                  </a:ext>
                </a:extLst>
              </p:cNvPr>
              <p:cNvSpPr/>
              <p:nvPr/>
            </p:nvSpPr>
            <p:spPr bwMode="auto">
              <a:xfrm>
                <a:off x="6377556" y="2902498"/>
                <a:ext cx="207090"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69" name="Rectangle 212">
                <a:extLst>
                  <a:ext uri="{FF2B5EF4-FFF2-40B4-BE49-F238E27FC236}">
                    <a16:creationId xmlns:a16="http://schemas.microsoft.com/office/drawing/2014/main" id="{38469EF9-03AE-4B82-B6CA-BC8D24575230}"/>
                  </a:ext>
                </a:extLst>
              </p:cNvPr>
              <p:cNvSpPr/>
              <p:nvPr/>
            </p:nvSpPr>
            <p:spPr bwMode="auto">
              <a:xfrm rot="16200000">
                <a:off x="6408587" y="3069553"/>
                <a:ext cx="505185" cy="171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70" name="Rectangle 213">
                <a:extLst>
                  <a:ext uri="{FF2B5EF4-FFF2-40B4-BE49-F238E27FC236}">
                    <a16:creationId xmlns:a16="http://schemas.microsoft.com/office/drawing/2014/main" id="{1B0E56AD-180D-49BD-8833-809C2DA2AB44}"/>
                  </a:ext>
                </a:extLst>
              </p:cNvPr>
              <p:cNvSpPr/>
              <p:nvPr/>
            </p:nvSpPr>
            <p:spPr bwMode="auto">
              <a:xfrm>
                <a:off x="6740714" y="2902498"/>
                <a:ext cx="501216"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71" name="Rectangle 214">
                <a:extLst>
                  <a:ext uri="{FF2B5EF4-FFF2-40B4-BE49-F238E27FC236}">
                    <a16:creationId xmlns:a16="http://schemas.microsoft.com/office/drawing/2014/main" id="{3C0CBD3C-85FE-4F00-9296-28E193BBCBA0}"/>
                  </a:ext>
                </a:extLst>
              </p:cNvPr>
              <p:cNvSpPr/>
              <p:nvPr/>
            </p:nvSpPr>
            <p:spPr bwMode="auto">
              <a:xfrm>
                <a:off x="7241930" y="2902498"/>
                <a:ext cx="1449627"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cxnSp>
            <p:nvCxnSpPr>
              <p:cNvPr id="72" name="Elbow Connector 236">
                <a:extLst>
                  <a:ext uri="{FF2B5EF4-FFF2-40B4-BE49-F238E27FC236}">
                    <a16:creationId xmlns:a16="http://schemas.microsoft.com/office/drawing/2014/main" id="{DCB2A3CF-42CA-4D73-8FC6-63FBDF969073}"/>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73" name="Elbow Connector 237">
                <a:extLst>
                  <a:ext uri="{FF2B5EF4-FFF2-40B4-BE49-F238E27FC236}">
                    <a16:creationId xmlns:a16="http://schemas.microsoft.com/office/drawing/2014/main" id="{B1AA33A4-DC33-48D5-8A10-A1C9E534887C}"/>
                  </a:ext>
                </a:extLst>
              </p:cNvPr>
              <p:cNvCxnSpPr>
                <a:cxnSpLocks noChangeShapeType="1"/>
              </p:cNvCxnSpPr>
              <p:nvPr/>
            </p:nvCxnSpPr>
            <p:spPr bwMode="auto">
              <a:xfrm rot="16200000" flipH="1">
                <a:off x="7234134" y="1990275"/>
                <a:ext cx="251463" cy="2659185"/>
              </a:xfrm>
              <a:prstGeom prst="bentConnector3">
                <a:avLst>
                  <a:gd name="adj1" fmla="val 246306"/>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74" name="Oval 217">
                <a:extLst>
                  <a:ext uri="{FF2B5EF4-FFF2-40B4-BE49-F238E27FC236}">
                    <a16:creationId xmlns:a16="http://schemas.microsoft.com/office/drawing/2014/main" id="{DD4B6656-1FCE-4918-B9F1-CE3F156CD1EC}"/>
                  </a:ext>
                </a:extLst>
              </p:cNvPr>
              <p:cNvSpPr/>
              <p:nvPr/>
            </p:nvSpPr>
            <p:spPr bwMode="auto">
              <a:xfrm>
                <a:off x="5756289" y="3116617"/>
                <a:ext cx="75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75" name="Oval 218">
                <a:extLst>
                  <a:ext uri="{FF2B5EF4-FFF2-40B4-BE49-F238E27FC236}">
                    <a16:creationId xmlns:a16="http://schemas.microsoft.com/office/drawing/2014/main" id="{3158D6C7-5533-4FB5-BD84-42A00E264392}"/>
                  </a:ext>
                </a:extLst>
              </p:cNvPr>
              <p:cNvSpPr/>
              <p:nvPr/>
            </p:nvSpPr>
            <p:spPr bwMode="auto">
              <a:xfrm>
                <a:off x="5993390" y="3116617"/>
                <a:ext cx="75033"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76" name="Oval 219">
                <a:extLst>
                  <a:ext uri="{FF2B5EF4-FFF2-40B4-BE49-F238E27FC236}">
                    <a16:creationId xmlns:a16="http://schemas.microsoft.com/office/drawing/2014/main" id="{B5F62F84-04AF-44B1-9537-4C00FAA23C3B}"/>
                  </a:ext>
                </a:extLst>
              </p:cNvPr>
              <p:cNvSpPr/>
              <p:nvPr/>
            </p:nvSpPr>
            <p:spPr bwMode="auto">
              <a:xfrm>
                <a:off x="7202914" y="3367536"/>
                <a:ext cx="75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77" name="Oval 220">
                <a:extLst>
                  <a:ext uri="{FF2B5EF4-FFF2-40B4-BE49-F238E27FC236}">
                    <a16:creationId xmlns:a16="http://schemas.microsoft.com/office/drawing/2014/main" id="{686DC63C-BA4E-4D40-960E-B1047EF77789}"/>
                  </a:ext>
                </a:extLst>
              </p:cNvPr>
              <p:cNvSpPr/>
              <p:nvPr/>
            </p:nvSpPr>
            <p:spPr bwMode="auto">
              <a:xfrm>
                <a:off x="8652540"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28" name="Group 205">
              <a:extLst>
                <a:ext uri="{FF2B5EF4-FFF2-40B4-BE49-F238E27FC236}">
                  <a16:creationId xmlns:a16="http://schemas.microsoft.com/office/drawing/2014/main" id="{634E6181-AA52-4ED2-B964-381A67EF94CA}"/>
                </a:ext>
              </a:extLst>
            </p:cNvPr>
            <p:cNvGrpSpPr>
              <a:grpSpLocks/>
            </p:cNvGrpSpPr>
            <p:nvPr/>
          </p:nvGrpSpPr>
          <p:grpSpPr bwMode="auto">
            <a:xfrm>
              <a:off x="5372155" y="3928697"/>
              <a:ext cx="1058221" cy="192769"/>
              <a:chOff x="5388934" y="2903927"/>
              <a:chExt cx="2667537" cy="541672"/>
            </a:xfrm>
          </p:grpSpPr>
          <p:sp>
            <p:nvSpPr>
              <p:cNvPr id="50" name="Rectangle 193">
                <a:extLst>
                  <a:ext uri="{FF2B5EF4-FFF2-40B4-BE49-F238E27FC236}">
                    <a16:creationId xmlns:a16="http://schemas.microsoft.com/office/drawing/2014/main" id="{D4C17380-FC16-4B14-820D-7947E59010AB}"/>
                  </a:ext>
                </a:extLst>
              </p:cNvPr>
              <p:cNvSpPr/>
              <p:nvPr/>
            </p:nvSpPr>
            <p:spPr bwMode="auto">
              <a:xfrm>
                <a:off x="5389607" y="2902498"/>
                <a:ext cx="789342" cy="505185"/>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51" name="Rectangle 194">
                <a:extLst>
                  <a:ext uri="{FF2B5EF4-FFF2-40B4-BE49-F238E27FC236}">
                    <a16:creationId xmlns:a16="http://schemas.microsoft.com/office/drawing/2014/main" id="{702063DC-2EE6-4A20-88B5-2260EF608111}"/>
                  </a:ext>
                </a:extLst>
              </p:cNvPr>
              <p:cNvSpPr/>
              <p:nvPr/>
            </p:nvSpPr>
            <p:spPr bwMode="auto">
              <a:xfrm>
                <a:off x="5683734" y="2972755"/>
                <a:ext cx="210091"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52" name="Rectangle 195">
                <a:extLst>
                  <a:ext uri="{FF2B5EF4-FFF2-40B4-BE49-F238E27FC236}">
                    <a16:creationId xmlns:a16="http://schemas.microsoft.com/office/drawing/2014/main" id="{E824C35C-D626-4549-8937-3E68988557D3}"/>
                  </a:ext>
                </a:extLst>
              </p:cNvPr>
              <p:cNvSpPr/>
              <p:nvPr/>
            </p:nvSpPr>
            <p:spPr bwMode="auto">
              <a:xfrm>
                <a:off x="5929841" y="2972755"/>
                <a:ext cx="213093"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53" name="Rectangle 196">
                <a:extLst>
                  <a:ext uri="{FF2B5EF4-FFF2-40B4-BE49-F238E27FC236}">
                    <a16:creationId xmlns:a16="http://schemas.microsoft.com/office/drawing/2014/main" id="{655F18BE-D676-4AFE-8608-5B5CC1AB9CFB}"/>
                  </a:ext>
                </a:extLst>
              </p:cNvPr>
              <p:cNvSpPr/>
              <p:nvPr/>
            </p:nvSpPr>
            <p:spPr bwMode="auto">
              <a:xfrm>
                <a:off x="6169945" y="2902498"/>
                <a:ext cx="210091"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54" name="Rectangle 197">
                <a:extLst>
                  <a:ext uri="{FF2B5EF4-FFF2-40B4-BE49-F238E27FC236}">
                    <a16:creationId xmlns:a16="http://schemas.microsoft.com/office/drawing/2014/main" id="{B44FCEB9-6623-47F0-9DBE-A8D02456E0CD}"/>
                  </a:ext>
                </a:extLst>
              </p:cNvPr>
              <p:cNvSpPr/>
              <p:nvPr/>
            </p:nvSpPr>
            <p:spPr bwMode="auto">
              <a:xfrm>
                <a:off x="6380036" y="2902498"/>
                <a:ext cx="207091"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55" name="Rectangle 198">
                <a:extLst>
                  <a:ext uri="{FF2B5EF4-FFF2-40B4-BE49-F238E27FC236}">
                    <a16:creationId xmlns:a16="http://schemas.microsoft.com/office/drawing/2014/main" id="{2786576F-AFF1-4B11-A2B6-81949651CC1F}"/>
                  </a:ext>
                </a:extLst>
              </p:cNvPr>
              <p:cNvSpPr/>
              <p:nvPr/>
            </p:nvSpPr>
            <p:spPr bwMode="auto">
              <a:xfrm rot="16200000">
                <a:off x="6409567" y="3068052"/>
                <a:ext cx="505185" cy="174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56" name="Rectangle 199">
                <a:extLst>
                  <a:ext uri="{FF2B5EF4-FFF2-40B4-BE49-F238E27FC236}">
                    <a16:creationId xmlns:a16="http://schemas.microsoft.com/office/drawing/2014/main" id="{2BF2BF64-79A3-4D4E-9FC4-73D671C977D6}"/>
                  </a:ext>
                </a:extLst>
              </p:cNvPr>
              <p:cNvSpPr/>
              <p:nvPr/>
            </p:nvSpPr>
            <p:spPr bwMode="auto">
              <a:xfrm>
                <a:off x="6740191" y="2902498"/>
                <a:ext cx="501218"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57" name="Rectangle 200">
                <a:extLst>
                  <a:ext uri="{FF2B5EF4-FFF2-40B4-BE49-F238E27FC236}">
                    <a16:creationId xmlns:a16="http://schemas.microsoft.com/office/drawing/2014/main" id="{8F96B536-1D5D-4200-B3B9-C4655410D3B2}"/>
                  </a:ext>
                </a:extLst>
              </p:cNvPr>
              <p:cNvSpPr/>
              <p:nvPr/>
            </p:nvSpPr>
            <p:spPr bwMode="auto">
              <a:xfrm>
                <a:off x="7241409" y="2902498"/>
                <a:ext cx="783338"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cxnSp>
            <p:nvCxnSpPr>
              <p:cNvPr id="58" name="Elbow Connector 218">
                <a:extLst>
                  <a:ext uri="{FF2B5EF4-FFF2-40B4-BE49-F238E27FC236}">
                    <a16:creationId xmlns:a16="http://schemas.microsoft.com/office/drawing/2014/main" id="{36C4E54A-8BB7-4E06-8F64-BEBE9027C5BF}"/>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59" name="Elbow Connector 219">
                <a:extLst>
                  <a:ext uri="{FF2B5EF4-FFF2-40B4-BE49-F238E27FC236}">
                    <a16:creationId xmlns:a16="http://schemas.microsoft.com/office/drawing/2014/main" id="{C07B119D-864D-4CB7-ACA1-F6EFC50805A3}"/>
                  </a:ext>
                </a:extLst>
              </p:cNvPr>
              <p:cNvCxnSpPr>
                <a:cxnSpLocks noChangeShapeType="1"/>
              </p:cNvCxnSpPr>
              <p:nvPr/>
            </p:nvCxnSpPr>
            <p:spPr bwMode="auto">
              <a:xfrm rot="16200000" flipH="1">
                <a:off x="6899354" y="2325057"/>
                <a:ext cx="251461" cy="1989622"/>
              </a:xfrm>
              <a:prstGeom prst="bentConnector3">
                <a:avLst>
                  <a:gd name="adj1" fmla="val 241412"/>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0" name="Oval 203">
                <a:extLst>
                  <a:ext uri="{FF2B5EF4-FFF2-40B4-BE49-F238E27FC236}">
                    <a16:creationId xmlns:a16="http://schemas.microsoft.com/office/drawing/2014/main" id="{F080842F-D754-4871-A826-F57CC94122AA}"/>
                  </a:ext>
                </a:extLst>
              </p:cNvPr>
              <p:cNvSpPr/>
              <p:nvPr/>
            </p:nvSpPr>
            <p:spPr bwMode="auto">
              <a:xfrm>
                <a:off x="5758768" y="311661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61" name="Oval 204">
                <a:extLst>
                  <a:ext uri="{FF2B5EF4-FFF2-40B4-BE49-F238E27FC236}">
                    <a16:creationId xmlns:a16="http://schemas.microsoft.com/office/drawing/2014/main" id="{C53D53C3-DBC4-4627-A031-230942FB8CE2}"/>
                  </a:ext>
                </a:extLst>
              </p:cNvPr>
              <p:cNvSpPr/>
              <p:nvPr/>
            </p:nvSpPr>
            <p:spPr bwMode="auto">
              <a:xfrm>
                <a:off x="5995869" y="311661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62" name="Oval 205">
                <a:extLst>
                  <a:ext uri="{FF2B5EF4-FFF2-40B4-BE49-F238E27FC236}">
                    <a16:creationId xmlns:a16="http://schemas.microsoft.com/office/drawing/2014/main" id="{980E7A68-7C38-40F4-9F5B-E48021A2646C}"/>
                  </a:ext>
                </a:extLst>
              </p:cNvPr>
              <p:cNvSpPr/>
              <p:nvPr/>
            </p:nvSpPr>
            <p:spPr bwMode="auto">
              <a:xfrm>
                <a:off x="7205394"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63" name="Oval 206">
                <a:extLst>
                  <a:ext uri="{FF2B5EF4-FFF2-40B4-BE49-F238E27FC236}">
                    <a16:creationId xmlns:a16="http://schemas.microsoft.com/office/drawing/2014/main" id="{F5C44252-38D6-4046-9128-929B371F4090}"/>
                  </a:ext>
                </a:extLst>
              </p:cNvPr>
              <p:cNvSpPr/>
              <p:nvPr/>
            </p:nvSpPr>
            <p:spPr bwMode="auto">
              <a:xfrm>
                <a:off x="7985731"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sp>
          <p:nvSpPr>
            <p:cNvPr id="29" name="Oval 172">
              <a:extLst>
                <a:ext uri="{FF2B5EF4-FFF2-40B4-BE49-F238E27FC236}">
                  <a16:creationId xmlns:a16="http://schemas.microsoft.com/office/drawing/2014/main" id="{C022974E-13B5-4117-A4E1-BC5967944C80}"/>
                </a:ext>
              </a:extLst>
            </p:cNvPr>
            <p:cNvSpPr/>
            <p:nvPr/>
          </p:nvSpPr>
          <p:spPr bwMode="auto">
            <a:xfrm>
              <a:off x="5353372" y="3904376"/>
              <a:ext cx="28575" cy="27384"/>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30" name="Oval 173">
              <a:extLst>
                <a:ext uri="{FF2B5EF4-FFF2-40B4-BE49-F238E27FC236}">
                  <a16:creationId xmlns:a16="http://schemas.microsoft.com/office/drawing/2014/main" id="{E7C7E395-53E3-4CF1-9B4B-02641501826A}"/>
                </a:ext>
              </a:extLst>
            </p:cNvPr>
            <p:cNvSpPr/>
            <p:nvPr/>
          </p:nvSpPr>
          <p:spPr bwMode="auto">
            <a:xfrm>
              <a:off x="6407076" y="3905566"/>
              <a:ext cx="29766" cy="27385"/>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cxnSp>
          <p:nvCxnSpPr>
            <p:cNvPr id="31" name="Elbow Connector 246">
              <a:extLst>
                <a:ext uri="{FF2B5EF4-FFF2-40B4-BE49-F238E27FC236}">
                  <a16:creationId xmlns:a16="http://schemas.microsoft.com/office/drawing/2014/main" id="{2CCE0E0D-8B62-46D8-A2D6-42924DE3C906}"/>
                </a:ext>
              </a:extLst>
            </p:cNvPr>
            <p:cNvCxnSpPr>
              <a:cxnSpLocks noChangeShapeType="1"/>
            </p:cNvCxnSpPr>
            <p:nvPr/>
          </p:nvCxnSpPr>
          <p:spPr bwMode="auto">
            <a:xfrm rot="5400000">
              <a:off x="5507061" y="3361839"/>
              <a:ext cx="403082" cy="682519"/>
            </a:xfrm>
            <a:prstGeom prst="bentConnector3">
              <a:avLst>
                <a:gd name="adj1" fmla="val 70009"/>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2" name="Elbow Connector 251">
              <a:extLst>
                <a:ext uri="{FF2B5EF4-FFF2-40B4-BE49-F238E27FC236}">
                  <a16:creationId xmlns:a16="http://schemas.microsoft.com/office/drawing/2014/main" id="{77A57A3A-45E3-4582-AC1B-1791330FEDE3}"/>
                </a:ext>
              </a:extLst>
            </p:cNvPr>
            <p:cNvCxnSpPr>
              <a:cxnSpLocks noChangeShapeType="1"/>
            </p:cNvCxnSpPr>
            <p:nvPr/>
          </p:nvCxnSpPr>
          <p:spPr bwMode="auto">
            <a:xfrm rot="16200000" flipH="1">
              <a:off x="6141218" y="3624694"/>
              <a:ext cx="403807" cy="157532"/>
            </a:xfrm>
            <a:prstGeom prst="bentConnector3">
              <a:avLst>
                <a:gd name="adj1" fmla="val 50000"/>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33" name="Group 254">
              <a:extLst>
                <a:ext uri="{FF2B5EF4-FFF2-40B4-BE49-F238E27FC236}">
                  <a16:creationId xmlns:a16="http://schemas.microsoft.com/office/drawing/2014/main" id="{AE2A104A-39B5-4233-83D6-6EDB66CE3618}"/>
                </a:ext>
              </a:extLst>
            </p:cNvPr>
            <p:cNvGrpSpPr>
              <a:grpSpLocks/>
            </p:cNvGrpSpPr>
            <p:nvPr/>
          </p:nvGrpSpPr>
          <p:grpSpPr bwMode="auto">
            <a:xfrm>
              <a:off x="5378176" y="4346739"/>
              <a:ext cx="1771700" cy="192769"/>
              <a:chOff x="5388934" y="2903927"/>
              <a:chExt cx="4466058" cy="541672"/>
            </a:xfrm>
          </p:grpSpPr>
          <p:sp>
            <p:nvSpPr>
              <p:cNvPr id="36" name="Rectangle 179">
                <a:extLst>
                  <a:ext uri="{FF2B5EF4-FFF2-40B4-BE49-F238E27FC236}">
                    <a16:creationId xmlns:a16="http://schemas.microsoft.com/office/drawing/2014/main" id="{5290544E-C9D9-44CA-BAAF-782754DF3899}"/>
                  </a:ext>
                </a:extLst>
              </p:cNvPr>
              <p:cNvSpPr/>
              <p:nvPr/>
            </p:nvSpPr>
            <p:spPr bwMode="auto">
              <a:xfrm>
                <a:off x="5389437" y="2905474"/>
                <a:ext cx="789340" cy="501841"/>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37" name="Rectangle 180">
                <a:extLst>
                  <a:ext uri="{FF2B5EF4-FFF2-40B4-BE49-F238E27FC236}">
                    <a16:creationId xmlns:a16="http://schemas.microsoft.com/office/drawing/2014/main" id="{7BF689E3-228B-42AD-BF56-EE443670DEC9}"/>
                  </a:ext>
                </a:extLst>
              </p:cNvPr>
              <p:cNvSpPr/>
              <p:nvPr/>
            </p:nvSpPr>
            <p:spPr bwMode="auto">
              <a:xfrm>
                <a:off x="5683564" y="2972386"/>
                <a:ext cx="210091" cy="364670"/>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38" name="Rectangle 181">
                <a:extLst>
                  <a:ext uri="{FF2B5EF4-FFF2-40B4-BE49-F238E27FC236}">
                    <a16:creationId xmlns:a16="http://schemas.microsoft.com/office/drawing/2014/main" id="{DD35C892-DE4B-421E-A0D8-4DDE99FD448A}"/>
                  </a:ext>
                </a:extLst>
              </p:cNvPr>
              <p:cNvSpPr/>
              <p:nvPr/>
            </p:nvSpPr>
            <p:spPr bwMode="auto">
              <a:xfrm>
                <a:off x="5929671" y="2972386"/>
                <a:ext cx="213091" cy="364670"/>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39" name="Rectangle 182">
                <a:extLst>
                  <a:ext uri="{FF2B5EF4-FFF2-40B4-BE49-F238E27FC236}">
                    <a16:creationId xmlns:a16="http://schemas.microsoft.com/office/drawing/2014/main" id="{57437A91-DAF1-4676-8753-62AB1872E8C6}"/>
                  </a:ext>
                </a:extLst>
              </p:cNvPr>
              <p:cNvSpPr/>
              <p:nvPr/>
            </p:nvSpPr>
            <p:spPr bwMode="auto">
              <a:xfrm>
                <a:off x="6169774" y="2905474"/>
                <a:ext cx="210091" cy="501841"/>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40" name="Rectangle 183">
                <a:extLst>
                  <a:ext uri="{FF2B5EF4-FFF2-40B4-BE49-F238E27FC236}">
                    <a16:creationId xmlns:a16="http://schemas.microsoft.com/office/drawing/2014/main" id="{6982E179-AED0-496B-8DC4-87A1FD43B2A3}"/>
                  </a:ext>
                </a:extLst>
              </p:cNvPr>
              <p:cNvSpPr/>
              <p:nvPr/>
            </p:nvSpPr>
            <p:spPr bwMode="auto">
              <a:xfrm>
                <a:off x="6379865" y="2905474"/>
                <a:ext cx="207089" cy="501841"/>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41" name="Rectangle 184">
                <a:extLst>
                  <a:ext uri="{FF2B5EF4-FFF2-40B4-BE49-F238E27FC236}">
                    <a16:creationId xmlns:a16="http://schemas.microsoft.com/office/drawing/2014/main" id="{1E44F976-60FE-425E-98E2-7D06D00CAA29}"/>
                  </a:ext>
                </a:extLst>
              </p:cNvPr>
              <p:cNvSpPr/>
              <p:nvPr/>
            </p:nvSpPr>
            <p:spPr bwMode="auto">
              <a:xfrm rot="16200000">
                <a:off x="6411066" y="3069357"/>
                <a:ext cx="501841" cy="174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42" name="Rectangle 185">
                <a:extLst>
                  <a:ext uri="{FF2B5EF4-FFF2-40B4-BE49-F238E27FC236}">
                    <a16:creationId xmlns:a16="http://schemas.microsoft.com/office/drawing/2014/main" id="{8D52022E-4CDF-4E9E-AEEA-3D298243B314}"/>
                  </a:ext>
                </a:extLst>
              </p:cNvPr>
              <p:cNvSpPr/>
              <p:nvPr/>
            </p:nvSpPr>
            <p:spPr bwMode="auto">
              <a:xfrm>
                <a:off x="6740021" y="2905474"/>
                <a:ext cx="2289989" cy="501841"/>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43" name="Rectangle 186">
                <a:extLst>
                  <a:ext uri="{FF2B5EF4-FFF2-40B4-BE49-F238E27FC236}">
                    <a16:creationId xmlns:a16="http://schemas.microsoft.com/office/drawing/2014/main" id="{2F9F58B6-B842-4ECC-934D-2534EEC3146A}"/>
                  </a:ext>
                </a:extLst>
              </p:cNvPr>
              <p:cNvSpPr/>
              <p:nvPr/>
            </p:nvSpPr>
            <p:spPr bwMode="auto">
              <a:xfrm>
                <a:off x="9039015" y="2905474"/>
                <a:ext cx="783338" cy="501841"/>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cxnSp>
            <p:nvCxnSpPr>
              <p:cNvPr id="44" name="Elbow Connector 264">
                <a:extLst>
                  <a:ext uri="{FF2B5EF4-FFF2-40B4-BE49-F238E27FC236}">
                    <a16:creationId xmlns:a16="http://schemas.microsoft.com/office/drawing/2014/main" id="{E972D9EC-CB67-43F3-A4E1-5B27D408551C}"/>
                  </a:ext>
                </a:extLst>
              </p:cNvPr>
              <p:cNvCxnSpPr>
                <a:cxnSpLocks noChangeShapeType="1"/>
              </p:cNvCxnSpPr>
              <p:nvPr/>
            </p:nvCxnSpPr>
            <p:spPr bwMode="auto">
              <a:xfrm rot="16200000" flipH="1">
                <a:off x="7282984" y="1704508"/>
                <a:ext cx="251463" cy="3230720"/>
              </a:xfrm>
              <a:prstGeom prst="bentConnector3">
                <a:avLst>
                  <a:gd name="adj1" fmla="val 291523"/>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5" name="Elbow Connector 265">
                <a:extLst>
                  <a:ext uri="{FF2B5EF4-FFF2-40B4-BE49-F238E27FC236}">
                    <a16:creationId xmlns:a16="http://schemas.microsoft.com/office/drawing/2014/main" id="{DCB1C330-DDED-4A56-A32D-0C8CA914E8CA}"/>
                  </a:ext>
                </a:extLst>
              </p:cNvPr>
              <p:cNvCxnSpPr>
                <a:cxnSpLocks noChangeShapeType="1"/>
              </p:cNvCxnSpPr>
              <p:nvPr/>
            </p:nvCxnSpPr>
            <p:spPr bwMode="auto">
              <a:xfrm rot="16200000" flipH="1">
                <a:off x="7798613" y="1425796"/>
                <a:ext cx="251463" cy="3788143"/>
              </a:xfrm>
              <a:prstGeom prst="bentConnector3">
                <a:avLst>
                  <a:gd name="adj1" fmla="val 211796"/>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6" name="Oval 189">
                <a:extLst>
                  <a:ext uri="{FF2B5EF4-FFF2-40B4-BE49-F238E27FC236}">
                    <a16:creationId xmlns:a16="http://schemas.microsoft.com/office/drawing/2014/main" id="{EC2D149E-BAFC-4BE8-A2F1-DBFF4A3B5448}"/>
                  </a:ext>
                </a:extLst>
              </p:cNvPr>
              <p:cNvSpPr/>
              <p:nvPr/>
            </p:nvSpPr>
            <p:spPr bwMode="auto">
              <a:xfrm>
                <a:off x="5758596" y="311624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47" name="Oval 190">
                <a:extLst>
                  <a:ext uri="{FF2B5EF4-FFF2-40B4-BE49-F238E27FC236}">
                    <a16:creationId xmlns:a16="http://schemas.microsoft.com/office/drawing/2014/main" id="{8BF7541B-CDC9-4066-B96A-825045EBAEB3}"/>
                  </a:ext>
                </a:extLst>
              </p:cNvPr>
              <p:cNvSpPr/>
              <p:nvPr/>
            </p:nvSpPr>
            <p:spPr bwMode="auto">
              <a:xfrm>
                <a:off x="5992697" y="3116246"/>
                <a:ext cx="75033"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48" name="Oval 191">
                <a:extLst>
                  <a:ext uri="{FF2B5EF4-FFF2-40B4-BE49-F238E27FC236}">
                    <a16:creationId xmlns:a16="http://schemas.microsoft.com/office/drawing/2014/main" id="{FFECFB92-35B3-40E3-806E-A2F2DB2A151E}"/>
                  </a:ext>
                </a:extLst>
              </p:cNvPr>
              <p:cNvSpPr/>
              <p:nvPr/>
            </p:nvSpPr>
            <p:spPr bwMode="auto">
              <a:xfrm>
                <a:off x="8987992" y="336716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49" name="Oval 192">
                <a:extLst>
                  <a:ext uri="{FF2B5EF4-FFF2-40B4-BE49-F238E27FC236}">
                    <a16:creationId xmlns:a16="http://schemas.microsoft.com/office/drawing/2014/main" id="{2417B984-A264-44B3-A046-60BAAF7ACC7C}"/>
                  </a:ext>
                </a:extLst>
              </p:cNvPr>
              <p:cNvSpPr/>
              <p:nvPr/>
            </p:nvSpPr>
            <p:spPr bwMode="auto">
              <a:xfrm>
                <a:off x="9783337" y="336716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sp>
          <p:nvSpPr>
            <p:cNvPr id="34" name="Oval 177">
              <a:extLst>
                <a:ext uri="{FF2B5EF4-FFF2-40B4-BE49-F238E27FC236}">
                  <a16:creationId xmlns:a16="http://schemas.microsoft.com/office/drawing/2014/main" id="{F4EC130B-12F8-42E0-B6BB-B76BD61F9F14}"/>
                </a:ext>
              </a:extLst>
            </p:cNvPr>
            <p:cNvSpPr/>
            <p:nvPr/>
          </p:nvSpPr>
          <p:spPr bwMode="auto">
            <a:xfrm>
              <a:off x="5359326" y="4310379"/>
              <a:ext cx="28575" cy="27385"/>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cxnSp>
          <p:nvCxnSpPr>
            <p:cNvPr id="35" name="Elbow Connector 271">
              <a:extLst>
                <a:ext uri="{FF2B5EF4-FFF2-40B4-BE49-F238E27FC236}">
                  <a16:creationId xmlns:a16="http://schemas.microsoft.com/office/drawing/2014/main" id="{B429759D-C6BE-470B-9E98-4EE615439804}"/>
                </a:ext>
              </a:extLst>
            </p:cNvPr>
            <p:cNvCxnSpPr>
              <a:cxnSpLocks noChangeShapeType="1"/>
            </p:cNvCxnSpPr>
            <p:nvPr/>
          </p:nvCxnSpPr>
          <p:spPr bwMode="auto">
            <a:xfrm rot="5400000">
              <a:off x="5722271" y="3138140"/>
              <a:ext cx="822152" cy="1548986"/>
            </a:xfrm>
            <a:prstGeom prst="bentConnector4">
              <a:avLst>
                <a:gd name="adj1" fmla="val 29171"/>
                <a:gd name="adj2" fmla="val 103454"/>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grpSp>
      <p:cxnSp>
        <p:nvCxnSpPr>
          <p:cNvPr id="93" name="Conector: angular 92">
            <a:extLst>
              <a:ext uri="{FF2B5EF4-FFF2-40B4-BE49-F238E27FC236}">
                <a16:creationId xmlns:a16="http://schemas.microsoft.com/office/drawing/2014/main" id="{4A59B103-FC28-4A5E-9C95-FCCD4F551717}"/>
              </a:ext>
            </a:extLst>
          </p:cNvPr>
          <p:cNvCxnSpPr>
            <a:cxnSpLocks/>
            <a:stCxn id="19" idx="1"/>
            <a:endCxn id="24" idx="1"/>
          </p:cNvCxnSpPr>
          <p:nvPr/>
        </p:nvCxnSpPr>
        <p:spPr>
          <a:xfrm rot="10800000" flipH="1" flipV="1">
            <a:off x="1428751" y="3766938"/>
            <a:ext cx="171701" cy="2189900"/>
          </a:xfrm>
          <a:prstGeom prst="bentConnector3">
            <a:avLst>
              <a:gd name="adj1" fmla="val -221897"/>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71490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Conceptos claves</a:t>
            </a:r>
            <a:endParaRPr dirty="0"/>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916650" y="815125"/>
            <a:ext cx="10989600" cy="326157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400" b="1" dirty="0">
                <a:solidFill>
                  <a:schemeClr val="accent2"/>
                </a:solidFill>
              </a:rPr>
              <a:t>Paginas (2)</a:t>
            </a:r>
          </a:p>
          <a:p>
            <a:r>
              <a:rPr lang="es-MX" sz="2000" dirty="0"/>
              <a:t>Existen tres nociones diferentes de “páginas” en un DBMS:</a:t>
            </a:r>
          </a:p>
          <a:p>
            <a:pPr lvl="1"/>
            <a:r>
              <a:rPr lang="es-MX" sz="2000" dirty="0"/>
              <a:t>Página de hardware (usualmente 4KB)</a:t>
            </a:r>
          </a:p>
          <a:p>
            <a:pPr lvl="1"/>
            <a:r>
              <a:rPr lang="es-MX" sz="2000" dirty="0"/>
              <a:t>Página del SO (4KB)</a:t>
            </a:r>
          </a:p>
          <a:p>
            <a:pPr lvl="1"/>
            <a:r>
              <a:rPr lang="es-MX" sz="2000" dirty="0"/>
              <a:t>Página de base de datos (1–16KB)</a:t>
            </a:r>
          </a:p>
          <a:p>
            <a:pPr lvl="2"/>
            <a:r>
              <a:rPr lang="es-MX" b="1" dirty="0"/>
              <a:t>SQLite</a:t>
            </a:r>
            <a:r>
              <a:rPr lang="es-MX" dirty="0"/>
              <a:t>: 1 KB</a:t>
            </a:r>
          </a:p>
          <a:p>
            <a:pPr lvl="2"/>
            <a:r>
              <a:rPr lang="es-MX" b="1" dirty="0"/>
              <a:t>IMB DB2, Oracle</a:t>
            </a:r>
            <a:r>
              <a:rPr lang="es-MX" dirty="0"/>
              <a:t>: 4 KB</a:t>
            </a:r>
          </a:p>
          <a:p>
            <a:pPr lvl="2"/>
            <a:r>
              <a:rPr lang="es-MX" b="1" dirty="0"/>
              <a:t>SQL Server, PostgreSQL</a:t>
            </a:r>
            <a:r>
              <a:rPr lang="es-MX" dirty="0"/>
              <a:t>: 8 KB</a:t>
            </a:r>
          </a:p>
          <a:p>
            <a:pPr lvl="2"/>
            <a:r>
              <a:rPr lang="es-MX" b="1" dirty="0"/>
              <a:t>MySQL</a:t>
            </a:r>
            <a:r>
              <a:rPr lang="es-MX" dirty="0"/>
              <a:t>: 16 KB</a:t>
            </a:r>
          </a:p>
          <a:p>
            <a:pPr lvl="2"/>
            <a:endParaRPr lang="es-MX" sz="1600" dirty="0"/>
          </a:p>
          <a:p>
            <a:endParaRPr lang="es-MX" sz="2400" dirty="0"/>
          </a:p>
        </p:txBody>
      </p:sp>
      <p:sp>
        <p:nvSpPr>
          <p:cNvPr id="5" name="CuadroTexto 4">
            <a:extLst>
              <a:ext uri="{FF2B5EF4-FFF2-40B4-BE49-F238E27FC236}">
                <a16:creationId xmlns:a16="http://schemas.microsoft.com/office/drawing/2014/main" id="{CFBA1A02-5A7D-48DE-8618-F925DD3AF70D}"/>
              </a:ext>
            </a:extLst>
          </p:cNvPr>
          <p:cNvSpPr txBox="1"/>
          <p:nvPr/>
        </p:nvSpPr>
        <p:spPr>
          <a:xfrm>
            <a:off x="1164188" y="6098275"/>
            <a:ext cx="10494524" cy="584775"/>
          </a:xfrm>
          <a:prstGeom prst="rect">
            <a:avLst/>
          </a:prstGeom>
          <a:solidFill>
            <a:schemeClr val="accent2">
              <a:lumMod val="20000"/>
              <a:lumOff val="80000"/>
            </a:schemeClr>
          </a:solidFill>
        </p:spPr>
        <p:txBody>
          <a:bodyPr wrap="square">
            <a:spAutoFit/>
          </a:bodyPr>
          <a:lstStyle/>
          <a:p>
            <a:r>
              <a:rPr lang="es-MX" sz="1600" dirty="0">
                <a:latin typeface="Roboto" panose="02000000000000000000" pitchFamily="2" charset="0"/>
                <a:ea typeface="Roboto" panose="02000000000000000000" pitchFamily="2" charset="0"/>
              </a:rPr>
              <a:t>Por página de hardware, nos referimos al nivel en el cual el dispositivo puede garantizar una “escritura a prueba de fallos” (</a:t>
            </a:r>
            <a:r>
              <a:rPr lang="es-MX" sz="1600" i="1" dirty="0">
                <a:latin typeface="Roboto" panose="02000000000000000000" pitchFamily="2" charset="0"/>
                <a:ea typeface="Roboto" panose="02000000000000000000" pitchFamily="2" charset="0"/>
              </a:rPr>
              <a:t>failsafe write</a:t>
            </a:r>
            <a:r>
              <a:rPr lang="es-MX" sz="1600" dirty="0">
                <a:latin typeface="Roboto" panose="02000000000000000000" pitchFamily="2" charset="0"/>
                <a:ea typeface="Roboto" panose="02000000000000000000" pitchFamily="2" charset="0"/>
              </a:rPr>
              <a:t>).</a:t>
            </a:r>
          </a:p>
        </p:txBody>
      </p:sp>
      <p:pic>
        <p:nvPicPr>
          <p:cNvPr id="6" name="Imagen 5">
            <a:extLst>
              <a:ext uri="{FF2B5EF4-FFF2-40B4-BE49-F238E27FC236}">
                <a16:creationId xmlns:a16="http://schemas.microsoft.com/office/drawing/2014/main" id="{64AEDD60-B8BB-4DA9-BBFA-A1F96B5CEC7A}"/>
              </a:ext>
            </a:extLst>
          </p:cNvPr>
          <p:cNvPicPr>
            <a:picLocks noChangeAspect="1"/>
          </p:cNvPicPr>
          <p:nvPr/>
        </p:nvPicPr>
        <p:blipFill>
          <a:blip r:embed="rId3"/>
          <a:stretch>
            <a:fillRect/>
          </a:stretch>
        </p:blipFill>
        <p:spPr>
          <a:xfrm>
            <a:off x="7122675" y="2715710"/>
            <a:ext cx="3905249" cy="3043237"/>
          </a:xfrm>
          <a:prstGeom prst="rect">
            <a:avLst/>
          </a:prstGeom>
        </p:spPr>
      </p:pic>
      <p:grpSp>
        <p:nvGrpSpPr>
          <p:cNvPr id="10" name="Grupo 9">
            <a:extLst>
              <a:ext uri="{FF2B5EF4-FFF2-40B4-BE49-F238E27FC236}">
                <a16:creationId xmlns:a16="http://schemas.microsoft.com/office/drawing/2014/main" id="{D8FD641E-6737-46DA-9CA6-A245F7C415DA}"/>
              </a:ext>
            </a:extLst>
          </p:cNvPr>
          <p:cNvGrpSpPr/>
          <p:nvPr/>
        </p:nvGrpSpPr>
        <p:grpSpPr>
          <a:xfrm>
            <a:off x="2875279" y="3999063"/>
            <a:ext cx="2597504" cy="1837522"/>
            <a:chOff x="5235941" y="2926217"/>
            <a:chExt cx="2597504" cy="1837522"/>
          </a:xfrm>
        </p:grpSpPr>
        <p:sp>
          <p:nvSpPr>
            <p:cNvPr id="11" name="TextBox 139">
              <a:extLst>
                <a:ext uri="{FF2B5EF4-FFF2-40B4-BE49-F238E27FC236}">
                  <a16:creationId xmlns:a16="http://schemas.microsoft.com/office/drawing/2014/main" id="{2F8A9D4A-9697-4A41-8763-4C8B89E23A5D}"/>
                </a:ext>
              </a:extLst>
            </p:cNvPr>
            <p:cNvSpPr txBox="1">
              <a:spLocks noChangeArrowheads="1"/>
            </p:cNvSpPr>
            <p:nvPr/>
          </p:nvSpPr>
          <p:spPr bwMode="auto">
            <a:xfrm>
              <a:off x="5327179" y="2926217"/>
              <a:ext cx="250626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entury Gothic" charset="0"/>
                  <a:ea typeface="Osaka" charset="-128"/>
                </a:defRPr>
              </a:lvl1pPr>
              <a:lvl2pPr marL="742950" indent="-285750">
                <a:spcBef>
                  <a:spcPct val="20000"/>
                </a:spcBef>
                <a:buChar char="–"/>
                <a:defRPr sz="2800">
                  <a:solidFill>
                    <a:schemeClr val="tx1"/>
                  </a:solidFill>
                  <a:latin typeface="Century Gothic" charset="0"/>
                  <a:ea typeface="Osaka" charset="-128"/>
                </a:defRPr>
              </a:lvl2pPr>
              <a:lvl3pPr marL="1143000" indent="-228600">
                <a:spcBef>
                  <a:spcPct val="20000"/>
                </a:spcBef>
                <a:buChar char="•"/>
                <a:defRPr sz="2400">
                  <a:solidFill>
                    <a:schemeClr val="tx1"/>
                  </a:solidFill>
                  <a:latin typeface="Century Gothic" charset="0"/>
                  <a:ea typeface="Osaka" charset="-128"/>
                </a:defRPr>
              </a:lvl3pPr>
              <a:lvl4pPr marL="1600200" indent="-228600">
                <a:spcBef>
                  <a:spcPct val="20000"/>
                </a:spcBef>
                <a:buChar char="–"/>
                <a:defRPr sz="2000">
                  <a:solidFill>
                    <a:schemeClr val="tx1"/>
                  </a:solidFill>
                  <a:latin typeface="Century Gothic" charset="0"/>
                  <a:ea typeface="Osaka" charset="-128"/>
                </a:defRPr>
              </a:lvl4pPr>
              <a:lvl5pPr marL="2057400" indent="-228600">
                <a:spcBef>
                  <a:spcPct val="20000"/>
                </a:spcBef>
                <a:buChar char="»"/>
                <a:defRPr sz="2000">
                  <a:solidFill>
                    <a:schemeClr val="tx1"/>
                  </a:solidFill>
                  <a:latin typeface="Century Gothic" charset="0"/>
                  <a:ea typeface="Osaka" charset="-128"/>
                </a:defRPr>
              </a:lvl5pPr>
              <a:lvl6pPr marL="2514600" indent="-228600" eaLnBrk="0" fontAlgn="base" hangingPunct="0">
                <a:spcBef>
                  <a:spcPct val="20000"/>
                </a:spcBef>
                <a:spcAft>
                  <a:spcPct val="0"/>
                </a:spcAft>
                <a:buChar char="»"/>
                <a:defRPr sz="2000">
                  <a:solidFill>
                    <a:schemeClr val="tx1"/>
                  </a:solidFill>
                  <a:latin typeface="Century Gothic" charset="0"/>
                  <a:ea typeface="Osaka" charset="-128"/>
                </a:defRPr>
              </a:lvl6pPr>
              <a:lvl7pPr marL="2971800" indent="-228600" eaLnBrk="0" fontAlgn="base" hangingPunct="0">
                <a:spcBef>
                  <a:spcPct val="20000"/>
                </a:spcBef>
                <a:spcAft>
                  <a:spcPct val="0"/>
                </a:spcAft>
                <a:buChar char="»"/>
                <a:defRPr sz="2000">
                  <a:solidFill>
                    <a:schemeClr val="tx1"/>
                  </a:solidFill>
                  <a:latin typeface="Century Gothic" charset="0"/>
                  <a:ea typeface="Osaka" charset="-128"/>
                </a:defRPr>
              </a:lvl7pPr>
              <a:lvl8pPr marL="3429000" indent="-228600" eaLnBrk="0" fontAlgn="base" hangingPunct="0">
                <a:spcBef>
                  <a:spcPct val="20000"/>
                </a:spcBef>
                <a:spcAft>
                  <a:spcPct val="0"/>
                </a:spcAft>
                <a:buChar char="»"/>
                <a:defRPr sz="2000">
                  <a:solidFill>
                    <a:schemeClr val="tx1"/>
                  </a:solidFill>
                  <a:latin typeface="Century Gothic" charset="0"/>
                  <a:ea typeface="Osaka" charset="-128"/>
                </a:defRPr>
              </a:lvl8pPr>
              <a:lvl9pPr marL="3886200" indent="-228600" eaLnBrk="0" fontAlgn="base" hangingPunct="0">
                <a:spcBef>
                  <a:spcPct val="20000"/>
                </a:spcBef>
                <a:spcAft>
                  <a:spcPct val="0"/>
                </a:spcAft>
                <a:buChar char="»"/>
                <a:defRPr sz="2000">
                  <a:solidFill>
                    <a:schemeClr val="tx1"/>
                  </a:solidFill>
                  <a:latin typeface="Century Gothic" charset="0"/>
                  <a:ea typeface="Osaka" charset="-128"/>
                </a:defRPr>
              </a:lvl9pPr>
            </a:lstStyle>
            <a:p>
              <a:pPr algn="ctr" defTabSz="685800">
                <a:spcBef>
                  <a:spcPct val="0"/>
                </a:spcBef>
                <a:buNone/>
                <a:defRPr/>
              </a:pPr>
              <a:r>
                <a:rPr lang="en-US" altLang="en-US" sz="1600" b="1" kern="0" dirty="0">
                  <a:latin typeface="Roboto" panose="02000000000000000000" pitchFamily="2" charset="0"/>
                  <a:ea typeface="Roboto" panose="02000000000000000000" pitchFamily="2" charset="0"/>
                  <a:cs typeface="Helvetica Neue" charset="0"/>
                </a:rPr>
                <a:t>Page</a:t>
              </a:r>
            </a:p>
          </p:txBody>
        </p:sp>
        <p:sp>
          <p:nvSpPr>
            <p:cNvPr id="12" name="Folded Corner 166">
              <a:extLst>
                <a:ext uri="{FF2B5EF4-FFF2-40B4-BE49-F238E27FC236}">
                  <a16:creationId xmlns:a16="http://schemas.microsoft.com/office/drawing/2014/main" id="{B7158439-1090-4F7C-94AD-7AD0956913B1}"/>
                </a:ext>
              </a:extLst>
            </p:cNvPr>
            <p:cNvSpPr/>
            <p:nvPr/>
          </p:nvSpPr>
          <p:spPr bwMode="auto">
            <a:xfrm>
              <a:off x="5235941" y="3215926"/>
              <a:ext cx="2567297" cy="1547813"/>
            </a:xfrm>
            <a:prstGeom prst="foldedCorner">
              <a:avLst>
                <a:gd name="adj" fmla="val 10513"/>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13" name="Rectangle 168">
              <a:extLst>
                <a:ext uri="{FF2B5EF4-FFF2-40B4-BE49-F238E27FC236}">
                  <a16:creationId xmlns:a16="http://schemas.microsoft.com/office/drawing/2014/main" id="{AB3BE127-6311-4CA3-A2F4-95FAB643D15C}"/>
                </a:ext>
              </a:extLst>
            </p:cNvPr>
            <p:cNvSpPr/>
            <p:nvPr/>
          </p:nvSpPr>
          <p:spPr bwMode="auto">
            <a:xfrm>
              <a:off x="5327179" y="3280488"/>
              <a:ext cx="1744266" cy="378619"/>
            </a:xfrm>
            <a:prstGeom prst="rect">
              <a:avLst/>
            </a:prstGeom>
            <a:solidFill>
              <a:srgbClr val="2980B9"/>
            </a:solidFill>
            <a:ln w="25400"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900" kern="0" dirty="0">
                  <a:solidFill>
                    <a:srgbClr val="000000"/>
                  </a:solidFill>
                  <a:latin typeface="Roboto" panose="02000000000000000000" pitchFamily="2" charset="0"/>
                  <a:ea typeface="Roboto" panose="02000000000000000000" pitchFamily="2" charset="0"/>
                  <a:cs typeface="Helvetica Neue" charset="0"/>
                </a:rPr>
                <a:t>Page</a:t>
              </a:r>
              <a:br>
                <a:rPr lang="en-US" sz="900" kern="0" dirty="0">
                  <a:solidFill>
                    <a:srgbClr val="000000"/>
                  </a:solidFill>
                  <a:latin typeface="Roboto" panose="02000000000000000000" pitchFamily="2" charset="0"/>
                  <a:ea typeface="Roboto" panose="02000000000000000000" pitchFamily="2" charset="0"/>
                  <a:cs typeface="Helvetica Neue" charset="0"/>
                </a:rPr>
              </a:br>
              <a:r>
                <a:rPr lang="en-US" sz="900" kern="0" dirty="0">
                  <a:solidFill>
                    <a:srgbClr val="000000"/>
                  </a:solidFill>
                  <a:latin typeface="Roboto" panose="02000000000000000000" pitchFamily="2" charset="0"/>
                  <a:ea typeface="Roboto" panose="02000000000000000000" pitchFamily="2" charset="0"/>
                  <a:cs typeface="Helvetica Neue" charset="0"/>
                </a:rPr>
                <a:t>Header</a:t>
              </a:r>
            </a:p>
          </p:txBody>
        </p:sp>
        <p:grpSp>
          <p:nvGrpSpPr>
            <p:cNvPr id="14" name="Group 169">
              <a:extLst>
                <a:ext uri="{FF2B5EF4-FFF2-40B4-BE49-F238E27FC236}">
                  <a16:creationId xmlns:a16="http://schemas.microsoft.com/office/drawing/2014/main" id="{299F75F4-8FEC-4F52-A8BC-6DB293F8AD47}"/>
                </a:ext>
              </a:extLst>
            </p:cNvPr>
            <p:cNvGrpSpPr>
              <a:grpSpLocks/>
            </p:cNvGrpSpPr>
            <p:nvPr/>
          </p:nvGrpSpPr>
          <p:grpSpPr bwMode="auto">
            <a:xfrm>
              <a:off x="5970737" y="3335556"/>
              <a:ext cx="1016227" cy="274390"/>
              <a:chOff x="1247675" y="4823303"/>
              <a:chExt cx="1355362" cy="365970"/>
            </a:xfrm>
          </p:grpSpPr>
          <p:grpSp>
            <p:nvGrpSpPr>
              <p:cNvPr id="66" name="Group 6">
                <a:extLst>
                  <a:ext uri="{FF2B5EF4-FFF2-40B4-BE49-F238E27FC236}">
                    <a16:creationId xmlns:a16="http://schemas.microsoft.com/office/drawing/2014/main" id="{B6E3F5F3-5693-4D7F-BEE4-B055828142FB}"/>
                  </a:ext>
                </a:extLst>
              </p:cNvPr>
              <p:cNvGrpSpPr>
                <a:grpSpLocks/>
              </p:cNvGrpSpPr>
              <p:nvPr/>
            </p:nvGrpSpPr>
            <p:grpSpPr bwMode="auto">
              <a:xfrm>
                <a:off x="1247675" y="4823303"/>
                <a:ext cx="211059" cy="365970"/>
                <a:chOff x="5790463" y="2643797"/>
                <a:chExt cx="211059" cy="365970"/>
              </a:xfrm>
            </p:grpSpPr>
            <p:sp>
              <p:nvSpPr>
                <p:cNvPr id="79" name="Rectangle 234">
                  <a:extLst>
                    <a:ext uri="{FF2B5EF4-FFF2-40B4-BE49-F238E27FC236}">
                      <a16:creationId xmlns:a16="http://schemas.microsoft.com/office/drawing/2014/main" id="{541D31CC-DDEC-4981-A8D3-95A3CBEFFEAC}"/>
                    </a:ext>
                  </a:extLst>
                </p:cNvPr>
                <p:cNvSpPr/>
                <p:nvPr/>
              </p:nvSpPr>
              <p:spPr bwMode="auto">
                <a:xfrm>
                  <a:off x="5791223" y="2643399"/>
                  <a:ext cx="222314"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80" name="Oval 235">
                  <a:extLst>
                    <a:ext uri="{FF2B5EF4-FFF2-40B4-BE49-F238E27FC236}">
                      <a16:creationId xmlns:a16="http://schemas.microsoft.com/office/drawing/2014/main" id="{5937A79C-C5F0-4529-ABCA-FB751BB7CC5C}"/>
                    </a:ext>
                  </a:extLst>
                </p:cNvPr>
                <p:cNvSpPr/>
                <p:nvPr/>
              </p:nvSpPr>
              <p:spPr bwMode="auto">
                <a:xfrm>
                  <a:off x="5870621" y="2787907"/>
                  <a:ext cx="74634"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67" name="Group 149">
                <a:extLst>
                  <a:ext uri="{FF2B5EF4-FFF2-40B4-BE49-F238E27FC236}">
                    <a16:creationId xmlns:a16="http://schemas.microsoft.com/office/drawing/2014/main" id="{3DD96E05-57FF-4B08-99A8-25B761056ED7}"/>
                  </a:ext>
                </a:extLst>
              </p:cNvPr>
              <p:cNvGrpSpPr>
                <a:grpSpLocks/>
              </p:cNvGrpSpPr>
              <p:nvPr/>
            </p:nvGrpSpPr>
            <p:grpSpPr bwMode="auto">
              <a:xfrm>
                <a:off x="1533751" y="4823303"/>
                <a:ext cx="211059" cy="365970"/>
                <a:chOff x="5790463" y="2643797"/>
                <a:chExt cx="211059" cy="365970"/>
              </a:xfrm>
            </p:grpSpPr>
            <p:sp>
              <p:nvSpPr>
                <p:cNvPr id="77" name="Rectangle 232">
                  <a:extLst>
                    <a:ext uri="{FF2B5EF4-FFF2-40B4-BE49-F238E27FC236}">
                      <a16:creationId xmlns:a16="http://schemas.microsoft.com/office/drawing/2014/main" id="{53A8EEC3-E59D-416E-8F27-0EE17A91D8D4}"/>
                    </a:ext>
                  </a:extLst>
                </p:cNvPr>
                <p:cNvSpPr/>
                <p:nvPr/>
              </p:nvSpPr>
              <p:spPr bwMode="auto">
                <a:xfrm>
                  <a:off x="5790980"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78" name="Oval 233">
                  <a:extLst>
                    <a:ext uri="{FF2B5EF4-FFF2-40B4-BE49-F238E27FC236}">
                      <a16:creationId xmlns:a16="http://schemas.microsoft.com/office/drawing/2014/main" id="{12C242AE-A254-42E1-BDFD-E44DAA42CAA2}"/>
                    </a:ext>
                  </a:extLst>
                </p:cNvPr>
                <p:cNvSpPr/>
                <p:nvPr/>
              </p:nvSpPr>
              <p:spPr bwMode="auto">
                <a:xfrm>
                  <a:off x="5859262" y="2787907"/>
                  <a:ext cx="74635"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68" name="Group 165">
                <a:extLst>
                  <a:ext uri="{FF2B5EF4-FFF2-40B4-BE49-F238E27FC236}">
                    <a16:creationId xmlns:a16="http://schemas.microsoft.com/office/drawing/2014/main" id="{C772BAA7-80B2-4D11-95BF-35DD3BB50196}"/>
                  </a:ext>
                </a:extLst>
              </p:cNvPr>
              <p:cNvGrpSpPr>
                <a:grpSpLocks/>
              </p:cNvGrpSpPr>
              <p:nvPr/>
            </p:nvGrpSpPr>
            <p:grpSpPr bwMode="auto">
              <a:xfrm>
                <a:off x="1819827" y="4823303"/>
                <a:ext cx="211059" cy="365970"/>
                <a:chOff x="5790463" y="2643797"/>
                <a:chExt cx="211059" cy="365970"/>
              </a:xfrm>
            </p:grpSpPr>
            <p:sp>
              <p:nvSpPr>
                <p:cNvPr id="75" name="Rectangle 230">
                  <a:extLst>
                    <a:ext uri="{FF2B5EF4-FFF2-40B4-BE49-F238E27FC236}">
                      <a16:creationId xmlns:a16="http://schemas.microsoft.com/office/drawing/2014/main" id="{9C657851-B89F-427F-AF98-841AD626C836}"/>
                    </a:ext>
                  </a:extLst>
                </p:cNvPr>
                <p:cNvSpPr/>
                <p:nvPr/>
              </p:nvSpPr>
              <p:spPr bwMode="auto">
                <a:xfrm>
                  <a:off x="5790737"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76" name="Oval 231">
                  <a:extLst>
                    <a:ext uri="{FF2B5EF4-FFF2-40B4-BE49-F238E27FC236}">
                      <a16:creationId xmlns:a16="http://schemas.microsoft.com/office/drawing/2014/main" id="{9C639A20-B0FB-430C-BCE7-BC9809664CC6}"/>
                    </a:ext>
                  </a:extLst>
                </p:cNvPr>
                <p:cNvSpPr/>
                <p:nvPr/>
              </p:nvSpPr>
              <p:spPr bwMode="auto">
                <a:xfrm>
                  <a:off x="5859019" y="2787907"/>
                  <a:ext cx="74635" cy="77813"/>
                </a:xfrm>
                <a:prstGeom prst="ellipse">
                  <a:avLst/>
                </a:prstGeom>
                <a:solidFill>
                  <a:sysClr val="window" lastClr="FFFFFF"/>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69" name="Group 172">
                <a:extLst>
                  <a:ext uri="{FF2B5EF4-FFF2-40B4-BE49-F238E27FC236}">
                    <a16:creationId xmlns:a16="http://schemas.microsoft.com/office/drawing/2014/main" id="{51A873BE-5392-42BA-9C4F-5CA28000F97E}"/>
                  </a:ext>
                </a:extLst>
              </p:cNvPr>
              <p:cNvGrpSpPr>
                <a:grpSpLocks/>
              </p:cNvGrpSpPr>
              <p:nvPr/>
            </p:nvGrpSpPr>
            <p:grpSpPr bwMode="auto">
              <a:xfrm>
                <a:off x="2105903" y="4823303"/>
                <a:ext cx="211059" cy="365970"/>
                <a:chOff x="5790463" y="2643797"/>
                <a:chExt cx="211059" cy="365970"/>
              </a:xfrm>
            </p:grpSpPr>
            <p:sp>
              <p:nvSpPr>
                <p:cNvPr id="73" name="Rectangle 228">
                  <a:extLst>
                    <a:ext uri="{FF2B5EF4-FFF2-40B4-BE49-F238E27FC236}">
                      <a16:creationId xmlns:a16="http://schemas.microsoft.com/office/drawing/2014/main" id="{9B930BF8-216E-4AD9-A436-277D2F3AC930}"/>
                    </a:ext>
                  </a:extLst>
                </p:cNvPr>
                <p:cNvSpPr/>
                <p:nvPr/>
              </p:nvSpPr>
              <p:spPr bwMode="auto">
                <a:xfrm>
                  <a:off x="5790494"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74" name="Oval 229">
                  <a:extLst>
                    <a:ext uri="{FF2B5EF4-FFF2-40B4-BE49-F238E27FC236}">
                      <a16:creationId xmlns:a16="http://schemas.microsoft.com/office/drawing/2014/main" id="{EAECF871-26EE-4469-BF83-92C9488FB3D9}"/>
                    </a:ext>
                  </a:extLst>
                </p:cNvPr>
                <p:cNvSpPr/>
                <p:nvPr/>
              </p:nvSpPr>
              <p:spPr bwMode="auto">
                <a:xfrm>
                  <a:off x="5858776" y="2787907"/>
                  <a:ext cx="74635" cy="77813"/>
                </a:xfrm>
                <a:prstGeom prst="ellipse">
                  <a:avLst/>
                </a:prstGeom>
                <a:solidFill>
                  <a:sysClr val="window" lastClr="FFFFFF"/>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70" name="Group 190">
                <a:extLst>
                  <a:ext uri="{FF2B5EF4-FFF2-40B4-BE49-F238E27FC236}">
                    <a16:creationId xmlns:a16="http://schemas.microsoft.com/office/drawing/2014/main" id="{D2884FE9-56C1-4C64-A069-02A7061C9845}"/>
                  </a:ext>
                </a:extLst>
              </p:cNvPr>
              <p:cNvGrpSpPr>
                <a:grpSpLocks/>
              </p:cNvGrpSpPr>
              <p:nvPr/>
            </p:nvGrpSpPr>
            <p:grpSpPr bwMode="auto">
              <a:xfrm>
                <a:off x="2391978" y="4823303"/>
                <a:ext cx="211059" cy="365970"/>
                <a:chOff x="5790463" y="2643797"/>
                <a:chExt cx="211059" cy="365970"/>
              </a:xfrm>
            </p:grpSpPr>
            <p:sp>
              <p:nvSpPr>
                <p:cNvPr id="71" name="Rectangle 226">
                  <a:extLst>
                    <a:ext uri="{FF2B5EF4-FFF2-40B4-BE49-F238E27FC236}">
                      <a16:creationId xmlns:a16="http://schemas.microsoft.com/office/drawing/2014/main" id="{9DFEF0D0-41E7-42EE-BE59-EE1D1D59B72D}"/>
                    </a:ext>
                  </a:extLst>
                </p:cNvPr>
                <p:cNvSpPr/>
                <p:nvPr/>
              </p:nvSpPr>
              <p:spPr bwMode="auto">
                <a:xfrm>
                  <a:off x="5790252" y="2643399"/>
                  <a:ext cx="211198" cy="366828"/>
                </a:xfrm>
                <a:prstGeom prst="rect">
                  <a:avLst/>
                </a:prstGeom>
                <a:solidFill>
                  <a:srgbClr val="C00000"/>
                </a:solidFill>
                <a:ln w="25400"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72" name="Oval 227">
                  <a:extLst>
                    <a:ext uri="{FF2B5EF4-FFF2-40B4-BE49-F238E27FC236}">
                      <a16:creationId xmlns:a16="http://schemas.microsoft.com/office/drawing/2014/main" id="{1EB6C563-54A9-4EFB-99C7-E7A35625BBF3}"/>
                    </a:ext>
                  </a:extLst>
                </p:cNvPr>
                <p:cNvSpPr/>
                <p:nvPr/>
              </p:nvSpPr>
              <p:spPr bwMode="auto">
                <a:xfrm>
                  <a:off x="5858534" y="2787907"/>
                  <a:ext cx="74635" cy="77813"/>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grpSp>
          <p:nvGrpSpPr>
            <p:cNvPr id="15" name="Group 225">
              <a:extLst>
                <a:ext uri="{FF2B5EF4-FFF2-40B4-BE49-F238E27FC236}">
                  <a16:creationId xmlns:a16="http://schemas.microsoft.com/office/drawing/2014/main" id="{9B4BCC0D-D0A1-4BFB-8C0F-1DC7369A49FC}"/>
                </a:ext>
              </a:extLst>
            </p:cNvPr>
            <p:cNvGrpSpPr>
              <a:grpSpLocks/>
            </p:cNvGrpSpPr>
            <p:nvPr/>
          </p:nvGrpSpPr>
          <p:grpSpPr bwMode="auto">
            <a:xfrm>
              <a:off x="6416126" y="3928697"/>
              <a:ext cx="1323839" cy="192769"/>
              <a:chOff x="5388934" y="2903927"/>
              <a:chExt cx="3337100" cy="541672"/>
            </a:xfrm>
          </p:grpSpPr>
          <p:sp>
            <p:nvSpPr>
              <p:cNvPr id="52" name="Rectangle 207">
                <a:extLst>
                  <a:ext uri="{FF2B5EF4-FFF2-40B4-BE49-F238E27FC236}">
                    <a16:creationId xmlns:a16="http://schemas.microsoft.com/office/drawing/2014/main" id="{791B73B9-6498-4481-A4A2-27A9B51AD8D5}"/>
                  </a:ext>
                </a:extLst>
              </p:cNvPr>
              <p:cNvSpPr/>
              <p:nvPr/>
            </p:nvSpPr>
            <p:spPr bwMode="auto">
              <a:xfrm>
                <a:off x="5390131" y="2902498"/>
                <a:ext cx="789340" cy="505185"/>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53" name="Rectangle 208">
                <a:extLst>
                  <a:ext uri="{FF2B5EF4-FFF2-40B4-BE49-F238E27FC236}">
                    <a16:creationId xmlns:a16="http://schemas.microsoft.com/office/drawing/2014/main" id="{A6BCB4AA-B6B8-4158-AD4D-141F32405A04}"/>
                  </a:ext>
                </a:extLst>
              </p:cNvPr>
              <p:cNvSpPr/>
              <p:nvPr/>
            </p:nvSpPr>
            <p:spPr bwMode="auto">
              <a:xfrm>
                <a:off x="5681256" y="2972755"/>
                <a:ext cx="213093"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54" name="Rectangle 209">
                <a:extLst>
                  <a:ext uri="{FF2B5EF4-FFF2-40B4-BE49-F238E27FC236}">
                    <a16:creationId xmlns:a16="http://schemas.microsoft.com/office/drawing/2014/main" id="{0FF2DCE9-4B9A-41C0-B41C-97DFC64AA911}"/>
                  </a:ext>
                </a:extLst>
              </p:cNvPr>
              <p:cNvSpPr/>
              <p:nvPr/>
            </p:nvSpPr>
            <p:spPr bwMode="auto">
              <a:xfrm>
                <a:off x="5930364" y="2972755"/>
                <a:ext cx="210091"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55" name="Rectangle 210">
                <a:extLst>
                  <a:ext uri="{FF2B5EF4-FFF2-40B4-BE49-F238E27FC236}">
                    <a16:creationId xmlns:a16="http://schemas.microsoft.com/office/drawing/2014/main" id="{878074B3-9975-491D-B2BF-EAD387506ADC}"/>
                  </a:ext>
                </a:extLst>
              </p:cNvPr>
              <p:cNvSpPr/>
              <p:nvPr/>
            </p:nvSpPr>
            <p:spPr bwMode="auto">
              <a:xfrm>
                <a:off x="6170468" y="2902498"/>
                <a:ext cx="207089"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56" name="Rectangle 211">
                <a:extLst>
                  <a:ext uri="{FF2B5EF4-FFF2-40B4-BE49-F238E27FC236}">
                    <a16:creationId xmlns:a16="http://schemas.microsoft.com/office/drawing/2014/main" id="{67435ECF-3077-4773-ACF3-F2DD3FA47067}"/>
                  </a:ext>
                </a:extLst>
              </p:cNvPr>
              <p:cNvSpPr/>
              <p:nvPr/>
            </p:nvSpPr>
            <p:spPr bwMode="auto">
              <a:xfrm>
                <a:off x="6377556" y="2902498"/>
                <a:ext cx="207090"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57" name="Rectangle 212">
                <a:extLst>
                  <a:ext uri="{FF2B5EF4-FFF2-40B4-BE49-F238E27FC236}">
                    <a16:creationId xmlns:a16="http://schemas.microsoft.com/office/drawing/2014/main" id="{F4BCFA03-9261-484D-BB7B-6E471816383B}"/>
                  </a:ext>
                </a:extLst>
              </p:cNvPr>
              <p:cNvSpPr/>
              <p:nvPr/>
            </p:nvSpPr>
            <p:spPr bwMode="auto">
              <a:xfrm rot="16200000">
                <a:off x="6408587" y="3069553"/>
                <a:ext cx="505185" cy="171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58" name="Rectangle 213">
                <a:extLst>
                  <a:ext uri="{FF2B5EF4-FFF2-40B4-BE49-F238E27FC236}">
                    <a16:creationId xmlns:a16="http://schemas.microsoft.com/office/drawing/2014/main" id="{9FBEA88C-9B74-4464-8FA5-CC83DE66138A}"/>
                  </a:ext>
                </a:extLst>
              </p:cNvPr>
              <p:cNvSpPr/>
              <p:nvPr/>
            </p:nvSpPr>
            <p:spPr bwMode="auto">
              <a:xfrm>
                <a:off x="6740714" y="2902498"/>
                <a:ext cx="501216"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59" name="Rectangle 214">
                <a:extLst>
                  <a:ext uri="{FF2B5EF4-FFF2-40B4-BE49-F238E27FC236}">
                    <a16:creationId xmlns:a16="http://schemas.microsoft.com/office/drawing/2014/main" id="{C188C228-B810-47F0-B6F8-4EB944199976}"/>
                  </a:ext>
                </a:extLst>
              </p:cNvPr>
              <p:cNvSpPr/>
              <p:nvPr/>
            </p:nvSpPr>
            <p:spPr bwMode="auto">
              <a:xfrm>
                <a:off x="7241930" y="2902498"/>
                <a:ext cx="1449627"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cxnSp>
            <p:nvCxnSpPr>
              <p:cNvPr id="60" name="Elbow Connector 236">
                <a:extLst>
                  <a:ext uri="{FF2B5EF4-FFF2-40B4-BE49-F238E27FC236}">
                    <a16:creationId xmlns:a16="http://schemas.microsoft.com/office/drawing/2014/main" id="{842BFE5F-E31F-44C2-AE7D-DED4ADAD0F06}"/>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1" name="Elbow Connector 237">
                <a:extLst>
                  <a:ext uri="{FF2B5EF4-FFF2-40B4-BE49-F238E27FC236}">
                    <a16:creationId xmlns:a16="http://schemas.microsoft.com/office/drawing/2014/main" id="{EA0BEE92-A561-4504-9E36-719E8B605006}"/>
                  </a:ext>
                </a:extLst>
              </p:cNvPr>
              <p:cNvCxnSpPr>
                <a:cxnSpLocks noChangeShapeType="1"/>
              </p:cNvCxnSpPr>
              <p:nvPr/>
            </p:nvCxnSpPr>
            <p:spPr bwMode="auto">
              <a:xfrm rot="16200000" flipH="1">
                <a:off x="7234134" y="1990275"/>
                <a:ext cx="251463" cy="2659185"/>
              </a:xfrm>
              <a:prstGeom prst="bentConnector3">
                <a:avLst>
                  <a:gd name="adj1" fmla="val 246306"/>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2" name="Oval 217">
                <a:extLst>
                  <a:ext uri="{FF2B5EF4-FFF2-40B4-BE49-F238E27FC236}">
                    <a16:creationId xmlns:a16="http://schemas.microsoft.com/office/drawing/2014/main" id="{C31C74C7-9C84-49C2-AD41-14938874E77F}"/>
                  </a:ext>
                </a:extLst>
              </p:cNvPr>
              <p:cNvSpPr/>
              <p:nvPr/>
            </p:nvSpPr>
            <p:spPr bwMode="auto">
              <a:xfrm>
                <a:off x="5756289" y="3116617"/>
                <a:ext cx="75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63" name="Oval 218">
                <a:extLst>
                  <a:ext uri="{FF2B5EF4-FFF2-40B4-BE49-F238E27FC236}">
                    <a16:creationId xmlns:a16="http://schemas.microsoft.com/office/drawing/2014/main" id="{C6F78CEE-35FC-4FC8-905B-EB95AD73D874}"/>
                  </a:ext>
                </a:extLst>
              </p:cNvPr>
              <p:cNvSpPr/>
              <p:nvPr/>
            </p:nvSpPr>
            <p:spPr bwMode="auto">
              <a:xfrm>
                <a:off x="5993390" y="3116617"/>
                <a:ext cx="75033"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64" name="Oval 219">
                <a:extLst>
                  <a:ext uri="{FF2B5EF4-FFF2-40B4-BE49-F238E27FC236}">
                    <a16:creationId xmlns:a16="http://schemas.microsoft.com/office/drawing/2014/main" id="{3C68890E-98D2-49A4-BDB8-2FF99E98709C}"/>
                  </a:ext>
                </a:extLst>
              </p:cNvPr>
              <p:cNvSpPr/>
              <p:nvPr/>
            </p:nvSpPr>
            <p:spPr bwMode="auto">
              <a:xfrm>
                <a:off x="7202914" y="3367536"/>
                <a:ext cx="75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65" name="Oval 220">
                <a:extLst>
                  <a:ext uri="{FF2B5EF4-FFF2-40B4-BE49-F238E27FC236}">
                    <a16:creationId xmlns:a16="http://schemas.microsoft.com/office/drawing/2014/main" id="{249F827B-F140-4702-B74A-9269D161DC49}"/>
                  </a:ext>
                </a:extLst>
              </p:cNvPr>
              <p:cNvSpPr/>
              <p:nvPr/>
            </p:nvSpPr>
            <p:spPr bwMode="auto">
              <a:xfrm>
                <a:off x="8652540"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grpSp>
          <p:nvGrpSpPr>
            <p:cNvPr id="16" name="Group 205">
              <a:extLst>
                <a:ext uri="{FF2B5EF4-FFF2-40B4-BE49-F238E27FC236}">
                  <a16:creationId xmlns:a16="http://schemas.microsoft.com/office/drawing/2014/main" id="{43819B7C-C18F-4FEA-9FB0-5F1B64AE7E40}"/>
                </a:ext>
              </a:extLst>
            </p:cNvPr>
            <p:cNvGrpSpPr>
              <a:grpSpLocks/>
            </p:cNvGrpSpPr>
            <p:nvPr/>
          </p:nvGrpSpPr>
          <p:grpSpPr bwMode="auto">
            <a:xfrm>
              <a:off x="5372155" y="3928697"/>
              <a:ext cx="1058221" cy="192769"/>
              <a:chOff x="5388934" y="2903927"/>
              <a:chExt cx="2667537" cy="541672"/>
            </a:xfrm>
          </p:grpSpPr>
          <p:sp>
            <p:nvSpPr>
              <p:cNvPr id="38" name="Rectangle 193">
                <a:extLst>
                  <a:ext uri="{FF2B5EF4-FFF2-40B4-BE49-F238E27FC236}">
                    <a16:creationId xmlns:a16="http://schemas.microsoft.com/office/drawing/2014/main" id="{904CF5D7-D9B8-4AEE-95F7-2E245226C265}"/>
                  </a:ext>
                </a:extLst>
              </p:cNvPr>
              <p:cNvSpPr/>
              <p:nvPr/>
            </p:nvSpPr>
            <p:spPr bwMode="auto">
              <a:xfrm>
                <a:off x="5389607" y="2902498"/>
                <a:ext cx="789342" cy="505185"/>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39" name="Rectangle 194">
                <a:extLst>
                  <a:ext uri="{FF2B5EF4-FFF2-40B4-BE49-F238E27FC236}">
                    <a16:creationId xmlns:a16="http://schemas.microsoft.com/office/drawing/2014/main" id="{7459F612-5443-4AE0-8539-7E51EB73C7C4}"/>
                  </a:ext>
                </a:extLst>
              </p:cNvPr>
              <p:cNvSpPr/>
              <p:nvPr/>
            </p:nvSpPr>
            <p:spPr bwMode="auto">
              <a:xfrm>
                <a:off x="5683734" y="2972755"/>
                <a:ext cx="210091"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40" name="Rectangle 195">
                <a:extLst>
                  <a:ext uri="{FF2B5EF4-FFF2-40B4-BE49-F238E27FC236}">
                    <a16:creationId xmlns:a16="http://schemas.microsoft.com/office/drawing/2014/main" id="{B1BA7672-5C1A-438F-9D53-3DEBFDDD99A9}"/>
                  </a:ext>
                </a:extLst>
              </p:cNvPr>
              <p:cNvSpPr/>
              <p:nvPr/>
            </p:nvSpPr>
            <p:spPr bwMode="auto">
              <a:xfrm>
                <a:off x="5929841" y="2972755"/>
                <a:ext cx="213093" cy="364672"/>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41" name="Rectangle 196">
                <a:extLst>
                  <a:ext uri="{FF2B5EF4-FFF2-40B4-BE49-F238E27FC236}">
                    <a16:creationId xmlns:a16="http://schemas.microsoft.com/office/drawing/2014/main" id="{0DCA7D94-28B4-44AA-A31E-2B8BB8F5C916}"/>
                  </a:ext>
                </a:extLst>
              </p:cNvPr>
              <p:cNvSpPr/>
              <p:nvPr/>
            </p:nvSpPr>
            <p:spPr bwMode="auto">
              <a:xfrm>
                <a:off x="6169945" y="2902498"/>
                <a:ext cx="210091"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42" name="Rectangle 197">
                <a:extLst>
                  <a:ext uri="{FF2B5EF4-FFF2-40B4-BE49-F238E27FC236}">
                    <a16:creationId xmlns:a16="http://schemas.microsoft.com/office/drawing/2014/main" id="{868848C6-A372-44D5-9792-B885B707CCA3}"/>
                  </a:ext>
                </a:extLst>
              </p:cNvPr>
              <p:cNvSpPr/>
              <p:nvPr/>
            </p:nvSpPr>
            <p:spPr bwMode="auto">
              <a:xfrm>
                <a:off x="6380036" y="2902498"/>
                <a:ext cx="207091" cy="50518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43" name="Rectangle 198">
                <a:extLst>
                  <a:ext uri="{FF2B5EF4-FFF2-40B4-BE49-F238E27FC236}">
                    <a16:creationId xmlns:a16="http://schemas.microsoft.com/office/drawing/2014/main" id="{8D2FBB0B-B673-41DF-9A45-764957AC20AD}"/>
                  </a:ext>
                </a:extLst>
              </p:cNvPr>
              <p:cNvSpPr/>
              <p:nvPr/>
            </p:nvSpPr>
            <p:spPr bwMode="auto">
              <a:xfrm rot="16200000">
                <a:off x="6409567" y="3068052"/>
                <a:ext cx="505185" cy="174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44" name="Rectangle 199">
                <a:extLst>
                  <a:ext uri="{FF2B5EF4-FFF2-40B4-BE49-F238E27FC236}">
                    <a16:creationId xmlns:a16="http://schemas.microsoft.com/office/drawing/2014/main" id="{36701E77-3A49-43EF-9B16-C8AD3E8C316B}"/>
                  </a:ext>
                </a:extLst>
              </p:cNvPr>
              <p:cNvSpPr/>
              <p:nvPr/>
            </p:nvSpPr>
            <p:spPr bwMode="auto">
              <a:xfrm>
                <a:off x="6740191" y="2902498"/>
                <a:ext cx="501218"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45" name="Rectangle 200">
                <a:extLst>
                  <a:ext uri="{FF2B5EF4-FFF2-40B4-BE49-F238E27FC236}">
                    <a16:creationId xmlns:a16="http://schemas.microsoft.com/office/drawing/2014/main" id="{62B9411B-808E-4EC3-8FDB-A31F2EBE5C8D}"/>
                  </a:ext>
                </a:extLst>
              </p:cNvPr>
              <p:cNvSpPr/>
              <p:nvPr/>
            </p:nvSpPr>
            <p:spPr bwMode="auto">
              <a:xfrm>
                <a:off x="7241409" y="2902498"/>
                <a:ext cx="783338" cy="505185"/>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cxnSp>
            <p:nvCxnSpPr>
              <p:cNvPr id="46" name="Elbow Connector 218">
                <a:extLst>
                  <a:ext uri="{FF2B5EF4-FFF2-40B4-BE49-F238E27FC236}">
                    <a16:creationId xmlns:a16="http://schemas.microsoft.com/office/drawing/2014/main" id="{EC8A7496-4C1A-4B4C-8CBD-DEE01B394D60}"/>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7" name="Elbow Connector 219">
                <a:extLst>
                  <a:ext uri="{FF2B5EF4-FFF2-40B4-BE49-F238E27FC236}">
                    <a16:creationId xmlns:a16="http://schemas.microsoft.com/office/drawing/2014/main" id="{BE62C034-09DA-4844-93E2-5F8C1C3C6E4B}"/>
                  </a:ext>
                </a:extLst>
              </p:cNvPr>
              <p:cNvCxnSpPr>
                <a:cxnSpLocks noChangeShapeType="1"/>
              </p:cNvCxnSpPr>
              <p:nvPr/>
            </p:nvCxnSpPr>
            <p:spPr bwMode="auto">
              <a:xfrm rot="16200000" flipH="1">
                <a:off x="6899354" y="2325057"/>
                <a:ext cx="251461" cy="1989622"/>
              </a:xfrm>
              <a:prstGeom prst="bentConnector3">
                <a:avLst>
                  <a:gd name="adj1" fmla="val 241412"/>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8" name="Oval 203">
                <a:extLst>
                  <a:ext uri="{FF2B5EF4-FFF2-40B4-BE49-F238E27FC236}">
                    <a16:creationId xmlns:a16="http://schemas.microsoft.com/office/drawing/2014/main" id="{A2764068-D0B5-4FE5-8824-2044472FCDC8}"/>
                  </a:ext>
                </a:extLst>
              </p:cNvPr>
              <p:cNvSpPr/>
              <p:nvPr/>
            </p:nvSpPr>
            <p:spPr bwMode="auto">
              <a:xfrm>
                <a:off x="5758768" y="311661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49" name="Oval 204">
                <a:extLst>
                  <a:ext uri="{FF2B5EF4-FFF2-40B4-BE49-F238E27FC236}">
                    <a16:creationId xmlns:a16="http://schemas.microsoft.com/office/drawing/2014/main" id="{4A6053DA-62C3-4334-9DE4-8956E3467C35}"/>
                  </a:ext>
                </a:extLst>
              </p:cNvPr>
              <p:cNvSpPr/>
              <p:nvPr/>
            </p:nvSpPr>
            <p:spPr bwMode="auto">
              <a:xfrm>
                <a:off x="5995869" y="311661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50" name="Oval 205">
                <a:extLst>
                  <a:ext uri="{FF2B5EF4-FFF2-40B4-BE49-F238E27FC236}">
                    <a16:creationId xmlns:a16="http://schemas.microsoft.com/office/drawing/2014/main" id="{1C993A96-CD89-4C75-AD69-CFEEE8615275}"/>
                  </a:ext>
                </a:extLst>
              </p:cNvPr>
              <p:cNvSpPr/>
              <p:nvPr/>
            </p:nvSpPr>
            <p:spPr bwMode="auto">
              <a:xfrm>
                <a:off x="7205394"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51" name="Oval 206">
                <a:extLst>
                  <a:ext uri="{FF2B5EF4-FFF2-40B4-BE49-F238E27FC236}">
                    <a16:creationId xmlns:a16="http://schemas.microsoft.com/office/drawing/2014/main" id="{ED5E06F5-03F2-47A2-9E54-B6BA6E7D73A4}"/>
                  </a:ext>
                </a:extLst>
              </p:cNvPr>
              <p:cNvSpPr/>
              <p:nvPr/>
            </p:nvSpPr>
            <p:spPr bwMode="auto">
              <a:xfrm>
                <a:off x="7985731" y="336753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sp>
          <p:nvSpPr>
            <p:cNvPr id="17" name="Oval 172">
              <a:extLst>
                <a:ext uri="{FF2B5EF4-FFF2-40B4-BE49-F238E27FC236}">
                  <a16:creationId xmlns:a16="http://schemas.microsoft.com/office/drawing/2014/main" id="{AEB9EC31-F2BF-4FB8-893F-A10143BD81DD}"/>
                </a:ext>
              </a:extLst>
            </p:cNvPr>
            <p:cNvSpPr/>
            <p:nvPr/>
          </p:nvSpPr>
          <p:spPr bwMode="auto">
            <a:xfrm>
              <a:off x="5353372" y="3904376"/>
              <a:ext cx="28575" cy="27384"/>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18" name="Oval 173">
              <a:extLst>
                <a:ext uri="{FF2B5EF4-FFF2-40B4-BE49-F238E27FC236}">
                  <a16:creationId xmlns:a16="http://schemas.microsoft.com/office/drawing/2014/main" id="{48BAAFA5-CDF6-48DE-AA62-2C50C079FD35}"/>
                </a:ext>
              </a:extLst>
            </p:cNvPr>
            <p:cNvSpPr/>
            <p:nvPr/>
          </p:nvSpPr>
          <p:spPr bwMode="auto">
            <a:xfrm>
              <a:off x="6407076" y="3905566"/>
              <a:ext cx="29766" cy="27385"/>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cxnSp>
          <p:nvCxnSpPr>
            <p:cNvPr id="19" name="Elbow Connector 246">
              <a:extLst>
                <a:ext uri="{FF2B5EF4-FFF2-40B4-BE49-F238E27FC236}">
                  <a16:creationId xmlns:a16="http://schemas.microsoft.com/office/drawing/2014/main" id="{4932F35B-B283-48AC-8439-2D5E877FA303}"/>
                </a:ext>
              </a:extLst>
            </p:cNvPr>
            <p:cNvCxnSpPr>
              <a:cxnSpLocks noChangeShapeType="1"/>
            </p:cNvCxnSpPr>
            <p:nvPr/>
          </p:nvCxnSpPr>
          <p:spPr bwMode="auto">
            <a:xfrm rot="5400000">
              <a:off x="5507061" y="3361839"/>
              <a:ext cx="403082" cy="682519"/>
            </a:xfrm>
            <a:prstGeom prst="bentConnector3">
              <a:avLst>
                <a:gd name="adj1" fmla="val 70009"/>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0" name="Elbow Connector 251">
              <a:extLst>
                <a:ext uri="{FF2B5EF4-FFF2-40B4-BE49-F238E27FC236}">
                  <a16:creationId xmlns:a16="http://schemas.microsoft.com/office/drawing/2014/main" id="{C929EA0D-6B2A-43A8-9459-E7132F08D2D3}"/>
                </a:ext>
              </a:extLst>
            </p:cNvPr>
            <p:cNvCxnSpPr>
              <a:cxnSpLocks noChangeShapeType="1"/>
            </p:cNvCxnSpPr>
            <p:nvPr/>
          </p:nvCxnSpPr>
          <p:spPr bwMode="auto">
            <a:xfrm rot="16200000" flipH="1">
              <a:off x="6141218" y="3624694"/>
              <a:ext cx="403807" cy="157532"/>
            </a:xfrm>
            <a:prstGeom prst="bentConnector3">
              <a:avLst>
                <a:gd name="adj1" fmla="val 50000"/>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21" name="Group 254">
              <a:extLst>
                <a:ext uri="{FF2B5EF4-FFF2-40B4-BE49-F238E27FC236}">
                  <a16:creationId xmlns:a16="http://schemas.microsoft.com/office/drawing/2014/main" id="{C5CED1B5-D176-4611-974B-DC2452D8BB45}"/>
                </a:ext>
              </a:extLst>
            </p:cNvPr>
            <p:cNvGrpSpPr>
              <a:grpSpLocks/>
            </p:cNvGrpSpPr>
            <p:nvPr/>
          </p:nvGrpSpPr>
          <p:grpSpPr bwMode="auto">
            <a:xfrm>
              <a:off x="5378176" y="4346739"/>
              <a:ext cx="1771700" cy="192769"/>
              <a:chOff x="5388934" y="2903927"/>
              <a:chExt cx="4466058" cy="541672"/>
            </a:xfrm>
          </p:grpSpPr>
          <p:sp>
            <p:nvSpPr>
              <p:cNvPr id="24" name="Rectangle 179">
                <a:extLst>
                  <a:ext uri="{FF2B5EF4-FFF2-40B4-BE49-F238E27FC236}">
                    <a16:creationId xmlns:a16="http://schemas.microsoft.com/office/drawing/2014/main" id="{8C5F0F36-CC28-4B49-966E-F1CF6D3F6C90}"/>
                  </a:ext>
                </a:extLst>
              </p:cNvPr>
              <p:cNvSpPr/>
              <p:nvPr/>
            </p:nvSpPr>
            <p:spPr bwMode="auto">
              <a:xfrm>
                <a:off x="5389437" y="2905474"/>
                <a:ext cx="789340" cy="501841"/>
              </a:xfrm>
              <a:prstGeom prst="rect">
                <a:avLst/>
              </a:prstGeom>
              <a:solidFill>
                <a:srgbClr val="2980B9"/>
              </a:solidFill>
              <a:ln w="9525" cap="flat" cmpd="sng" algn="ctr">
                <a:solidFill>
                  <a:srgbClr val="95A5A6"/>
                </a:solidFill>
                <a:prstDash val="solid"/>
                <a:headEnd type="none" w="med" len="med"/>
                <a:tailEnd type="none" w="med" len="med"/>
              </a:ln>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5" name="Rectangle 180">
                <a:extLst>
                  <a:ext uri="{FF2B5EF4-FFF2-40B4-BE49-F238E27FC236}">
                    <a16:creationId xmlns:a16="http://schemas.microsoft.com/office/drawing/2014/main" id="{8DECE91C-7C18-4915-A2B5-7A4C308D397B}"/>
                  </a:ext>
                </a:extLst>
              </p:cNvPr>
              <p:cNvSpPr/>
              <p:nvPr/>
            </p:nvSpPr>
            <p:spPr bwMode="auto">
              <a:xfrm>
                <a:off x="5683564" y="2972386"/>
                <a:ext cx="210091" cy="364670"/>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6" name="Rectangle 181">
                <a:extLst>
                  <a:ext uri="{FF2B5EF4-FFF2-40B4-BE49-F238E27FC236}">
                    <a16:creationId xmlns:a16="http://schemas.microsoft.com/office/drawing/2014/main" id="{C83ECD54-CE03-4365-BA96-363325C13437}"/>
                  </a:ext>
                </a:extLst>
              </p:cNvPr>
              <p:cNvSpPr/>
              <p:nvPr/>
            </p:nvSpPr>
            <p:spPr bwMode="auto">
              <a:xfrm>
                <a:off x="5929671" y="2972386"/>
                <a:ext cx="213091" cy="364670"/>
              </a:xfrm>
              <a:prstGeom prst="rect">
                <a:avLst/>
              </a:prstGeom>
              <a:solidFill>
                <a:srgbClr val="C00000"/>
              </a:solidFill>
              <a:ln w="9525" cap="flat" cmpd="sng" algn="ctr">
                <a:solidFill>
                  <a:srgbClr val="5F0702"/>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7" name="Rectangle 182">
                <a:extLst>
                  <a:ext uri="{FF2B5EF4-FFF2-40B4-BE49-F238E27FC236}">
                    <a16:creationId xmlns:a16="http://schemas.microsoft.com/office/drawing/2014/main" id="{DE3232C0-C167-4C25-9742-481536676635}"/>
                  </a:ext>
                </a:extLst>
              </p:cNvPr>
              <p:cNvSpPr/>
              <p:nvPr/>
            </p:nvSpPr>
            <p:spPr bwMode="auto">
              <a:xfrm>
                <a:off x="6169774" y="2905474"/>
                <a:ext cx="210091" cy="501841"/>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28" name="Rectangle 183">
                <a:extLst>
                  <a:ext uri="{FF2B5EF4-FFF2-40B4-BE49-F238E27FC236}">
                    <a16:creationId xmlns:a16="http://schemas.microsoft.com/office/drawing/2014/main" id="{CA1847FE-62D9-405A-851E-76274FF4448E}"/>
                  </a:ext>
                </a:extLst>
              </p:cNvPr>
              <p:cNvSpPr/>
              <p:nvPr/>
            </p:nvSpPr>
            <p:spPr bwMode="auto">
              <a:xfrm>
                <a:off x="6379865" y="2905474"/>
                <a:ext cx="207089" cy="501841"/>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29" name="Rectangle 184">
                <a:extLst>
                  <a:ext uri="{FF2B5EF4-FFF2-40B4-BE49-F238E27FC236}">
                    <a16:creationId xmlns:a16="http://schemas.microsoft.com/office/drawing/2014/main" id="{3C2272E4-5759-47C9-A373-3C39300C3B4D}"/>
                  </a:ext>
                </a:extLst>
              </p:cNvPr>
              <p:cNvSpPr/>
              <p:nvPr/>
            </p:nvSpPr>
            <p:spPr bwMode="auto">
              <a:xfrm rot="16200000">
                <a:off x="6411066" y="3069357"/>
                <a:ext cx="501841" cy="174075"/>
              </a:xfrm>
              <a:prstGeom prst="rect">
                <a:avLst/>
              </a:prstGeom>
              <a:solidFill>
                <a:srgbClr val="0070C0"/>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525" kern="0" dirty="0">
                  <a:solidFill>
                    <a:srgbClr val="000000"/>
                  </a:solidFill>
                  <a:latin typeface="Helvetica Neue" charset="0"/>
                  <a:ea typeface="Helvetica Neue" charset="0"/>
                  <a:cs typeface="Helvetica Neue" charset="0"/>
                </a:endParaRPr>
              </a:p>
            </p:txBody>
          </p:sp>
          <p:sp>
            <p:nvSpPr>
              <p:cNvPr id="30" name="Rectangle 185">
                <a:extLst>
                  <a:ext uri="{FF2B5EF4-FFF2-40B4-BE49-F238E27FC236}">
                    <a16:creationId xmlns:a16="http://schemas.microsoft.com/office/drawing/2014/main" id="{E202A7CC-7038-456C-9283-828966070319}"/>
                  </a:ext>
                </a:extLst>
              </p:cNvPr>
              <p:cNvSpPr/>
              <p:nvPr/>
            </p:nvSpPr>
            <p:spPr bwMode="auto">
              <a:xfrm>
                <a:off x="6740021" y="2905474"/>
                <a:ext cx="2289989" cy="501841"/>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sp>
            <p:nvSpPr>
              <p:cNvPr id="31" name="Rectangle 186">
                <a:extLst>
                  <a:ext uri="{FF2B5EF4-FFF2-40B4-BE49-F238E27FC236}">
                    <a16:creationId xmlns:a16="http://schemas.microsoft.com/office/drawing/2014/main" id="{13C68959-D20F-49CF-A3F4-BB1154004832}"/>
                  </a:ext>
                </a:extLst>
              </p:cNvPr>
              <p:cNvSpPr/>
              <p:nvPr/>
            </p:nvSpPr>
            <p:spPr bwMode="auto">
              <a:xfrm>
                <a:off x="9039015" y="2905474"/>
                <a:ext cx="783338" cy="501841"/>
              </a:xfrm>
              <a:prstGeom prst="rect">
                <a:avLst/>
              </a:prstGeom>
              <a:solidFill>
                <a:srgbClr val="15405B"/>
              </a:solidFill>
              <a:ln w="9525" cap="flat" cmpd="sng" algn="ctr">
                <a:solidFill>
                  <a:srgbClr val="95A5A6"/>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solidFill>
                    <a:srgbClr val="000000"/>
                  </a:solidFill>
                  <a:latin typeface="Helvetica Neue" charset="0"/>
                  <a:ea typeface="Helvetica Neue" charset="0"/>
                  <a:cs typeface="Helvetica Neue" charset="0"/>
                </a:endParaRPr>
              </a:p>
            </p:txBody>
          </p:sp>
          <p:cxnSp>
            <p:nvCxnSpPr>
              <p:cNvPr id="32" name="Elbow Connector 264">
                <a:extLst>
                  <a:ext uri="{FF2B5EF4-FFF2-40B4-BE49-F238E27FC236}">
                    <a16:creationId xmlns:a16="http://schemas.microsoft.com/office/drawing/2014/main" id="{A0AC2F73-43CC-48C1-A4B6-1B32D0B255A1}"/>
                  </a:ext>
                </a:extLst>
              </p:cNvPr>
              <p:cNvCxnSpPr>
                <a:cxnSpLocks noChangeShapeType="1"/>
              </p:cNvCxnSpPr>
              <p:nvPr/>
            </p:nvCxnSpPr>
            <p:spPr bwMode="auto">
              <a:xfrm rot="16200000" flipH="1">
                <a:off x="7282984" y="1704508"/>
                <a:ext cx="251463" cy="3230720"/>
              </a:xfrm>
              <a:prstGeom prst="bentConnector3">
                <a:avLst>
                  <a:gd name="adj1" fmla="val 291523"/>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3" name="Elbow Connector 265">
                <a:extLst>
                  <a:ext uri="{FF2B5EF4-FFF2-40B4-BE49-F238E27FC236}">
                    <a16:creationId xmlns:a16="http://schemas.microsoft.com/office/drawing/2014/main" id="{9B4A9B46-9396-4AB9-8568-A8C15FA1F1F7}"/>
                  </a:ext>
                </a:extLst>
              </p:cNvPr>
              <p:cNvCxnSpPr>
                <a:cxnSpLocks noChangeShapeType="1"/>
              </p:cNvCxnSpPr>
              <p:nvPr/>
            </p:nvCxnSpPr>
            <p:spPr bwMode="auto">
              <a:xfrm rot="16200000" flipH="1">
                <a:off x="7798613" y="1425796"/>
                <a:ext cx="251463" cy="3788143"/>
              </a:xfrm>
              <a:prstGeom prst="bentConnector3">
                <a:avLst>
                  <a:gd name="adj1" fmla="val 211796"/>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4" name="Oval 189">
                <a:extLst>
                  <a:ext uri="{FF2B5EF4-FFF2-40B4-BE49-F238E27FC236}">
                    <a16:creationId xmlns:a16="http://schemas.microsoft.com/office/drawing/2014/main" id="{E188FF4D-A908-41B2-AB64-FD10D6E3CF92}"/>
                  </a:ext>
                </a:extLst>
              </p:cNvPr>
              <p:cNvSpPr/>
              <p:nvPr/>
            </p:nvSpPr>
            <p:spPr bwMode="auto">
              <a:xfrm>
                <a:off x="5758596" y="3116246"/>
                <a:ext cx="72031"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35" name="Oval 190">
                <a:extLst>
                  <a:ext uri="{FF2B5EF4-FFF2-40B4-BE49-F238E27FC236}">
                    <a16:creationId xmlns:a16="http://schemas.microsoft.com/office/drawing/2014/main" id="{06977920-79FF-411D-B1A0-D1DC3C3A7C04}"/>
                  </a:ext>
                </a:extLst>
              </p:cNvPr>
              <p:cNvSpPr/>
              <p:nvPr/>
            </p:nvSpPr>
            <p:spPr bwMode="auto">
              <a:xfrm>
                <a:off x="5992697" y="3116246"/>
                <a:ext cx="75033" cy="76950"/>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36" name="Oval 191">
                <a:extLst>
                  <a:ext uri="{FF2B5EF4-FFF2-40B4-BE49-F238E27FC236}">
                    <a16:creationId xmlns:a16="http://schemas.microsoft.com/office/drawing/2014/main" id="{EB2A6203-DCAF-418C-BC46-F18F05E3AA84}"/>
                  </a:ext>
                </a:extLst>
              </p:cNvPr>
              <p:cNvSpPr/>
              <p:nvPr/>
            </p:nvSpPr>
            <p:spPr bwMode="auto">
              <a:xfrm>
                <a:off x="8987992" y="336716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sp>
            <p:nvSpPr>
              <p:cNvPr id="37" name="Oval 192">
                <a:extLst>
                  <a:ext uri="{FF2B5EF4-FFF2-40B4-BE49-F238E27FC236}">
                    <a16:creationId xmlns:a16="http://schemas.microsoft.com/office/drawing/2014/main" id="{B4E5FB06-B466-4CBC-AAA2-7DBB18A64390}"/>
                  </a:ext>
                </a:extLst>
              </p:cNvPr>
              <p:cNvSpPr/>
              <p:nvPr/>
            </p:nvSpPr>
            <p:spPr bwMode="auto">
              <a:xfrm>
                <a:off x="9783337" y="3367167"/>
                <a:ext cx="72031" cy="76948"/>
              </a:xfrm>
              <a:prstGeom prst="ellipse">
                <a:avLst/>
              </a:prstGeom>
              <a:solidFill>
                <a:srgbClr val="95A5A6"/>
              </a:solidFill>
              <a:ln w="9525"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grpSp>
        <p:sp>
          <p:nvSpPr>
            <p:cNvPr id="22" name="Oval 177">
              <a:extLst>
                <a:ext uri="{FF2B5EF4-FFF2-40B4-BE49-F238E27FC236}">
                  <a16:creationId xmlns:a16="http://schemas.microsoft.com/office/drawing/2014/main" id="{A0E91F73-BD86-4B05-966D-148400B5C7CF}"/>
                </a:ext>
              </a:extLst>
            </p:cNvPr>
            <p:cNvSpPr/>
            <p:nvPr/>
          </p:nvSpPr>
          <p:spPr bwMode="auto">
            <a:xfrm>
              <a:off x="5359326" y="4310379"/>
              <a:ext cx="28575" cy="27385"/>
            </a:xfrm>
            <a:prstGeom prst="ellipse">
              <a:avLst/>
            </a:prstGeom>
            <a:solidFill>
              <a:srgbClr val="95A5A6"/>
            </a:solidFill>
            <a:ln w="25400" cap="flat" cmpd="sng" algn="ctr">
              <a:solidFill>
                <a:srgbClr val="95A5A6">
                  <a:shade val="50000"/>
                </a:srgbClr>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solidFill>
                  <a:srgbClr val="000000"/>
                </a:solidFill>
                <a:latin typeface="Helvetica Neue" charset="0"/>
                <a:ea typeface="Helvetica Neue" charset="0"/>
                <a:cs typeface="Helvetica Neue" charset="0"/>
              </a:endParaRPr>
            </a:p>
          </p:txBody>
        </p:sp>
        <p:cxnSp>
          <p:nvCxnSpPr>
            <p:cNvPr id="23" name="Elbow Connector 271">
              <a:extLst>
                <a:ext uri="{FF2B5EF4-FFF2-40B4-BE49-F238E27FC236}">
                  <a16:creationId xmlns:a16="http://schemas.microsoft.com/office/drawing/2014/main" id="{EA3F413B-8727-410C-9CA2-585EE8A246EC}"/>
                </a:ext>
              </a:extLst>
            </p:cNvPr>
            <p:cNvCxnSpPr>
              <a:cxnSpLocks noChangeShapeType="1"/>
            </p:cNvCxnSpPr>
            <p:nvPr/>
          </p:nvCxnSpPr>
          <p:spPr bwMode="auto">
            <a:xfrm rot="5400000">
              <a:off x="5722271" y="3138140"/>
              <a:ext cx="822152" cy="1548986"/>
            </a:xfrm>
            <a:prstGeom prst="bentConnector4">
              <a:avLst>
                <a:gd name="adj1" fmla="val 29171"/>
                <a:gd name="adj2" fmla="val 103454"/>
              </a:avLst>
            </a:prstGeom>
            <a:noFill/>
            <a:ln w="12700">
              <a:solidFill>
                <a:srgbClr val="000000"/>
              </a:solidFill>
              <a:round/>
              <a:headEnd/>
              <a:tailEnd type="triangle"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670911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Conceptos claves</a:t>
            </a:r>
            <a:endParaRPr dirty="0"/>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916650" y="815125"/>
            <a:ext cx="11110250" cy="365359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200" b="1" dirty="0">
                <a:solidFill>
                  <a:schemeClr val="accent2"/>
                </a:solidFill>
              </a:rPr>
              <a:t>Registros - Record ID (RID)</a:t>
            </a:r>
          </a:p>
          <a:p>
            <a:r>
              <a:rPr lang="es-MX" sz="2000" dirty="0"/>
              <a:t>El DBMS necesita una forma de llevar el seguimiento de las tuplas individuales (</a:t>
            </a:r>
            <a:r>
              <a:rPr lang="es-MX" sz="2000" b="1" dirty="0"/>
              <a:t>Registros</a:t>
            </a:r>
            <a:r>
              <a:rPr lang="es-MX" sz="2000" dirty="0"/>
              <a:t>).</a:t>
            </a:r>
          </a:p>
          <a:p>
            <a:r>
              <a:rPr lang="es-MX" sz="2000" dirty="0"/>
              <a:t>A cada tupla se le asigna un identificador único de registro.</a:t>
            </a:r>
          </a:p>
          <a:p>
            <a:pPr lvl="1"/>
            <a:r>
              <a:rPr lang="es-MX" sz="2000" dirty="0"/>
              <a:t>Lo más común: </a:t>
            </a:r>
          </a:p>
          <a:p>
            <a:pPr marL="127000" indent="0" algn="ctr">
              <a:buNone/>
            </a:pPr>
            <a:r>
              <a:rPr lang="es-CO" sz="2200" b="1" i="0" u="none" strike="noStrike" baseline="0" dirty="0">
                <a:latin typeface="Consolas" panose="020B0609020204030204" pitchFamily="49" charset="0"/>
                <a:ea typeface="Roboto" panose="02000000000000000000" pitchFamily="2" charset="0"/>
              </a:rPr>
              <a:t>RID = (</a:t>
            </a:r>
            <a:r>
              <a:rPr lang="es-CO" sz="2200" b="1" i="0" u="none" strike="noStrike" baseline="0" dirty="0">
                <a:solidFill>
                  <a:schemeClr val="accent5"/>
                </a:solidFill>
                <a:latin typeface="Consolas" panose="020B0609020204030204" pitchFamily="49" charset="0"/>
                <a:ea typeface="Roboto" panose="02000000000000000000" pitchFamily="2" charset="0"/>
              </a:rPr>
              <a:t>PageID</a:t>
            </a:r>
            <a:r>
              <a:rPr lang="es-CO" sz="2200" b="1" i="0" u="none" strike="noStrike" baseline="0" dirty="0">
                <a:latin typeface="Consolas" panose="020B0609020204030204" pitchFamily="49" charset="0"/>
                <a:ea typeface="Roboto" panose="02000000000000000000" pitchFamily="2" charset="0"/>
              </a:rPr>
              <a:t>, </a:t>
            </a:r>
            <a:r>
              <a:rPr lang="es-CO" sz="2200" b="1" i="0" u="none" strike="noStrike" baseline="0" dirty="0">
                <a:solidFill>
                  <a:schemeClr val="accent2"/>
                </a:solidFill>
                <a:latin typeface="Consolas" panose="020B0609020204030204" pitchFamily="49" charset="0"/>
                <a:ea typeface="Roboto" panose="02000000000000000000" pitchFamily="2" charset="0"/>
              </a:rPr>
              <a:t>SlotNumber</a:t>
            </a:r>
            <a:r>
              <a:rPr lang="es-CO" sz="2200" b="1" i="0" u="none" strike="noStrike" baseline="0" dirty="0">
                <a:latin typeface="Consolas" panose="020B0609020204030204" pitchFamily="49" charset="0"/>
                <a:ea typeface="Roboto" panose="02000000000000000000" pitchFamily="2" charset="0"/>
              </a:rPr>
              <a:t>)</a:t>
            </a:r>
            <a:endParaRPr lang="es-MX" sz="2400" b="1" dirty="0">
              <a:latin typeface="Consolas" panose="020B0609020204030204" pitchFamily="49" charset="0"/>
              <a:ea typeface="Roboto" panose="02000000000000000000" pitchFamily="2" charset="0"/>
            </a:endParaRPr>
          </a:p>
          <a:p>
            <a:pPr lvl="1"/>
            <a:endParaRPr lang="es-MX" sz="2000" dirty="0"/>
          </a:p>
          <a:p>
            <a:pPr lvl="1"/>
            <a:r>
              <a:rPr lang="es-MX" sz="2000" dirty="0"/>
              <a:t>También puede contener información sobre la ubicación en el archivo.</a:t>
            </a:r>
          </a:p>
          <a:p>
            <a:r>
              <a:rPr lang="es-MX" sz="2000" dirty="0"/>
              <a:t>El Record id (</a:t>
            </a:r>
            <a:r>
              <a:rPr lang="es-MX" sz="2000" b="1" dirty="0"/>
              <a:t>RID</a:t>
            </a:r>
            <a:r>
              <a:rPr lang="es-MX" sz="2000" dirty="0"/>
              <a:t>) es un identificador interno del DBMS (</a:t>
            </a:r>
            <a:r>
              <a:rPr lang="es-MX" sz="2000" b="1" dirty="0"/>
              <a:t>metadato</a:t>
            </a:r>
            <a:r>
              <a:rPr lang="es-MX" sz="2000" dirty="0"/>
              <a:t>), por lo tanto no tiene sentido lógico para una aplicación.</a:t>
            </a:r>
          </a:p>
          <a:p>
            <a:pPr lvl="1"/>
            <a:endParaRPr lang="es-MX" sz="2000" dirty="0"/>
          </a:p>
          <a:p>
            <a:pPr lvl="2"/>
            <a:endParaRPr lang="es-MX" sz="1600" dirty="0"/>
          </a:p>
          <a:p>
            <a:endParaRPr lang="es-MX" sz="2400" dirty="0"/>
          </a:p>
        </p:txBody>
      </p:sp>
      <p:grpSp>
        <p:nvGrpSpPr>
          <p:cNvPr id="3" name="Grupo 2">
            <a:extLst>
              <a:ext uri="{FF2B5EF4-FFF2-40B4-BE49-F238E27FC236}">
                <a16:creationId xmlns:a16="http://schemas.microsoft.com/office/drawing/2014/main" id="{759FC779-2EDD-44FF-96EB-250E8E057FE3}"/>
              </a:ext>
            </a:extLst>
          </p:cNvPr>
          <p:cNvGrpSpPr/>
          <p:nvPr/>
        </p:nvGrpSpPr>
        <p:grpSpPr>
          <a:xfrm>
            <a:off x="1253632" y="5773114"/>
            <a:ext cx="4279981" cy="858621"/>
            <a:chOff x="2898059" y="4758494"/>
            <a:chExt cx="4279981" cy="858621"/>
          </a:xfrm>
        </p:grpSpPr>
        <p:grpSp>
          <p:nvGrpSpPr>
            <p:cNvPr id="7" name="Group 12" descr="Bob, Harmon, M, 32, 400" title="Record">
              <a:extLst>
                <a:ext uri="{FF2B5EF4-FFF2-40B4-BE49-F238E27FC236}">
                  <a16:creationId xmlns:a16="http://schemas.microsoft.com/office/drawing/2014/main" id="{58DB7C3B-862C-4AB1-8E63-227411886903}"/>
                </a:ext>
              </a:extLst>
            </p:cNvPr>
            <p:cNvGrpSpPr/>
            <p:nvPr/>
          </p:nvGrpSpPr>
          <p:grpSpPr>
            <a:xfrm>
              <a:off x="4032929" y="4758494"/>
              <a:ext cx="3145111" cy="858621"/>
              <a:chOff x="109404" y="1070848"/>
              <a:chExt cx="3145111" cy="858621"/>
            </a:xfrm>
          </p:grpSpPr>
          <p:sp>
            <p:nvSpPr>
              <p:cNvPr id="8" name="TextBox 43">
                <a:extLst>
                  <a:ext uri="{FF2B5EF4-FFF2-40B4-BE49-F238E27FC236}">
                    <a16:creationId xmlns:a16="http://schemas.microsoft.com/office/drawing/2014/main" id="{97615B8E-7D56-46A9-805F-B3709D715685}"/>
                  </a:ext>
                </a:extLst>
              </p:cNvPr>
              <p:cNvSpPr txBox="1">
                <a:spLocks noChangeArrowheads="1"/>
              </p:cNvSpPr>
              <p:nvPr/>
            </p:nvSpPr>
            <p:spPr bwMode="auto">
              <a:xfrm>
                <a:off x="109404" y="1070848"/>
                <a:ext cx="31451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entury Gothic" charset="0"/>
                    <a:ea typeface="Osaka" charset="-128"/>
                  </a:defRPr>
                </a:lvl1pPr>
                <a:lvl2pPr marL="742950" indent="-285750">
                  <a:spcBef>
                    <a:spcPct val="20000"/>
                  </a:spcBef>
                  <a:buChar char="–"/>
                  <a:defRPr sz="2800">
                    <a:solidFill>
                      <a:schemeClr val="tx1"/>
                    </a:solidFill>
                    <a:latin typeface="Century Gothic" charset="0"/>
                    <a:ea typeface="Osaka" charset="-128"/>
                  </a:defRPr>
                </a:lvl2pPr>
                <a:lvl3pPr marL="1143000" indent="-228600">
                  <a:spcBef>
                    <a:spcPct val="20000"/>
                  </a:spcBef>
                  <a:buChar char="•"/>
                  <a:defRPr sz="2400">
                    <a:solidFill>
                      <a:schemeClr val="tx1"/>
                    </a:solidFill>
                    <a:latin typeface="Century Gothic" charset="0"/>
                    <a:ea typeface="Osaka" charset="-128"/>
                  </a:defRPr>
                </a:lvl3pPr>
                <a:lvl4pPr marL="1600200" indent="-228600">
                  <a:spcBef>
                    <a:spcPct val="20000"/>
                  </a:spcBef>
                  <a:buChar char="–"/>
                  <a:defRPr sz="2000">
                    <a:solidFill>
                      <a:schemeClr val="tx1"/>
                    </a:solidFill>
                    <a:latin typeface="Century Gothic" charset="0"/>
                    <a:ea typeface="Osaka" charset="-128"/>
                  </a:defRPr>
                </a:lvl4pPr>
                <a:lvl5pPr marL="2057400" indent="-228600">
                  <a:spcBef>
                    <a:spcPct val="20000"/>
                  </a:spcBef>
                  <a:buChar char="»"/>
                  <a:defRPr sz="2000">
                    <a:solidFill>
                      <a:schemeClr val="tx1"/>
                    </a:solidFill>
                    <a:latin typeface="Century Gothic" charset="0"/>
                    <a:ea typeface="Osaka" charset="-128"/>
                  </a:defRPr>
                </a:lvl5pPr>
                <a:lvl6pPr marL="2514600" indent="-228600" eaLnBrk="0" fontAlgn="base" hangingPunct="0">
                  <a:spcBef>
                    <a:spcPct val="20000"/>
                  </a:spcBef>
                  <a:spcAft>
                    <a:spcPct val="0"/>
                  </a:spcAft>
                  <a:buChar char="»"/>
                  <a:defRPr sz="2000">
                    <a:solidFill>
                      <a:schemeClr val="tx1"/>
                    </a:solidFill>
                    <a:latin typeface="Century Gothic" charset="0"/>
                    <a:ea typeface="Osaka" charset="-128"/>
                  </a:defRPr>
                </a:lvl6pPr>
                <a:lvl7pPr marL="2971800" indent="-228600" eaLnBrk="0" fontAlgn="base" hangingPunct="0">
                  <a:spcBef>
                    <a:spcPct val="20000"/>
                  </a:spcBef>
                  <a:spcAft>
                    <a:spcPct val="0"/>
                  </a:spcAft>
                  <a:buChar char="»"/>
                  <a:defRPr sz="2000">
                    <a:solidFill>
                      <a:schemeClr val="tx1"/>
                    </a:solidFill>
                    <a:latin typeface="Century Gothic" charset="0"/>
                    <a:ea typeface="Osaka" charset="-128"/>
                  </a:defRPr>
                </a:lvl7pPr>
                <a:lvl8pPr marL="3429000" indent="-228600" eaLnBrk="0" fontAlgn="base" hangingPunct="0">
                  <a:spcBef>
                    <a:spcPct val="20000"/>
                  </a:spcBef>
                  <a:spcAft>
                    <a:spcPct val="0"/>
                  </a:spcAft>
                  <a:buChar char="»"/>
                  <a:defRPr sz="2000">
                    <a:solidFill>
                      <a:schemeClr val="tx1"/>
                    </a:solidFill>
                    <a:latin typeface="Century Gothic" charset="0"/>
                    <a:ea typeface="Osaka" charset="-128"/>
                  </a:defRPr>
                </a:lvl8pPr>
                <a:lvl9pPr marL="3886200" indent="-228600" eaLnBrk="0" fontAlgn="base" hangingPunct="0">
                  <a:spcBef>
                    <a:spcPct val="20000"/>
                  </a:spcBef>
                  <a:spcAft>
                    <a:spcPct val="0"/>
                  </a:spcAft>
                  <a:buChar char="»"/>
                  <a:defRPr sz="2000">
                    <a:solidFill>
                      <a:schemeClr val="tx1"/>
                    </a:solidFill>
                    <a:latin typeface="Century Gothic" charset="0"/>
                    <a:ea typeface="Osaka" charset="-128"/>
                  </a:defRPr>
                </a:lvl9pPr>
              </a:lstStyle>
              <a:p>
                <a:pPr algn="ctr" defTabSz="685800">
                  <a:spcBef>
                    <a:spcPct val="0"/>
                  </a:spcBef>
                  <a:buNone/>
                  <a:defRPr/>
                </a:pPr>
                <a:r>
                  <a:rPr lang="en-US" altLang="en-US" sz="1200" b="1" kern="0" dirty="0">
                    <a:solidFill>
                      <a:srgbClr val="000000"/>
                    </a:solidFill>
                    <a:latin typeface="Roboto" panose="02000000000000000000" pitchFamily="2" charset="0"/>
                    <a:ea typeface="Roboto" panose="02000000000000000000" pitchFamily="2" charset="0"/>
                    <a:cs typeface="Helvetica Neue" charset="0"/>
                  </a:rPr>
                  <a:t>Record</a:t>
                </a:r>
                <a:endParaRPr lang="en-US" altLang="en-US" sz="1050" b="1" kern="0" dirty="0">
                  <a:solidFill>
                    <a:srgbClr val="000000"/>
                  </a:solidFill>
                  <a:latin typeface="Roboto" panose="02000000000000000000" pitchFamily="2" charset="0"/>
                  <a:ea typeface="Roboto" panose="02000000000000000000" pitchFamily="2" charset="0"/>
                  <a:cs typeface="Helvetica Neue" charset="0"/>
                </a:endParaRPr>
              </a:p>
            </p:txBody>
          </p:sp>
          <p:grpSp>
            <p:nvGrpSpPr>
              <p:cNvPr id="9" name="Group 44">
                <a:extLst>
                  <a:ext uri="{FF2B5EF4-FFF2-40B4-BE49-F238E27FC236}">
                    <a16:creationId xmlns:a16="http://schemas.microsoft.com/office/drawing/2014/main" id="{9F7E83EE-1CBB-4935-A5C4-C90399872FAB}"/>
                  </a:ext>
                </a:extLst>
              </p:cNvPr>
              <p:cNvGrpSpPr>
                <a:grpSpLocks/>
              </p:cNvGrpSpPr>
              <p:nvPr/>
            </p:nvGrpSpPr>
            <p:grpSpPr bwMode="auto">
              <a:xfrm>
                <a:off x="109404" y="1375916"/>
                <a:ext cx="3145111" cy="332767"/>
                <a:chOff x="4555518" y="4778432"/>
                <a:chExt cx="4286576" cy="503582"/>
              </a:xfrm>
            </p:grpSpPr>
            <p:sp>
              <p:nvSpPr>
                <p:cNvPr id="15" name="Rectangle 139">
                  <a:extLst>
                    <a:ext uri="{FF2B5EF4-FFF2-40B4-BE49-F238E27FC236}">
                      <a16:creationId xmlns:a16="http://schemas.microsoft.com/office/drawing/2014/main" id="{A9450A5A-56DF-412E-A4ED-ACDCA9AA0F1D}"/>
                    </a:ext>
                  </a:extLst>
                </p:cNvPr>
                <p:cNvSpPr/>
                <p:nvPr/>
              </p:nvSpPr>
              <p:spPr bwMode="auto">
                <a:xfrm>
                  <a:off x="4556035" y="4778366"/>
                  <a:ext cx="751132" cy="504429"/>
                </a:xfrm>
                <a:prstGeom prst="rect">
                  <a:avLst/>
                </a:prstGeom>
                <a:solidFill>
                  <a:schemeClr val="bg1">
                    <a:lumMod val="65000"/>
                  </a:schemeClr>
                </a:solidFill>
                <a:ln w="254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Bob</a:t>
                  </a:r>
                </a:p>
              </p:txBody>
            </p:sp>
            <p:sp>
              <p:nvSpPr>
                <p:cNvPr id="16" name="Rectangle 140">
                  <a:extLst>
                    <a:ext uri="{FF2B5EF4-FFF2-40B4-BE49-F238E27FC236}">
                      <a16:creationId xmlns:a16="http://schemas.microsoft.com/office/drawing/2014/main" id="{7FFE2325-66E2-4AA5-A20F-205195C91DF7}"/>
                    </a:ext>
                  </a:extLst>
                </p:cNvPr>
                <p:cNvSpPr/>
                <p:nvPr/>
              </p:nvSpPr>
              <p:spPr bwMode="auto">
                <a:xfrm>
                  <a:off x="6469596" y="4778366"/>
                  <a:ext cx="624091" cy="504429"/>
                </a:xfrm>
                <a:prstGeom prst="rect">
                  <a:avLst/>
                </a:prstGeom>
                <a:solidFill>
                  <a:schemeClr val="bg1">
                    <a:lumMod val="65000"/>
                  </a:schemeClr>
                </a:solidFill>
                <a:ln w="254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M</a:t>
                  </a:r>
                </a:p>
              </p:txBody>
            </p:sp>
            <p:sp>
              <p:nvSpPr>
                <p:cNvPr id="17" name="Rectangle 141">
                  <a:extLst>
                    <a:ext uri="{FF2B5EF4-FFF2-40B4-BE49-F238E27FC236}">
                      <a16:creationId xmlns:a16="http://schemas.microsoft.com/office/drawing/2014/main" id="{D4DB8C22-4C69-435D-B9DA-203BDB8605CD}"/>
                    </a:ext>
                  </a:extLst>
                </p:cNvPr>
                <p:cNvSpPr/>
                <p:nvPr/>
              </p:nvSpPr>
              <p:spPr bwMode="auto">
                <a:xfrm>
                  <a:off x="7093687" y="4778366"/>
                  <a:ext cx="622503" cy="504429"/>
                </a:xfrm>
                <a:prstGeom prst="rect">
                  <a:avLst/>
                </a:prstGeom>
                <a:solidFill>
                  <a:schemeClr val="bg1">
                    <a:lumMod val="65000"/>
                  </a:schemeClr>
                </a:solidFill>
                <a:ln w="254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32</a:t>
                  </a:r>
                </a:p>
              </p:txBody>
            </p:sp>
            <p:sp>
              <p:nvSpPr>
                <p:cNvPr id="18" name="Rectangle 142">
                  <a:extLst>
                    <a:ext uri="{FF2B5EF4-FFF2-40B4-BE49-F238E27FC236}">
                      <a16:creationId xmlns:a16="http://schemas.microsoft.com/office/drawing/2014/main" id="{42DC4656-A7BF-4797-A0DE-855EDE3525DC}"/>
                    </a:ext>
                  </a:extLst>
                </p:cNvPr>
                <p:cNvSpPr/>
                <p:nvPr/>
              </p:nvSpPr>
              <p:spPr bwMode="auto">
                <a:xfrm>
                  <a:off x="7716190" y="4778366"/>
                  <a:ext cx="1125904" cy="504429"/>
                </a:xfrm>
                <a:prstGeom prst="rect">
                  <a:avLst/>
                </a:prstGeom>
                <a:solidFill>
                  <a:schemeClr val="bg1">
                    <a:lumMod val="65000"/>
                  </a:schemeClr>
                </a:solidFill>
                <a:ln w="254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94703</a:t>
                  </a:r>
                </a:p>
              </p:txBody>
            </p:sp>
            <p:sp>
              <p:nvSpPr>
                <p:cNvPr id="19" name="Rectangle 143">
                  <a:extLst>
                    <a:ext uri="{FF2B5EF4-FFF2-40B4-BE49-F238E27FC236}">
                      <a16:creationId xmlns:a16="http://schemas.microsoft.com/office/drawing/2014/main" id="{2AA0E14E-1628-4005-A105-777509F6082A}"/>
                    </a:ext>
                  </a:extLst>
                </p:cNvPr>
                <p:cNvSpPr/>
                <p:nvPr/>
              </p:nvSpPr>
              <p:spPr bwMode="auto">
                <a:xfrm>
                  <a:off x="5307167" y="4778366"/>
                  <a:ext cx="1162429" cy="504429"/>
                </a:xfrm>
                <a:prstGeom prst="rect">
                  <a:avLst/>
                </a:prstGeom>
                <a:solidFill>
                  <a:schemeClr val="bg1">
                    <a:lumMod val="65000"/>
                  </a:schemeClr>
                </a:solidFill>
                <a:ln w="254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Harmon</a:t>
                  </a:r>
                </a:p>
              </p:txBody>
            </p:sp>
          </p:grpSp>
          <p:sp>
            <p:nvSpPr>
              <p:cNvPr id="10" name="TextBox 134">
                <a:extLst>
                  <a:ext uri="{FF2B5EF4-FFF2-40B4-BE49-F238E27FC236}">
                    <a16:creationId xmlns:a16="http://schemas.microsoft.com/office/drawing/2014/main" id="{C2801B07-2E79-4220-8127-39CF222071CD}"/>
                  </a:ext>
                </a:extLst>
              </p:cNvPr>
              <p:cNvSpPr txBox="1"/>
              <p:nvPr/>
            </p:nvSpPr>
            <p:spPr bwMode="auto">
              <a:xfrm>
                <a:off x="109404" y="1698385"/>
                <a:ext cx="633507" cy="230832"/>
              </a:xfrm>
              <a:prstGeom prst="rect">
                <a:avLst/>
              </a:prstGeom>
              <a:noFill/>
            </p:spPr>
            <p:txBody>
              <a:bodyPr wrap="none">
                <a:spAutoFit/>
              </a:bodyPr>
              <a:lstStyle/>
              <a:p>
                <a:pPr defTabSz="685800">
                  <a:defRPr/>
                </a:pPr>
                <a:r>
                  <a:rPr lang="en-US" sz="900" kern="0" dirty="0">
                    <a:solidFill>
                      <a:schemeClr val="accent5"/>
                    </a:solidFill>
                    <a:latin typeface="Consolas" panose="020B0609020204030204" pitchFamily="49" charset="0"/>
                    <a:ea typeface="Roboto" panose="02000000000000000000" pitchFamily="2" charset="0"/>
                    <a:cs typeface="Helvetica Neue" charset="0"/>
                  </a:rPr>
                  <a:t>varchar</a:t>
                </a:r>
              </a:p>
            </p:txBody>
          </p:sp>
          <p:sp>
            <p:nvSpPr>
              <p:cNvPr id="11" name="TextBox 135">
                <a:extLst>
                  <a:ext uri="{FF2B5EF4-FFF2-40B4-BE49-F238E27FC236}">
                    <a16:creationId xmlns:a16="http://schemas.microsoft.com/office/drawing/2014/main" id="{5BCE3F04-D42A-4C5E-8A4D-B98E7279E2B9}"/>
                  </a:ext>
                </a:extLst>
              </p:cNvPr>
              <p:cNvSpPr txBox="1"/>
              <p:nvPr/>
            </p:nvSpPr>
            <p:spPr bwMode="auto">
              <a:xfrm>
                <a:off x="796458" y="1698637"/>
                <a:ext cx="633507" cy="230832"/>
              </a:xfrm>
              <a:prstGeom prst="rect">
                <a:avLst/>
              </a:prstGeom>
              <a:noFill/>
            </p:spPr>
            <p:txBody>
              <a:bodyPr wrap="none">
                <a:spAutoFit/>
              </a:bodyPr>
              <a:lstStyle/>
              <a:p>
                <a:pPr defTabSz="685800">
                  <a:defRPr/>
                </a:pPr>
                <a:r>
                  <a:rPr lang="en-US" sz="900" kern="0" dirty="0">
                    <a:solidFill>
                      <a:schemeClr val="accent5"/>
                    </a:solidFill>
                    <a:latin typeface="Consolas" panose="020B0609020204030204" pitchFamily="49" charset="0"/>
                    <a:ea typeface="Roboto" panose="02000000000000000000" pitchFamily="2" charset="0"/>
                    <a:cs typeface="Helvetica Neue" charset="0"/>
                  </a:rPr>
                  <a:t>varchar</a:t>
                </a:r>
              </a:p>
            </p:txBody>
          </p:sp>
          <p:sp>
            <p:nvSpPr>
              <p:cNvPr id="12" name="TextBox 136">
                <a:extLst>
                  <a:ext uri="{FF2B5EF4-FFF2-40B4-BE49-F238E27FC236}">
                    <a16:creationId xmlns:a16="http://schemas.microsoft.com/office/drawing/2014/main" id="{1F0CE51C-25D7-48C4-9CB9-41F74516DA4F}"/>
                  </a:ext>
                </a:extLst>
              </p:cNvPr>
              <p:cNvSpPr txBox="1"/>
              <p:nvPr/>
            </p:nvSpPr>
            <p:spPr bwMode="auto">
              <a:xfrm>
                <a:off x="1550257" y="1692428"/>
                <a:ext cx="441146" cy="230832"/>
              </a:xfrm>
              <a:prstGeom prst="rect">
                <a:avLst/>
              </a:prstGeom>
              <a:noFill/>
            </p:spPr>
            <p:txBody>
              <a:bodyPr wrap="none">
                <a:spAutoFit/>
              </a:bodyPr>
              <a:lstStyle/>
              <a:p>
                <a:pPr defTabSz="685800">
                  <a:defRPr/>
                </a:pPr>
                <a:r>
                  <a:rPr lang="en-US" sz="900" dirty="0">
                    <a:solidFill>
                      <a:schemeClr val="accent5"/>
                    </a:solidFill>
                    <a:latin typeface="Consolas" panose="020B0609020204030204" pitchFamily="49" charset="0"/>
                    <a:ea typeface="Roboto" panose="02000000000000000000" pitchFamily="2" charset="0"/>
                    <a:cs typeface="Helvetica Neue" charset="0"/>
                  </a:rPr>
                  <a:t>c</a:t>
                </a:r>
                <a:r>
                  <a:rPr lang="en-US" sz="900" kern="0" dirty="0">
                    <a:solidFill>
                      <a:schemeClr val="accent5"/>
                    </a:solidFill>
                    <a:latin typeface="Consolas" panose="020B0609020204030204" pitchFamily="49" charset="0"/>
                    <a:ea typeface="Roboto" panose="02000000000000000000" pitchFamily="2" charset="0"/>
                    <a:cs typeface="Helvetica Neue" charset="0"/>
                  </a:rPr>
                  <a:t>har</a:t>
                </a:r>
              </a:p>
            </p:txBody>
          </p:sp>
          <p:sp>
            <p:nvSpPr>
              <p:cNvPr id="13" name="TextBox 137">
                <a:extLst>
                  <a:ext uri="{FF2B5EF4-FFF2-40B4-BE49-F238E27FC236}">
                    <a16:creationId xmlns:a16="http://schemas.microsoft.com/office/drawing/2014/main" id="{5BE65E68-9972-4B6D-B574-0D022E193299}"/>
                  </a:ext>
                </a:extLst>
              </p:cNvPr>
              <p:cNvSpPr txBox="1"/>
              <p:nvPr/>
            </p:nvSpPr>
            <p:spPr bwMode="auto">
              <a:xfrm>
                <a:off x="2040432" y="1692429"/>
                <a:ext cx="377026" cy="230832"/>
              </a:xfrm>
              <a:prstGeom prst="rect">
                <a:avLst/>
              </a:prstGeom>
              <a:noFill/>
            </p:spPr>
            <p:txBody>
              <a:bodyPr wrap="none">
                <a:spAutoFit/>
              </a:bodyPr>
              <a:lstStyle/>
              <a:p>
                <a:pPr defTabSz="685800">
                  <a:defRPr/>
                </a:pPr>
                <a:r>
                  <a:rPr lang="en-US" sz="900" dirty="0">
                    <a:solidFill>
                      <a:schemeClr val="accent5"/>
                    </a:solidFill>
                    <a:latin typeface="Consolas" panose="020B0609020204030204" pitchFamily="49" charset="0"/>
                    <a:ea typeface="Roboto" panose="02000000000000000000" pitchFamily="2" charset="0"/>
                    <a:cs typeface="Helvetica Neue" charset="0"/>
                  </a:rPr>
                  <a:t>i</a:t>
                </a:r>
                <a:r>
                  <a:rPr lang="en-US" sz="900" kern="0" dirty="0">
                    <a:solidFill>
                      <a:schemeClr val="accent5"/>
                    </a:solidFill>
                    <a:latin typeface="Consolas" panose="020B0609020204030204" pitchFamily="49" charset="0"/>
                    <a:ea typeface="Roboto" panose="02000000000000000000" pitchFamily="2" charset="0"/>
                    <a:cs typeface="Helvetica Neue" charset="0"/>
                  </a:rPr>
                  <a:t>nt</a:t>
                </a:r>
              </a:p>
            </p:txBody>
          </p:sp>
          <p:sp>
            <p:nvSpPr>
              <p:cNvPr id="14" name="TextBox 138">
                <a:extLst>
                  <a:ext uri="{FF2B5EF4-FFF2-40B4-BE49-F238E27FC236}">
                    <a16:creationId xmlns:a16="http://schemas.microsoft.com/office/drawing/2014/main" id="{E582C2AE-AC77-4556-9214-48C085763E7D}"/>
                  </a:ext>
                </a:extLst>
              </p:cNvPr>
              <p:cNvSpPr txBox="1"/>
              <p:nvPr/>
            </p:nvSpPr>
            <p:spPr bwMode="auto">
              <a:xfrm>
                <a:off x="2682428" y="1694525"/>
                <a:ext cx="377026" cy="230832"/>
              </a:xfrm>
              <a:prstGeom prst="rect">
                <a:avLst/>
              </a:prstGeom>
              <a:noFill/>
            </p:spPr>
            <p:txBody>
              <a:bodyPr wrap="none">
                <a:spAutoFit/>
              </a:bodyPr>
              <a:lstStyle/>
              <a:p>
                <a:pPr defTabSz="685800">
                  <a:defRPr/>
                </a:pPr>
                <a:r>
                  <a:rPr lang="en-US" sz="900" dirty="0">
                    <a:solidFill>
                      <a:schemeClr val="accent5"/>
                    </a:solidFill>
                    <a:latin typeface="Consolas" panose="020B0609020204030204" pitchFamily="49" charset="0"/>
                    <a:ea typeface="Roboto" panose="02000000000000000000" pitchFamily="2" charset="0"/>
                    <a:cs typeface="Helvetica Neue" charset="0"/>
                  </a:rPr>
                  <a:t>i</a:t>
                </a:r>
                <a:r>
                  <a:rPr lang="en-US" sz="900" kern="0" dirty="0">
                    <a:solidFill>
                      <a:schemeClr val="accent5"/>
                    </a:solidFill>
                    <a:latin typeface="Consolas" panose="020B0609020204030204" pitchFamily="49" charset="0"/>
                    <a:ea typeface="Roboto" panose="02000000000000000000" pitchFamily="2" charset="0"/>
                    <a:cs typeface="Helvetica Neue" charset="0"/>
                  </a:rPr>
                  <a:t>nt</a:t>
                </a:r>
              </a:p>
            </p:txBody>
          </p:sp>
        </p:grpSp>
        <p:sp>
          <p:nvSpPr>
            <p:cNvPr id="20" name="CuadroTexto 19">
              <a:extLst>
                <a:ext uri="{FF2B5EF4-FFF2-40B4-BE49-F238E27FC236}">
                  <a16:creationId xmlns:a16="http://schemas.microsoft.com/office/drawing/2014/main" id="{A5F6413A-5F5D-4BB9-872E-10A2A6F0FC59}"/>
                </a:ext>
              </a:extLst>
            </p:cNvPr>
            <p:cNvSpPr txBox="1"/>
            <p:nvPr/>
          </p:nvSpPr>
          <p:spPr>
            <a:xfrm>
              <a:off x="2898059" y="5072297"/>
              <a:ext cx="1098778" cy="307777"/>
            </a:xfrm>
            <a:prstGeom prst="rect">
              <a:avLst/>
            </a:prstGeom>
            <a:noFill/>
          </p:spPr>
          <p:txBody>
            <a:bodyPr wrap="square">
              <a:spAutoFit/>
            </a:bodyPr>
            <a:lstStyle/>
            <a:p>
              <a:pPr marL="127000" indent="0" algn="r">
                <a:buNone/>
              </a:pPr>
              <a:r>
                <a:rPr lang="es-CO" sz="1400" b="1" i="0" u="none" strike="noStrike" baseline="0" dirty="0">
                  <a:latin typeface="Consolas" panose="020B0609020204030204" pitchFamily="49" charset="0"/>
                  <a:ea typeface="Roboto" panose="02000000000000000000" pitchFamily="2" charset="0"/>
                </a:rPr>
                <a:t>(</a:t>
              </a:r>
              <a:r>
                <a:rPr lang="es-CO" b="1" dirty="0">
                  <a:solidFill>
                    <a:schemeClr val="accent5"/>
                  </a:solidFill>
                  <a:latin typeface="Consolas" panose="020B0609020204030204" pitchFamily="49" charset="0"/>
                  <a:ea typeface="Roboto" panose="02000000000000000000" pitchFamily="2" charset="0"/>
                </a:rPr>
                <a:t>7</a:t>
              </a:r>
              <a:r>
                <a:rPr lang="es-CO" sz="1400" b="1" i="0" u="none" strike="noStrike" baseline="0" dirty="0">
                  <a:latin typeface="Consolas" panose="020B0609020204030204" pitchFamily="49" charset="0"/>
                  <a:ea typeface="Roboto" panose="02000000000000000000" pitchFamily="2" charset="0"/>
                </a:rPr>
                <a:t>, </a:t>
              </a:r>
              <a:r>
                <a:rPr lang="es-CO" b="1" dirty="0">
                  <a:solidFill>
                    <a:schemeClr val="accent2"/>
                  </a:solidFill>
                  <a:latin typeface="Consolas" panose="020B0609020204030204" pitchFamily="49" charset="0"/>
                  <a:ea typeface="Roboto" panose="02000000000000000000" pitchFamily="2" charset="0"/>
                </a:rPr>
                <a:t>1</a:t>
              </a:r>
              <a:r>
                <a:rPr lang="es-CO" sz="1400" b="1" i="0" u="none" strike="noStrike" baseline="0" dirty="0">
                  <a:latin typeface="Consolas" panose="020B0609020204030204" pitchFamily="49" charset="0"/>
                  <a:ea typeface="Roboto" panose="02000000000000000000" pitchFamily="2" charset="0"/>
                </a:rPr>
                <a:t>)</a:t>
              </a:r>
              <a:endParaRPr lang="es-MX" sz="1400" b="1" dirty="0">
                <a:latin typeface="Consolas" panose="020B0609020204030204" pitchFamily="49" charset="0"/>
                <a:ea typeface="Roboto" panose="02000000000000000000" pitchFamily="2" charset="0"/>
              </a:endParaRPr>
            </a:p>
          </p:txBody>
        </p:sp>
      </p:grpSp>
      <p:grpSp>
        <p:nvGrpSpPr>
          <p:cNvPr id="92" name="Grupo 91">
            <a:extLst>
              <a:ext uri="{FF2B5EF4-FFF2-40B4-BE49-F238E27FC236}">
                <a16:creationId xmlns:a16="http://schemas.microsoft.com/office/drawing/2014/main" id="{8E45208F-CED2-485D-90C9-3F5145462542}"/>
              </a:ext>
            </a:extLst>
          </p:cNvPr>
          <p:cNvGrpSpPr/>
          <p:nvPr/>
        </p:nvGrpSpPr>
        <p:grpSpPr>
          <a:xfrm>
            <a:off x="7839174" y="4584700"/>
            <a:ext cx="3632007" cy="1859196"/>
            <a:chOff x="7159298" y="3777195"/>
            <a:chExt cx="3632007" cy="2692400"/>
          </a:xfrm>
        </p:grpSpPr>
        <p:sp>
          <p:nvSpPr>
            <p:cNvPr id="93" name="Cilindro 92">
              <a:extLst>
                <a:ext uri="{FF2B5EF4-FFF2-40B4-BE49-F238E27FC236}">
                  <a16:creationId xmlns:a16="http://schemas.microsoft.com/office/drawing/2014/main" id="{D3A0654A-9ABE-4F09-B571-19AD0EEB6E6E}"/>
                </a:ext>
              </a:extLst>
            </p:cNvPr>
            <p:cNvSpPr/>
            <p:nvPr/>
          </p:nvSpPr>
          <p:spPr>
            <a:xfrm>
              <a:off x="7159298" y="3777195"/>
              <a:ext cx="3632007" cy="2692400"/>
            </a:xfrm>
            <a:prstGeom prst="can">
              <a:avLst>
                <a:gd name="adj" fmla="val 16625"/>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grpSp>
          <p:nvGrpSpPr>
            <p:cNvPr id="94" name="Grupo 93">
              <a:extLst>
                <a:ext uri="{FF2B5EF4-FFF2-40B4-BE49-F238E27FC236}">
                  <a16:creationId xmlns:a16="http://schemas.microsoft.com/office/drawing/2014/main" id="{0C5A8A4E-AD1C-489D-997F-D3F968A2A014}"/>
                </a:ext>
              </a:extLst>
            </p:cNvPr>
            <p:cNvGrpSpPr/>
            <p:nvPr/>
          </p:nvGrpSpPr>
          <p:grpSpPr>
            <a:xfrm>
              <a:off x="7527774" y="4266228"/>
              <a:ext cx="2853655" cy="1880321"/>
              <a:chOff x="7769074" y="4201824"/>
              <a:chExt cx="2853655" cy="1880321"/>
            </a:xfrm>
          </p:grpSpPr>
          <p:grpSp>
            <p:nvGrpSpPr>
              <p:cNvPr id="95" name="Grupo 94">
                <a:extLst>
                  <a:ext uri="{FF2B5EF4-FFF2-40B4-BE49-F238E27FC236}">
                    <a16:creationId xmlns:a16="http://schemas.microsoft.com/office/drawing/2014/main" id="{45252DDC-02B2-4713-8A2C-978593B9D6D3}"/>
                  </a:ext>
                </a:extLst>
              </p:cNvPr>
              <p:cNvGrpSpPr/>
              <p:nvPr/>
            </p:nvGrpSpPr>
            <p:grpSpPr>
              <a:xfrm>
                <a:off x="7818569" y="4622963"/>
                <a:ext cx="2804160" cy="1459182"/>
                <a:chOff x="7719061" y="4865415"/>
                <a:chExt cx="2804160" cy="1459182"/>
              </a:xfrm>
            </p:grpSpPr>
            <p:sp>
              <p:nvSpPr>
                <p:cNvPr id="97" name="Rectángulo: esquina doblada 96">
                  <a:extLst>
                    <a:ext uri="{FF2B5EF4-FFF2-40B4-BE49-F238E27FC236}">
                      <a16:creationId xmlns:a16="http://schemas.microsoft.com/office/drawing/2014/main" id="{D448E4FF-59ED-4056-9435-8168C8171817}"/>
                    </a:ext>
                  </a:extLst>
                </p:cNvPr>
                <p:cNvSpPr/>
                <p:nvPr/>
              </p:nvSpPr>
              <p:spPr>
                <a:xfrm flipV="1">
                  <a:off x="7719061" y="4865415"/>
                  <a:ext cx="2804160" cy="1459182"/>
                </a:xfrm>
                <a:prstGeom prst="foldedCorner">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4" name="Rectángulo 103">
                  <a:extLst>
                    <a:ext uri="{FF2B5EF4-FFF2-40B4-BE49-F238E27FC236}">
                      <a16:creationId xmlns:a16="http://schemas.microsoft.com/office/drawing/2014/main" id="{FC97B04F-CA62-42E1-92E9-02602A593388}"/>
                    </a:ext>
                  </a:extLst>
                </p:cNvPr>
                <p:cNvSpPr/>
                <p:nvPr/>
              </p:nvSpPr>
              <p:spPr>
                <a:xfrm>
                  <a:off x="7922693" y="5262423"/>
                  <a:ext cx="1776953" cy="841264"/>
                </a:xfrm>
                <a:prstGeom prst="rect">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grpSp>
          <p:sp>
            <p:nvSpPr>
              <p:cNvPr id="96" name="CuadroTexto 95">
                <a:extLst>
                  <a:ext uri="{FF2B5EF4-FFF2-40B4-BE49-F238E27FC236}">
                    <a16:creationId xmlns:a16="http://schemas.microsoft.com/office/drawing/2014/main" id="{E4DBD07E-556E-4C1A-9D11-712431029C82}"/>
                  </a:ext>
                </a:extLst>
              </p:cNvPr>
              <p:cNvSpPr txBox="1"/>
              <p:nvPr/>
            </p:nvSpPr>
            <p:spPr>
              <a:xfrm>
                <a:off x="7769074" y="4201824"/>
                <a:ext cx="804797" cy="445708"/>
              </a:xfrm>
              <a:prstGeom prst="rect">
                <a:avLst/>
              </a:prstGeom>
              <a:noFill/>
            </p:spPr>
            <p:txBody>
              <a:bodyPr wrap="square" rtlCol="0">
                <a:spAutoFit/>
              </a:bodyPr>
              <a:lstStyle/>
              <a:p>
                <a:r>
                  <a:rPr lang="es-CO" b="1" dirty="0">
                    <a:latin typeface="Roboto" panose="02000000000000000000" pitchFamily="2" charset="0"/>
                    <a:ea typeface="Roboto" panose="02000000000000000000" pitchFamily="2" charset="0"/>
                  </a:rPr>
                  <a:t>File</a:t>
                </a:r>
                <a:endParaRPr lang="es-CO" sz="1600" b="1" dirty="0">
                  <a:latin typeface="Roboto" panose="02000000000000000000" pitchFamily="2" charset="0"/>
                  <a:ea typeface="Roboto" panose="02000000000000000000" pitchFamily="2" charset="0"/>
                </a:endParaRPr>
              </a:p>
            </p:txBody>
          </p:sp>
        </p:grpSp>
      </p:grpSp>
      <p:sp>
        <p:nvSpPr>
          <p:cNvPr id="110" name="CuadroTexto 109">
            <a:extLst>
              <a:ext uri="{FF2B5EF4-FFF2-40B4-BE49-F238E27FC236}">
                <a16:creationId xmlns:a16="http://schemas.microsoft.com/office/drawing/2014/main" id="{E489E91C-30EA-4D99-9637-4047845673F8}"/>
              </a:ext>
            </a:extLst>
          </p:cNvPr>
          <p:cNvSpPr txBox="1"/>
          <p:nvPr/>
        </p:nvSpPr>
        <p:spPr>
          <a:xfrm>
            <a:off x="8386886" y="5251585"/>
            <a:ext cx="804797" cy="276999"/>
          </a:xfrm>
          <a:prstGeom prst="rect">
            <a:avLst/>
          </a:prstGeom>
          <a:noFill/>
        </p:spPr>
        <p:txBody>
          <a:bodyPr wrap="square" rtlCol="0">
            <a:spAutoFit/>
          </a:bodyPr>
          <a:lstStyle/>
          <a:p>
            <a:r>
              <a:rPr lang="es-CO" sz="1200" b="1" dirty="0">
                <a:latin typeface="Roboto" panose="02000000000000000000" pitchFamily="2" charset="0"/>
                <a:ea typeface="Roboto" panose="02000000000000000000" pitchFamily="2" charset="0"/>
              </a:rPr>
              <a:t>Page </a:t>
            </a:r>
            <a:r>
              <a:rPr lang="es-CO" sz="1200" b="1" dirty="0">
                <a:solidFill>
                  <a:schemeClr val="accent5"/>
                </a:solidFill>
                <a:latin typeface="Roboto" panose="02000000000000000000" pitchFamily="2" charset="0"/>
                <a:ea typeface="Roboto" panose="02000000000000000000" pitchFamily="2" charset="0"/>
              </a:rPr>
              <a:t>7</a:t>
            </a:r>
            <a:endParaRPr lang="es-CO" sz="1600" b="1" dirty="0">
              <a:solidFill>
                <a:schemeClr val="accent5"/>
              </a:solidFill>
              <a:latin typeface="Roboto" panose="02000000000000000000" pitchFamily="2" charset="0"/>
              <a:ea typeface="Roboto" panose="02000000000000000000" pitchFamily="2" charset="0"/>
            </a:endParaRPr>
          </a:p>
        </p:txBody>
      </p:sp>
      <p:sp>
        <p:nvSpPr>
          <p:cNvPr id="111" name="Rectángulo 110">
            <a:extLst>
              <a:ext uri="{FF2B5EF4-FFF2-40B4-BE49-F238E27FC236}">
                <a16:creationId xmlns:a16="http://schemas.microsoft.com/office/drawing/2014/main" id="{A020DBD9-5777-4F03-A118-5F0BD59BFBDE}"/>
              </a:ext>
            </a:extLst>
          </p:cNvPr>
          <p:cNvSpPr/>
          <p:nvPr/>
        </p:nvSpPr>
        <p:spPr>
          <a:xfrm>
            <a:off x="8460778" y="5495490"/>
            <a:ext cx="622468" cy="149076"/>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cxnSp>
        <p:nvCxnSpPr>
          <p:cNvPr id="112" name="Conector: angular 111">
            <a:extLst>
              <a:ext uri="{FF2B5EF4-FFF2-40B4-BE49-F238E27FC236}">
                <a16:creationId xmlns:a16="http://schemas.microsoft.com/office/drawing/2014/main" id="{D75CDECD-EF61-414C-9B7C-C45C4D3C5F20}"/>
              </a:ext>
            </a:extLst>
          </p:cNvPr>
          <p:cNvCxnSpPr>
            <a:cxnSpLocks/>
            <a:stCxn id="18" idx="3"/>
            <a:endCxn id="123" idx="1"/>
          </p:cNvCxnSpPr>
          <p:nvPr/>
        </p:nvCxnSpPr>
        <p:spPr>
          <a:xfrm flipV="1">
            <a:off x="5533613" y="5724548"/>
            <a:ext cx="2947556" cy="520254"/>
          </a:xfrm>
          <a:prstGeom prst="bentConnector3">
            <a:avLst>
              <a:gd name="adj1" fmla="val 59479"/>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19" name="Rectángulo 118">
            <a:extLst>
              <a:ext uri="{FF2B5EF4-FFF2-40B4-BE49-F238E27FC236}">
                <a16:creationId xmlns:a16="http://schemas.microsoft.com/office/drawing/2014/main" id="{4022843F-F63D-442C-A482-E1C1A449E93E}"/>
              </a:ext>
            </a:extLst>
          </p:cNvPr>
          <p:cNvSpPr/>
          <p:nvPr/>
        </p:nvSpPr>
        <p:spPr>
          <a:xfrm>
            <a:off x="9092238" y="5492750"/>
            <a:ext cx="1145492" cy="15181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120" name="Rectángulo 119">
            <a:extLst>
              <a:ext uri="{FF2B5EF4-FFF2-40B4-BE49-F238E27FC236}">
                <a16:creationId xmlns:a16="http://schemas.microsoft.com/office/drawing/2014/main" id="{452AB5D2-0782-44AA-AC34-16003D1F80BC}"/>
              </a:ext>
            </a:extLst>
          </p:cNvPr>
          <p:cNvSpPr/>
          <p:nvPr/>
        </p:nvSpPr>
        <p:spPr>
          <a:xfrm>
            <a:off x="8465309" y="5642215"/>
            <a:ext cx="1145492" cy="151816"/>
          </a:xfrm>
          <a:prstGeom prst="rect">
            <a:avLst/>
          </a:prstGeom>
          <a:solidFill>
            <a:schemeClr val="bg1">
              <a:lumMod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121" name="CuadroTexto 120">
            <a:extLst>
              <a:ext uri="{FF2B5EF4-FFF2-40B4-BE49-F238E27FC236}">
                <a16:creationId xmlns:a16="http://schemas.microsoft.com/office/drawing/2014/main" id="{6E52ABBB-F427-46CE-90DE-5CDAE65B058D}"/>
              </a:ext>
            </a:extLst>
          </p:cNvPr>
          <p:cNvSpPr txBox="1"/>
          <p:nvPr/>
        </p:nvSpPr>
        <p:spPr>
          <a:xfrm>
            <a:off x="8481365" y="5465939"/>
            <a:ext cx="581293" cy="215444"/>
          </a:xfrm>
          <a:prstGeom prst="rect">
            <a:avLst/>
          </a:prstGeom>
          <a:noFill/>
        </p:spPr>
        <p:txBody>
          <a:bodyPr wrap="square" rtlCol="0">
            <a:spAutoFit/>
          </a:bodyPr>
          <a:lstStyle/>
          <a:p>
            <a:pPr algn="ctr"/>
            <a:r>
              <a:rPr lang="es-CO" sz="800" b="1" dirty="0">
                <a:latin typeface="Roboto" panose="02000000000000000000" pitchFamily="2" charset="0"/>
                <a:ea typeface="Roboto" panose="02000000000000000000" pitchFamily="2" charset="0"/>
              </a:rPr>
              <a:t>Header</a:t>
            </a:r>
            <a:endParaRPr lang="es-CO" sz="1000" b="1" dirty="0">
              <a:solidFill>
                <a:schemeClr val="accent5"/>
              </a:solidFill>
              <a:latin typeface="Roboto" panose="02000000000000000000" pitchFamily="2" charset="0"/>
              <a:ea typeface="Roboto" panose="02000000000000000000" pitchFamily="2" charset="0"/>
            </a:endParaRPr>
          </a:p>
        </p:txBody>
      </p:sp>
      <p:sp>
        <p:nvSpPr>
          <p:cNvPr id="122" name="CuadroTexto 121">
            <a:extLst>
              <a:ext uri="{FF2B5EF4-FFF2-40B4-BE49-F238E27FC236}">
                <a16:creationId xmlns:a16="http://schemas.microsoft.com/office/drawing/2014/main" id="{EA28DE2D-4CA3-4FF9-85C5-8E9B6A180EBC}"/>
              </a:ext>
            </a:extLst>
          </p:cNvPr>
          <p:cNvSpPr txBox="1"/>
          <p:nvPr/>
        </p:nvSpPr>
        <p:spPr>
          <a:xfrm>
            <a:off x="9080497" y="5465939"/>
            <a:ext cx="665453" cy="215444"/>
          </a:xfrm>
          <a:prstGeom prst="rect">
            <a:avLst/>
          </a:prstGeom>
          <a:noFill/>
        </p:spPr>
        <p:txBody>
          <a:bodyPr wrap="square" rtlCol="0">
            <a:spAutoFit/>
          </a:bodyPr>
          <a:lstStyle/>
          <a:p>
            <a:r>
              <a:rPr lang="es-CO" sz="800" b="1" dirty="0">
                <a:latin typeface="Roboto" panose="02000000000000000000" pitchFamily="2" charset="0"/>
                <a:ea typeface="Roboto" panose="02000000000000000000" pitchFamily="2" charset="0"/>
              </a:rPr>
              <a:t>Record 1</a:t>
            </a:r>
            <a:endParaRPr lang="es-CO" sz="1000" b="1" dirty="0">
              <a:solidFill>
                <a:schemeClr val="accent5"/>
              </a:solidFill>
              <a:latin typeface="Roboto" panose="02000000000000000000" pitchFamily="2" charset="0"/>
              <a:ea typeface="Roboto" panose="02000000000000000000" pitchFamily="2" charset="0"/>
            </a:endParaRPr>
          </a:p>
        </p:txBody>
      </p:sp>
      <p:sp>
        <p:nvSpPr>
          <p:cNvPr id="123" name="CuadroTexto 122">
            <a:extLst>
              <a:ext uri="{FF2B5EF4-FFF2-40B4-BE49-F238E27FC236}">
                <a16:creationId xmlns:a16="http://schemas.microsoft.com/office/drawing/2014/main" id="{CCF8D0A4-B19A-43D9-874A-E4263E8E846B}"/>
              </a:ext>
            </a:extLst>
          </p:cNvPr>
          <p:cNvSpPr txBox="1"/>
          <p:nvPr/>
        </p:nvSpPr>
        <p:spPr>
          <a:xfrm>
            <a:off x="8481169" y="5616826"/>
            <a:ext cx="622467" cy="215444"/>
          </a:xfrm>
          <a:prstGeom prst="rect">
            <a:avLst/>
          </a:prstGeom>
          <a:noFill/>
        </p:spPr>
        <p:txBody>
          <a:bodyPr wrap="square" rtlCol="0">
            <a:spAutoFit/>
          </a:bodyPr>
          <a:lstStyle/>
          <a:p>
            <a:pPr algn="ctr"/>
            <a:r>
              <a:rPr lang="es-CO" sz="800" b="1" dirty="0">
                <a:latin typeface="Roboto" panose="02000000000000000000" pitchFamily="2" charset="0"/>
                <a:ea typeface="Roboto" panose="02000000000000000000" pitchFamily="2" charset="0"/>
              </a:rPr>
              <a:t>Record 2</a:t>
            </a:r>
            <a:endParaRPr lang="es-CO" sz="1000" b="1" dirty="0">
              <a:solidFill>
                <a:schemeClr val="accent5"/>
              </a:solidFill>
              <a:latin typeface="Roboto" panose="02000000000000000000" pitchFamily="2" charset="0"/>
              <a:ea typeface="Roboto" panose="02000000000000000000" pitchFamily="2" charset="0"/>
            </a:endParaRPr>
          </a:p>
        </p:txBody>
      </p:sp>
      <p:sp>
        <p:nvSpPr>
          <p:cNvPr id="125" name="CuadroTexto 124">
            <a:extLst>
              <a:ext uri="{FF2B5EF4-FFF2-40B4-BE49-F238E27FC236}">
                <a16:creationId xmlns:a16="http://schemas.microsoft.com/office/drawing/2014/main" id="{F64433C6-4511-4BDB-B9DD-2890C7484D32}"/>
              </a:ext>
            </a:extLst>
          </p:cNvPr>
          <p:cNvSpPr txBox="1"/>
          <p:nvPr/>
        </p:nvSpPr>
        <p:spPr>
          <a:xfrm>
            <a:off x="5593708" y="5924249"/>
            <a:ext cx="1534645" cy="307777"/>
          </a:xfrm>
          <a:prstGeom prst="rect">
            <a:avLst/>
          </a:prstGeom>
          <a:noFill/>
        </p:spPr>
        <p:txBody>
          <a:bodyPr wrap="square">
            <a:spAutoFit/>
          </a:bodyPr>
          <a:lstStyle/>
          <a:p>
            <a:pPr marL="127000" indent="0" algn="r">
              <a:buNone/>
            </a:pPr>
            <a:r>
              <a:rPr lang="es-CO" sz="1400" b="1" i="0" u="none" strike="noStrike" baseline="0" dirty="0">
                <a:latin typeface="Consolas" panose="020B0609020204030204" pitchFamily="49" charset="0"/>
                <a:ea typeface="Roboto" panose="02000000000000000000" pitchFamily="2" charset="0"/>
              </a:rPr>
              <a:t>Rid= (</a:t>
            </a:r>
            <a:r>
              <a:rPr lang="es-CO" b="1" dirty="0">
                <a:solidFill>
                  <a:schemeClr val="accent5"/>
                </a:solidFill>
                <a:latin typeface="Consolas" panose="020B0609020204030204" pitchFamily="49" charset="0"/>
                <a:ea typeface="Roboto" panose="02000000000000000000" pitchFamily="2" charset="0"/>
              </a:rPr>
              <a:t>7</a:t>
            </a:r>
            <a:r>
              <a:rPr lang="es-CO" sz="1400" b="1" i="0" u="none" strike="noStrike" baseline="0" dirty="0">
                <a:latin typeface="Consolas" panose="020B0609020204030204" pitchFamily="49" charset="0"/>
                <a:ea typeface="Roboto" panose="02000000000000000000" pitchFamily="2" charset="0"/>
              </a:rPr>
              <a:t>, </a:t>
            </a:r>
            <a:r>
              <a:rPr lang="es-CO" sz="1400" b="1" i="0" u="none" strike="noStrike" baseline="0" dirty="0">
                <a:solidFill>
                  <a:schemeClr val="accent2"/>
                </a:solidFill>
                <a:latin typeface="Consolas" panose="020B0609020204030204" pitchFamily="49" charset="0"/>
                <a:ea typeface="Roboto" panose="02000000000000000000" pitchFamily="2" charset="0"/>
              </a:rPr>
              <a:t>2</a:t>
            </a:r>
            <a:r>
              <a:rPr lang="es-CO" sz="1400" b="1" i="0" u="none" strike="noStrike" baseline="0" dirty="0">
                <a:latin typeface="Consolas" panose="020B0609020204030204" pitchFamily="49" charset="0"/>
                <a:ea typeface="Roboto" panose="02000000000000000000" pitchFamily="2" charset="0"/>
              </a:rPr>
              <a:t>)</a:t>
            </a:r>
            <a:endParaRPr lang="es-MX" sz="1400" b="1" dirty="0">
              <a:latin typeface="Consolas" panose="020B0609020204030204" pitchFamily="49" charset="0"/>
              <a:ea typeface="Roboto" panose="02000000000000000000" pitchFamily="2" charset="0"/>
            </a:endParaRPr>
          </a:p>
        </p:txBody>
      </p:sp>
      <p:grpSp>
        <p:nvGrpSpPr>
          <p:cNvPr id="36" name="Grupo 35">
            <a:extLst>
              <a:ext uri="{FF2B5EF4-FFF2-40B4-BE49-F238E27FC236}">
                <a16:creationId xmlns:a16="http://schemas.microsoft.com/office/drawing/2014/main" id="{0E7B3912-7E05-4801-9877-FB77B92F7138}"/>
              </a:ext>
            </a:extLst>
          </p:cNvPr>
          <p:cNvGrpSpPr/>
          <p:nvPr/>
        </p:nvGrpSpPr>
        <p:grpSpPr>
          <a:xfrm>
            <a:off x="2848957" y="4758648"/>
            <a:ext cx="2489595" cy="406007"/>
            <a:chOff x="2620956" y="2980062"/>
            <a:chExt cx="2489595" cy="406007"/>
          </a:xfrm>
        </p:grpSpPr>
        <p:grpSp>
          <p:nvGrpSpPr>
            <p:cNvPr id="37" name="Group 61">
              <a:extLst>
                <a:ext uri="{FF2B5EF4-FFF2-40B4-BE49-F238E27FC236}">
                  <a16:creationId xmlns:a16="http://schemas.microsoft.com/office/drawing/2014/main" id="{0C01A479-E63F-4404-9C48-D8BB44C1BE2B}"/>
                </a:ext>
              </a:extLst>
            </p:cNvPr>
            <p:cNvGrpSpPr>
              <a:grpSpLocks/>
            </p:cNvGrpSpPr>
            <p:nvPr/>
          </p:nvGrpSpPr>
          <p:grpSpPr bwMode="auto">
            <a:xfrm>
              <a:off x="2620956" y="2980064"/>
              <a:ext cx="2489595" cy="406005"/>
              <a:chOff x="4737655" y="2904117"/>
              <a:chExt cx="3318816" cy="541482"/>
            </a:xfrm>
            <a:effectLst/>
          </p:grpSpPr>
          <p:sp>
            <p:nvSpPr>
              <p:cNvPr id="39" name="Rectangle 151">
                <a:extLst>
                  <a:ext uri="{FF2B5EF4-FFF2-40B4-BE49-F238E27FC236}">
                    <a16:creationId xmlns:a16="http://schemas.microsoft.com/office/drawing/2014/main" id="{EF50DCCE-2C73-43CB-BE99-B13F828B647B}"/>
                  </a:ext>
                </a:extLst>
              </p:cNvPr>
              <p:cNvSpPr/>
              <p:nvPr/>
            </p:nvSpPr>
            <p:spPr bwMode="auto">
              <a:xfrm>
                <a:off x="4737655" y="2904119"/>
                <a:ext cx="1439584" cy="503370"/>
              </a:xfrm>
              <a:prstGeom prst="rect">
                <a:avLst/>
              </a:prstGeom>
              <a:solidFill>
                <a:srgbClr val="2980B9"/>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200" kern="0" dirty="0">
                    <a:latin typeface="Roboto" panose="02000000000000000000" pitchFamily="2" charset="0"/>
                    <a:ea typeface="Roboto" panose="02000000000000000000" pitchFamily="2" charset="0"/>
                    <a:cs typeface="Helvetica Neue" charset="0"/>
                  </a:rPr>
                  <a:t>Header</a:t>
                </a:r>
              </a:p>
            </p:txBody>
          </p:sp>
          <p:sp>
            <p:nvSpPr>
              <p:cNvPr id="40" name="Rectangle 152">
                <a:extLst>
                  <a:ext uri="{FF2B5EF4-FFF2-40B4-BE49-F238E27FC236}">
                    <a16:creationId xmlns:a16="http://schemas.microsoft.com/office/drawing/2014/main" id="{3FA072E0-E1D7-442A-B50D-D61279771E9F}"/>
                  </a:ext>
                </a:extLst>
              </p:cNvPr>
              <p:cNvSpPr/>
              <p:nvPr/>
            </p:nvSpPr>
            <p:spPr bwMode="auto">
              <a:xfrm>
                <a:off x="5682032" y="2972399"/>
                <a:ext cx="211096" cy="366810"/>
              </a:xfrm>
              <a:prstGeom prst="rect">
                <a:avLst/>
              </a:prstGeom>
              <a:solidFill>
                <a:srgbClr val="C00000"/>
              </a:solidFill>
              <a:ln w="127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latin typeface="Helvetica Neue" charset="0"/>
                  <a:ea typeface="Helvetica Neue" charset="0"/>
                  <a:cs typeface="Helvetica Neue" charset="0"/>
                </a:endParaRPr>
              </a:p>
            </p:txBody>
          </p:sp>
          <p:sp>
            <p:nvSpPr>
              <p:cNvPr id="41" name="Rectangle 153">
                <a:extLst>
                  <a:ext uri="{FF2B5EF4-FFF2-40B4-BE49-F238E27FC236}">
                    <a16:creationId xmlns:a16="http://schemas.microsoft.com/office/drawing/2014/main" id="{2B01B466-FCD2-40BE-9427-4CACDBFEDF19}"/>
                  </a:ext>
                </a:extLst>
              </p:cNvPr>
              <p:cNvSpPr/>
              <p:nvPr/>
            </p:nvSpPr>
            <p:spPr bwMode="auto">
              <a:xfrm>
                <a:off x="5929634" y="2972399"/>
                <a:ext cx="211096" cy="366810"/>
              </a:xfrm>
              <a:prstGeom prst="rect">
                <a:avLst/>
              </a:prstGeom>
              <a:solidFill>
                <a:srgbClr val="C00000"/>
              </a:solidFill>
              <a:ln w="127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dirty="0">
                  <a:latin typeface="Helvetica Neue" charset="0"/>
                  <a:ea typeface="Helvetica Neue" charset="0"/>
                  <a:cs typeface="Helvetica Neue" charset="0"/>
                </a:endParaRPr>
              </a:p>
            </p:txBody>
          </p:sp>
          <p:sp>
            <p:nvSpPr>
              <p:cNvPr id="42" name="Rectangle 154">
                <a:extLst>
                  <a:ext uri="{FF2B5EF4-FFF2-40B4-BE49-F238E27FC236}">
                    <a16:creationId xmlns:a16="http://schemas.microsoft.com/office/drawing/2014/main" id="{B3CF04D1-8277-424C-9E3F-2CE9A429CB38}"/>
                  </a:ext>
                </a:extLst>
              </p:cNvPr>
              <p:cNvSpPr/>
              <p:nvPr/>
            </p:nvSpPr>
            <p:spPr bwMode="auto">
              <a:xfrm>
                <a:off x="6170887" y="2904119"/>
                <a:ext cx="206335" cy="503370"/>
              </a:xfrm>
              <a:prstGeom prst="rect">
                <a:avLst/>
              </a:prstGeom>
              <a:solidFill>
                <a:srgbClr val="0070C0"/>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schemeClr val="bg1"/>
                    </a:solidFill>
                    <a:latin typeface="Consolas" panose="020B0609020204030204" pitchFamily="49" charset="0"/>
                    <a:ea typeface="Helvetica Neue" charset="0"/>
                    <a:cs typeface="Helvetica Neue" charset="0"/>
                  </a:rPr>
                  <a:t>M</a:t>
                </a:r>
              </a:p>
            </p:txBody>
          </p:sp>
          <p:sp>
            <p:nvSpPr>
              <p:cNvPr id="43" name="Rectangle 156">
                <a:extLst>
                  <a:ext uri="{FF2B5EF4-FFF2-40B4-BE49-F238E27FC236}">
                    <a16:creationId xmlns:a16="http://schemas.microsoft.com/office/drawing/2014/main" id="{B0D4EC29-F392-4294-896F-31B0E2A268FD}"/>
                  </a:ext>
                </a:extLst>
              </p:cNvPr>
              <p:cNvSpPr/>
              <p:nvPr/>
            </p:nvSpPr>
            <p:spPr bwMode="auto">
              <a:xfrm rot="16200000">
                <a:off x="6377903" y="3070097"/>
                <a:ext cx="503370" cy="171417"/>
              </a:xfrm>
              <a:prstGeom prst="rect">
                <a:avLst/>
              </a:prstGeom>
              <a:solidFill>
                <a:srgbClr val="0070C0"/>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525" kern="0" dirty="0">
                    <a:solidFill>
                      <a:schemeClr val="bg1"/>
                    </a:solidFill>
                    <a:latin typeface="Consolas" panose="020B0609020204030204" pitchFamily="49" charset="0"/>
                    <a:ea typeface="Helvetica Neue" charset="0"/>
                    <a:cs typeface="Helvetica Neue" charset="0"/>
                  </a:rPr>
                  <a:t>94703</a:t>
                </a:r>
              </a:p>
            </p:txBody>
          </p:sp>
          <p:sp>
            <p:nvSpPr>
              <p:cNvPr id="44" name="Rectangle 157">
                <a:extLst>
                  <a:ext uri="{FF2B5EF4-FFF2-40B4-BE49-F238E27FC236}">
                    <a16:creationId xmlns:a16="http://schemas.microsoft.com/office/drawing/2014/main" id="{D5C952EB-F84D-47A7-90DA-363C72A2B97B}"/>
                  </a:ext>
                </a:extLst>
              </p:cNvPr>
              <p:cNvSpPr/>
              <p:nvPr/>
            </p:nvSpPr>
            <p:spPr bwMode="auto">
              <a:xfrm>
                <a:off x="6715297" y="2904118"/>
                <a:ext cx="525359" cy="503369"/>
              </a:xfrm>
              <a:prstGeom prst="rect">
                <a:avLst/>
              </a:prstGeom>
              <a:solidFill>
                <a:srgbClr val="15405B"/>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700" kern="0" dirty="0">
                    <a:solidFill>
                      <a:schemeClr val="bg1"/>
                    </a:solidFill>
                    <a:latin typeface="Consolas" panose="020B0609020204030204" pitchFamily="49" charset="0"/>
                    <a:ea typeface="Helvetica Neue" charset="0"/>
                    <a:cs typeface="Helvetica Neue" charset="0"/>
                  </a:rPr>
                  <a:t>Bob</a:t>
                </a:r>
              </a:p>
            </p:txBody>
          </p:sp>
          <p:sp>
            <p:nvSpPr>
              <p:cNvPr id="45" name="Rectangle 158">
                <a:extLst>
                  <a:ext uri="{FF2B5EF4-FFF2-40B4-BE49-F238E27FC236}">
                    <a16:creationId xmlns:a16="http://schemas.microsoft.com/office/drawing/2014/main" id="{1CD146A1-1FF1-4804-A9BF-0CBEA8929C7D}"/>
                  </a:ext>
                </a:extLst>
              </p:cNvPr>
              <p:cNvSpPr/>
              <p:nvPr/>
            </p:nvSpPr>
            <p:spPr bwMode="auto">
              <a:xfrm>
                <a:off x="7240655" y="2904117"/>
                <a:ext cx="780898" cy="503369"/>
              </a:xfrm>
              <a:prstGeom prst="rect">
                <a:avLst/>
              </a:prstGeom>
              <a:solidFill>
                <a:srgbClr val="15405B"/>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825" kern="0" dirty="0">
                    <a:solidFill>
                      <a:schemeClr val="bg1"/>
                    </a:solidFill>
                    <a:latin typeface="Consolas" panose="020B0609020204030204" pitchFamily="49" charset="0"/>
                    <a:ea typeface="Helvetica Neue" charset="0"/>
                    <a:cs typeface="Helvetica Neue" charset="0"/>
                  </a:rPr>
                  <a:t>Harmon</a:t>
                </a:r>
              </a:p>
            </p:txBody>
          </p:sp>
          <p:cxnSp>
            <p:nvCxnSpPr>
              <p:cNvPr id="46" name="Elbow Connector 37">
                <a:extLst>
                  <a:ext uri="{FF2B5EF4-FFF2-40B4-BE49-F238E27FC236}">
                    <a16:creationId xmlns:a16="http://schemas.microsoft.com/office/drawing/2014/main" id="{DF3653BE-FF85-43D6-BDD6-76D69ADBE474}"/>
                  </a:ext>
                </a:extLst>
              </p:cNvPr>
              <p:cNvCxnSpPr>
                <a:cxnSpLocks noChangeShapeType="1"/>
              </p:cNvCxnSpPr>
              <p:nvPr/>
            </p:nvCxnSpPr>
            <p:spPr bwMode="auto">
              <a:xfrm rot="16200000" flipH="1">
                <a:off x="6391342" y="2596151"/>
                <a:ext cx="251461" cy="1447434"/>
              </a:xfrm>
              <a:prstGeom prst="bentConnector3">
                <a:avLst>
                  <a:gd name="adj1" fmla="val 190907"/>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 name="Elbow Connector 42">
                <a:extLst>
                  <a:ext uri="{FF2B5EF4-FFF2-40B4-BE49-F238E27FC236}">
                    <a16:creationId xmlns:a16="http://schemas.microsoft.com/office/drawing/2014/main" id="{2C29E704-1476-4FEA-A8ED-D0E539602864}"/>
                  </a:ext>
                </a:extLst>
              </p:cNvPr>
              <p:cNvCxnSpPr>
                <a:cxnSpLocks noChangeShapeType="1"/>
              </p:cNvCxnSpPr>
              <p:nvPr/>
            </p:nvCxnSpPr>
            <p:spPr bwMode="auto">
              <a:xfrm rot="16200000" flipH="1">
                <a:off x="6899354" y="2325057"/>
                <a:ext cx="251461" cy="1989622"/>
              </a:xfrm>
              <a:prstGeom prst="bentConnector3">
                <a:avLst>
                  <a:gd name="adj1" fmla="val 241412"/>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8" name="Oval 161">
                <a:extLst>
                  <a:ext uri="{FF2B5EF4-FFF2-40B4-BE49-F238E27FC236}">
                    <a16:creationId xmlns:a16="http://schemas.microsoft.com/office/drawing/2014/main" id="{FAD9A14A-6515-4730-9525-89D51D90A016}"/>
                  </a:ext>
                </a:extLst>
              </p:cNvPr>
              <p:cNvSpPr/>
              <p:nvPr/>
            </p:nvSpPr>
            <p:spPr bwMode="auto">
              <a:xfrm>
                <a:off x="5756629" y="3116900"/>
                <a:ext cx="73011" cy="77808"/>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Helvetica Neue" charset="0"/>
                  <a:ea typeface="Helvetica Neue" charset="0"/>
                  <a:cs typeface="Helvetica Neue" charset="0"/>
                </a:endParaRPr>
              </a:p>
            </p:txBody>
          </p:sp>
          <p:sp>
            <p:nvSpPr>
              <p:cNvPr id="49" name="Oval 162">
                <a:extLst>
                  <a:ext uri="{FF2B5EF4-FFF2-40B4-BE49-F238E27FC236}">
                    <a16:creationId xmlns:a16="http://schemas.microsoft.com/office/drawing/2014/main" id="{A1B49FBB-B574-4197-9B42-E016F21ACB45}"/>
                  </a:ext>
                </a:extLst>
              </p:cNvPr>
              <p:cNvSpPr/>
              <p:nvPr/>
            </p:nvSpPr>
            <p:spPr bwMode="auto">
              <a:xfrm>
                <a:off x="5993121" y="3116900"/>
                <a:ext cx="73011" cy="77808"/>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Helvetica Neue" charset="0"/>
                  <a:ea typeface="Helvetica Neue" charset="0"/>
                  <a:cs typeface="Helvetica Neue" charset="0"/>
                </a:endParaRPr>
              </a:p>
            </p:txBody>
          </p:sp>
          <p:sp>
            <p:nvSpPr>
              <p:cNvPr id="50" name="Oval 163">
                <a:extLst>
                  <a:ext uri="{FF2B5EF4-FFF2-40B4-BE49-F238E27FC236}">
                    <a16:creationId xmlns:a16="http://schemas.microsoft.com/office/drawing/2014/main" id="{935CDCAC-F75F-40B6-BCFE-8159F2D05A27}"/>
                  </a:ext>
                </a:extLst>
              </p:cNvPr>
              <p:cNvSpPr/>
              <p:nvPr/>
            </p:nvSpPr>
            <p:spPr bwMode="auto">
              <a:xfrm>
                <a:off x="7204148" y="3369379"/>
                <a:ext cx="73011" cy="76220"/>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Helvetica Neue" charset="0"/>
                  <a:ea typeface="Helvetica Neue" charset="0"/>
                  <a:cs typeface="Helvetica Neue" charset="0"/>
                </a:endParaRPr>
              </a:p>
            </p:txBody>
          </p:sp>
          <p:sp>
            <p:nvSpPr>
              <p:cNvPr id="51" name="Oval 164">
                <a:extLst>
                  <a:ext uri="{FF2B5EF4-FFF2-40B4-BE49-F238E27FC236}">
                    <a16:creationId xmlns:a16="http://schemas.microsoft.com/office/drawing/2014/main" id="{7E607FA9-02C5-4AF8-99B6-3149C21BC95F}"/>
                  </a:ext>
                </a:extLst>
              </p:cNvPr>
              <p:cNvSpPr/>
              <p:nvPr/>
            </p:nvSpPr>
            <p:spPr bwMode="auto">
              <a:xfrm>
                <a:off x="7983460" y="3369379"/>
                <a:ext cx="73011" cy="76220"/>
              </a:xfrm>
              <a:prstGeom prst="ellipse">
                <a:avLst/>
              </a:prstGeom>
              <a:solidFill>
                <a:srgbClr val="95A5A6"/>
              </a:solidFill>
              <a:ln w="12700" cap="flat" cmpd="sng" algn="ctr">
                <a:solidFill>
                  <a:schemeClr val="tx1"/>
                </a:solidFill>
                <a:prstDash val="solid"/>
                <a:headEnd type="none" w="med" len="med"/>
                <a:tailEnd type="none" w="med" len="med"/>
              </a:ln>
              <a:effectLst/>
            </p:spPr>
            <p:txBody>
              <a:bodyPr/>
              <a:lstStyle/>
              <a:p>
                <a:pP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200" kern="0">
                  <a:latin typeface="Helvetica Neue" charset="0"/>
                  <a:ea typeface="Helvetica Neue" charset="0"/>
                  <a:cs typeface="Helvetica Neue" charset="0"/>
                </a:endParaRPr>
              </a:p>
            </p:txBody>
          </p:sp>
        </p:grpSp>
        <p:sp>
          <p:nvSpPr>
            <p:cNvPr id="38" name="Rectangle 119">
              <a:extLst>
                <a:ext uri="{FF2B5EF4-FFF2-40B4-BE49-F238E27FC236}">
                  <a16:creationId xmlns:a16="http://schemas.microsoft.com/office/drawing/2014/main" id="{E59B504A-0953-44E6-BAAB-71415A7FA59B}"/>
                </a:ext>
              </a:extLst>
            </p:cNvPr>
            <p:cNvSpPr/>
            <p:nvPr/>
          </p:nvSpPr>
          <p:spPr bwMode="auto">
            <a:xfrm rot="16200000">
              <a:off x="3726564" y="3104483"/>
              <a:ext cx="377429" cy="128588"/>
            </a:xfrm>
            <a:prstGeom prst="rect">
              <a:avLst/>
            </a:prstGeom>
            <a:solidFill>
              <a:srgbClr val="0070C0"/>
            </a:solidFill>
            <a:ln w="12700" cap="flat" cmpd="sng" algn="ctr">
              <a:solidFill>
                <a:schemeClr val="tx1"/>
              </a:solidFill>
              <a:prstDash val="solid"/>
              <a:headEnd type="none" w="med" len="med"/>
              <a:tailEnd type="none" w="med" len="med"/>
            </a:ln>
            <a:effectLst>
              <a:outerShdw blurRad="40000" dist="20000" dir="5400000" rotWithShape="0">
                <a:srgbClr val="000000">
                  <a:alpha val="38000"/>
                </a:srgbClr>
              </a:outerShdw>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525" kern="0" dirty="0">
                  <a:solidFill>
                    <a:schemeClr val="bg1"/>
                  </a:solidFill>
                  <a:latin typeface="Consolas" panose="020B0609020204030204" pitchFamily="49" charset="0"/>
                  <a:ea typeface="Helvetica Neue" charset="0"/>
                  <a:cs typeface="Helvetica Neue" charset="0"/>
                </a:rPr>
                <a:t>32</a:t>
              </a:r>
            </a:p>
          </p:txBody>
        </p:sp>
      </p:grpSp>
      <p:sp>
        <p:nvSpPr>
          <p:cNvPr id="52" name="TextBox 20">
            <a:extLst>
              <a:ext uri="{FF2B5EF4-FFF2-40B4-BE49-F238E27FC236}">
                <a16:creationId xmlns:a16="http://schemas.microsoft.com/office/drawing/2014/main" id="{36A4E3FD-AA33-497F-AB12-1BC918ADE98B}"/>
              </a:ext>
            </a:extLst>
          </p:cNvPr>
          <p:cNvSpPr txBox="1">
            <a:spLocks noChangeArrowheads="1"/>
          </p:cNvSpPr>
          <p:nvPr/>
        </p:nvSpPr>
        <p:spPr bwMode="auto">
          <a:xfrm>
            <a:off x="2848955" y="4425274"/>
            <a:ext cx="246215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entury Gothic" charset="0"/>
                <a:ea typeface="Osaka" charset="-128"/>
              </a:defRPr>
            </a:lvl1pPr>
            <a:lvl2pPr marL="742950" indent="-285750">
              <a:spcBef>
                <a:spcPct val="20000"/>
              </a:spcBef>
              <a:buChar char="–"/>
              <a:defRPr sz="2800">
                <a:solidFill>
                  <a:schemeClr val="tx1"/>
                </a:solidFill>
                <a:latin typeface="Century Gothic" charset="0"/>
                <a:ea typeface="Osaka" charset="-128"/>
              </a:defRPr>
            </a:lvl2pPr>
            <a:lvl3pPr marL="1143000" indent="-228600">
              <a:spcBef>
                <a:spcPct val="20000"/>
              </a:spcBef>
              <a:buChar char="•"/>
              <a:defRPr sz="2400">
                <a:solidFill>
                  <a:schemeClr val="tx1"/>
                </a:solidFill>
                <a:latin typeface="Century Gothic" charset="0"/>
                <a:ea typeface="Osaka" charset="-128"/>
              </a:defRPr>
            </a:lvl3pPr>
            <a:lvl4pPr marL="1600200" indent="-228600">
              <a:spcBef>
                <a:spcPct val="20000"/>
              </a:spcBef>
              <a:buChar char="–"/>
              <a:defRPr sz="2000">
                <a:solidFill>
                  <a:schemeClr val="tx1"/>
                </a:solidFill>
                <a:latin typeface="Century Gothic" charset="0"/>
                <a:ea typeface="Osaka" charset="-128"/>
              </a:defRPr>
            </a:lvl4pPr>
            <a:lvl5pPr marL="2057400" indent="-228600">
              <a:spcBef>
                <a:spcPct val="20000"/>
              </a:spcBef>
              <a:buChar char="»"/>
              <a:defRPr sz="2000">
                <a:solidFill>
                  <a:schemeClr val="tx1"/>
                </a:solidFill>
                <a:latin typeface="Century Gothic" charset="0"/>
                <a:ea typeface="Osaka" charset="-128"/>
              </a:defRPr>
            </a:lvl5pPr>
            <a:lvl6pPr marL="2514600" indent="-228600" eaLnBrk="0" fontAlgn="base" hangingPunct="0">
              <a:spcBef>
                <a:spcPct val="20000"/>
              </a:spcBef>
              <a:spcAft>
                <a:spcPct val="0"/>
              </a:spcAft>
              <a:buChar char="»"/>
              <a:defRPr sz="2000">
                <a:solidFill>
                  <a:schemeClr val="tx1"/>
                </a:solidFill>
                <a:latin typeface="Century Gothic" charset="0"/>
                <a:ea typeface="Osaka" charset="-128"/>
              </a:defRPr>
            </a:lvl6pPr>
            <a:lvl7pPr marL="2971800" indent="-228600" eaLnBrk="0" fontAlgn="base" hangingPunct="0">
              <a:spcBef>
                <a:spcPct val="20000"/>
              </a:spcBef>
              <a:spcAft>
                <a:spcPct val="0"/>
              </a:spcAft>
              <a:buChar char="»"/>
              <a:defRPr sz="2000">
                <a:solidFill>
                  <a:schemeClr val="tx1"/>
                </a:solidFill>
                <a:latin typeface="Century Gothic" charset="0"/>
                <a:ea typeface="Osaka" charset="-128"/>
              </a:defRPr>
            </a:lvl7pPr>
            <a:lvl8pPr marL="3429000" indent="-228600" eaLnBrk="0" fontAlgn="base" hangingPunct="0">
              <a:spcBef>
                <a:spcPct val="20000"/>
              </a:spcBef>
              <a:spcAft>
                <a:spcPct val="0"/>
              </a:spcAft>
              <a:buChar char="»"/>
              <a:defRPr sz="2000">
                <a:solidFill>
                  <a:schemeClr val="tx1"/>
                </a:solidFill>
                <a:latin typeface="Century Gothic" charset="0"/>
                <a:ea typeface="Osaka" charset="-128"/>
              </a:defRPr>
            </a:lvl8pPr>
            <a:lvl9pPr marL="3886200" indent="-228600" eaLnBrk="0" fontAlgn="base" hangingPunct="0">
              <a:spcBef>
                <a:spcPct val="20000"/>
              </a:spcBef>
              <a:spcAft>
                <a:spcPct val="0"/>
              </a:spcAft>
              <a:buChar char="»"/>
              <a:defRPr sz="2000">
                <a:solidFill>
                  <a:schemeClr val="tx1"/>
                </a:solidFill>
                <a:latin typeface="Century Gothic" charset="0"/>
                <a:ea typeface="Osaka" charset="-128"/>
              </a:defRPr>
            </a:lvl9pPr>
          </a:lstStyle>
          <a:p>
            <a:pPr algn="ctr" defTabSz="685800">
              <a:spcBef>
                <a:spcPct val="0"/>
              </a:spcBef>
              <a:buNone/>
              <a:defRPr/>
            </a:pPr>
            <a:r>
              <a:rPr lang="en-US" altLang="en-US" sz="1200" b="1" kern="0" dirty="0">
                <a:solidFill>
                  <a:srgbClr val="000000"/>
                </a:solidFill>
                <a:latin typeface="Roboto" panose="02000000000000000000" pitchFamily="2" charset="0"/>
                <a:ea typeface="Roboto" panose="02000000000000000000" pitchFamily="2" charset="0"/>
                <a:cs typeface="Helvetica Neue" charset="0"/>
              </a:rPr>
              <a:t>Byte Representation of Record</a:t>
            </a:r>
          </a:p>
        </p:txBody>
      </p:sp>
    </p:spTree>
    <p:extLst>
      <p:ext uri="{BB962C8B-B14F-4D97-AF65-F5344CB8AC3E}">
        <p14:creationId xmlns:p14="http://schemas.microsoft.com/office/powerpoint/2010/main" val="10829439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Estructura de los archivos bases de datos</a:t>
            </a:r>
            <a:endParaRPr dirty="0">
              <a:highlight>
                <a:srgbClr val="FFFF00"/>
              </a:highlight>
            </a:endParaRPr>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826625" y="1045538"/>
            <a:ext cx="10538750" cy="564282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400" b="1" dirty="0">
                <a:solidFill>
                  <a:schemeClr val="accent2"/>
                </a:solidFill>
              </a:rPr>
              <a:t>Fundamentos de la organización de archivos en DB</a:t>
            </a:r>
          </a:p>
          <a:p>
            <a:r>
              <a:rPr lang="es-MX" sz="2000" b="1" dirty="0"/>
              <a:t>Naturaleza Estructural</a:t>
            </a:r>
            <a:r>
              <a:rPr lang="es-MX" sz="2000" dirty="0"/>
              <a:t>:</a:t>
            </a:r>
          </a:p>
          <a:p>
            <a:pPr lvl="1"/>
            <a:r>
              <a:rPr lang="es-MX" sz="1800" dirty="0"/>
              <a:t>A diferencia de los archivos convencionales (flujos de bits), los archivos de bases de datos poseen una organización física definida.</a:t>
            </a:r>
          </a:p>
          <a:p>
            <a:pPr lvl="1"/>
            <a:r>
              <a:rPr lang="es-MX" sz="1800" dirty="0"/>
              <a:t>El sistema gestiona los datos como una colección de registros ubicados en páginas o bloques de disco.</a:t>
            </a:r>
          </a:p>
          <a:p>
            <a:r>
              <a:rPr lang="es-MX" sz="2000" b="1" dirty="0"/>
              <a:t>Factores que determina la organización</a:t>
            </a:r>
            <a:r>
              <a:rPr lang="es-MX" sz="2000" dirty="0"/>
              <a:t>:</a:t>
            </a:r>
          </a:p>
          <a:p>
            <a:pPr lvl="1"/>
            <a:r>
              <a:rPr lang="es-MX" sz="1800" b="1" dirty="0"/>
              <a:t>Disposición Física</a:t>
            </a:r>
            <a:r>
              <a:rPr lang="es-MX" sz="1800" dirty="0"/>
              <a:t>: Define cómo se posicionan los registros dentro de las páginas para optimizar el espacio.</a:t>
            </a:r>
          </a:p>
          <a:p>
            <a:pPr lvl="1"/>
            <a:r>
              <a:rPr lang="es-MX" sz="1800" b="1" dirty="0"/>
              <a:t>Eficiencia Operativa</a:t>
            </a:r>
            <a:r>
              <a:rPr lang="es-MX" sz="1800" dirty="0"/>
              <a:t>: Determina el rendimiento (costo de E/S) en las tareas de lectura y escritura.</a:t>
            </a:r>
          </a:p>
          <a:p>
            <a:pPr lvl="1"/>
            <a:r>
              <a:rPr lang="es-MX" sz="1800" b="1" dirty="0"/>
              <a:t>Métodos de Acceso</a:t>
            </a:r>
            <a:r>
              <a:rPr lang="es-MX" sz="1800" dirty="0"/>
              <a:t>: Establece la lógica necesaria para recuperar la información de manera ágil.</a:t>
            </a:r>
          </a:p>
          <a:p>
            <a:r>
              <a:rPr lang="es-MX" sz="2000" b="1" dirty="0"/>
              <a:t>Objetivo Principal</a:t>
            </a:r>
            <a:r>
              <a:rPr lang="es-MX" sz="2000" dirty="0"/>
              <a:t>:</a:t>
            </a:r>
          </a:p>
          <a:p>
            <a:pPr lvl="1"/>
            <a:r>
              <a:rPr lang="es-MX" sz="1600" dirty="0"/>
              <a:t>Minimizar el movimiento de los cabezales del disco y reducir el tiempo de respuesta en las consultas.</a:t>
            </a:r>
          </a:p>
          <a:p>
            <a:endParaRPr lang="es-MX" sz="2000" dirty="0"/>
          </a:p>
          <a:p>
            <a:endParaRPr lang="es-MX" sz="2000" dirty="0"/>
          </a:p>
          <a:p>
            <a:endParaRPr lang="es-MX" sz="2000" dirty="0"/>
          </a:p>
        </p:txBody>
      </p:sp>
    </p:spTree>
    <p:extLst>
      <p:ext uri="{BB962C8B-B14F-4D97-AF65-F5344CB8AC3E}">
        <p14:creationId xmlns:p14="http://schemas.microsoft.com/office/powerpoint/2010/main" val="4659567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MX" dirty="0"/>
              <a:t>Tipos de archivos de bases de datos</a:t>
            </a:r>
            <a:r>
              <a:rPr lang="es-MX" dirty="0">
                <a:highlight>
                  <a:srgbClr val="FFFF00"/>
                </a:highlight>
              </a:rPr>
              <a:t> </a:t>
            </a:r>
            <a:endParaRPr dirty="0">
              <a:highlight>
                <a:srgbClr val="FFFF00"/>
              </a:highlight>
            </a:endParaRPr>
          </a:p>
        </p:txBody>
      </p:sp>
      <p:sp>
        <p:nvSpPr>
          <p:cNvPr id="145" name="Google Shape;310;p34">
            <a:extLst>
              <a:ext uri="{FF2B5EF4-FFF2-40B4-BE49-F238E27FC236}">
                <a16:creationId xmlns:a16="http://schemas.microsoft.com/office/drawing/2014/main" id="{8D73A1AB-B365-434E-B134-E80E4F3F26B3}"/>
              </a:ext>
            </a:extLst>
          </p:cNvPr>
          <p:cNvSpPr txBox="1">
            <a:spLocks/>
          </p:cNvSpPr>
          <p:nvPr/>
        </p:nvSpPr>
        <p:spPr>
          <a:xfrm>
            <a:off x="916650" y="902211"/>
            <a:ext cx="10781864" cy="564282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400" b="1" dirty="0">
                <a:solidFill>
                  <a:schemeClr val="accent2"/>
                </a:solidFill>
              </a:rPr>
              <a:t>Clasificación</a:t>
            </a:r>
          </a:p>
          <a:p>
            <a:pPr marL="127000" indent="0">
              <a:buNone/>
            </a:pPr>
            <a:r>
              <a:rPr lang="es-MX" sz="2000" dirty="0"/>
              <a:t>A continuación los diferentes tipos de archivos de bases de datos:</a:t>
            </a:r>
          </a:p>
          <a:p>
            <a:r>
              <a:rPr lang="es-MX" sz="2000" b="1" dirty="0"/>
              <a:t>Archivos Heap no ordenados (</a:t>
            </a:r>
            <a:r>
              <a:rPr lang="en-US" sz="2000" b="1" dirty="0"/>
              <a:t>Unordered Heap Files</a:t>
            </a:r>
            <a:r>
              <a:rPr lang="es-MX" sz="2000" b="1" dirty="0"/>
              <a:t>)</a:t>
            </a:r>
          </a:p>
          <a:p>
            <a:pPr lvl="1"/>
            <a:r>
              <a:rPr lang="es-MX" sz="1800" dirty="0"/>
              <a:t>Los registros se almacenan en orden aleatorio o en el orden en que fueron escritos.</a:t>
            </a:r>
          </a:p>
          <a:p>
            <a:pPr lvl="1"/>
            <a:r>
              <a:rPr lang="es-MX" sz="1800" dirty="0"/>
              <a:t>Para localizar un registro específico, se requiere un escaneo completo o el uso de índices auxiliares</a:t>
            </a:r>
          </a:p>
          <a:p>
            <a:r>
              <a:rPr lang="es-MX" sz="2000" b="1" dirty="0"/>
              <a:t>Archivos ordenados (</a:t>
            </a:r>
            <a:r>
              <a:rPr lang="en-US" sz="2000" b="1" dirty="0"/>
              <a:t>Sorted Files</a:t>
            </a:r>
            <a:r>
              <a:rPr lang="es-MX" sz="2000" b="1" dirty="0"/>
              <a:t>)</a:t>
            </a:r>
          </a:p>
          <a:p>
            <a:pPr lvl="1"/>
            <a:r>
              <a:rPr lang="es-MX" sz="1800" dirty="0"/>
              <a:t>Los registros se mantienen en un orden físico basado en una clave de búsqueda.</a:t>
            </a:r>
          </a:p>
          <a:p>
            <a:pPr lvl="1"/>
            <a:r>
              <a:rPr lang="es-MX" sz="1800" dirty="0"/>
              <a:t>Facilita las consultas de rango y la búsqueda binaria.</a:t>
            </a:r>
          </a:p>
          <a:p>
            <a:pPr lvl="1"/>
            <a:r>
              <a:rPr lang="es-MX" sz="1800" dirty="0"/>
              <a:t>Las inserciones son costosas</a:t>
            </a:r>
            <a:endParaRPr lang="es-MX" sz="2000" dirty="0"/>
          </a:p>
          <a:p>
            <a:r>
              <a:rPr lang="es-MX" sz="2000" b="1" dirty="0"/>
              <a:t>Archivos Heap agrupados (</a:t>
            </a:r>
            <a:r>
              <a:rPr lang="en-US" sz="2000" b="1" dirty="0"/>
              <a:t>Clustered Heap Files</a:t>
            </a:r>
            <a:r>
              <a:rPr lang="es-MX" sz="2000" b="1" dirty="0"/>
              <a:t>)</a:t>
            </a:r>
          </a:p>
          <a:p>
            <a:pPr lvl="1"/>
            <a:r>
              <a:rPr lang="es-MX" sz="1800" dirty="0"/>
              <a:t>Los registros y las páginas están agrupados</a:t>
            </a:r>
          </a:p>
          <a:p>
            <a:r>
              <a:rPr lang="es-MX" sz="2000" b="1" dirty="0"/>
              <a:t>Archivos de índices (</a:t>
            </a:r>
            <a:r>
              <a:rPr lang="en-US" sz="2000" b="1" dirty="0"/>
              <a:t>Index Files</a:t>
            </a:r>
            <a:r>
              <a:rPr lang="es-MX" sz="2000" b="1" dirty="0"/>
              <a:t>)</a:t>
            </a:r>
          </a:p>
          <a:p>
            <a:pPr lvl="1"/>
            <a:r>
              <a:rPr lang="es-MX" sz="1800" dirty="0"/>
              <a:t>Árboles B+, Hashing lineal, …</a:t>
            </a:r>
          </a:p>
          <a:p>
            <a:pPr lvl="1"/>
            <a:r>
              <a:rPr lang="es-MX" sz="1800" dirty="0"/>
              <a:t>Pueden contener registros o apuntar a registros en otros archivos</a:t>
            </a:r>
          </a:p>
          <a:p>
            <a:endParaRPr lang="es-MX" sz="2000" dirty="0"/>
          </a:p>
        </p:txBody>
      </p:sp>
    </p:spTree>
    <p:extLst>
      <p:ext uri="{BB962C8B-B14F-4D97-AF65-F5344CB8AC3E}">
        <p14:creationId xmlns:p14="http://schemas.microsoft.com/office/powerpoint/2010/main" val="22868047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61"/>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701E5C"/>
              </a:buClr>
              <a:buSzPts val="3200"/>
              <a:buFont typeface="Roboto Slab"/>
              <a:buNone/>
            </a:pPr>
            <a:r>
              <a:rPr lang="es-ES" dirty="0"/>
              <a:t>Unordered heap files</a:t>
            </a:r>
            <a:endParaRPr sz="3200" b="1" dirty="0">
              <a:solidFill>
                <a:srgbClr val="701E5C"/>
              </a:solidFill>
              <a:latin typeface="Roboto Slab"/>
              <a:ea typeface="Roboto Slab"/>
              <a:cs typeface="Roboto Slab"/>
              <a:sym typeface="Roboto Slab"/>
            </a:endParaRPr>
          </a:p>
        </p:txBody>
      </p:sp>
      <p:sp>
        <p:nvSpPr>
          <p:cNvPr id="10" name="Google Shape;310;p34">
            <a:extLst>
              <a:ext uri="{FF2B5EF4-FFF2-40B4-BE49-F238E27FC236}">
                <a16:creationId xmlns:a16="http://schemas.microsoft.com/office/drawing/2014/main" id="{C6FDC1FC-3C1F-44FF-8B7F-B0C0CFB6DA8B}"/>
              </a:ext>
            </a:extLst>
          </p:cNvPr>
          <p:cNvSpPr txBox="1">
            <a:spLocks/>
          </p:cNvSpPr>
          <p:nvPr/>
        </p:nvSpPr>
        <p:spPr>
          <a:xfrm>
            <a:off x="916649" y="902212"/>
            <a:ext cx="10941521" cy="22764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Un </a:t>
            </a:r>
            <a:r>
              <a:rPr lang="es-MX" sz="2000" b="1" dirty="0"/>
              <a:t>heap file</a:t>
            </a:r>
            <a:r>
              <a:rPr lang="es-MX" sz="2000" dirty="0"/>
              <a:t> es una colección no ordenada de páginas con tuplas que se almacenan en orden aleatorio.</a:t>
            </a:r>
          </a:p>
          <a:p>
            <a:pPr lvl="1"/>
            <a:r>
              <a:rPr lang="es-MX" sz="2000" dirty="0"/>
              <a:t>Crear / Obtener / Escribir / Eliminar Página.</a:t>
            </a:r>
          </a:p>
          <a:p>
            <a:pPr lvl="1"/>
            <a:r>
              <a:rPr lang="es-MX" sz="2000" dirty="0"/>
              <a:t>También debe soportar la iteración sobre todas las página.</a:t>
            </a:r>
          </a:p>
          <a:p>
            <a:r>
              <a:rPr lang="es-MX" sz="2000" dirty="0"/>
              <a:t>Hace uso de </a:t>
            </a:r>
            <a:r>
              <a:rPr lang="es-MX" sz="2000" b="1" dirty="0"/>
              <a:t>metadatos</a:t>
            </a:r>
            <a:r>
              <a:rPr lang="es-MX" sz="2000" dirty="0"/>
              <a:t> adicionales para rastrear la ubicación de los archivos y la disponibilidad de espacio libre.</a:t>
            </a:r>
          </a:p>
        </p:txBody>
      </p:sp>
      <p:pic>
        <p:nvPicPr>
          <p:cNvPr id="6" name="Imagen 5">
            <a:extLst>
              <a:ext uri="{FF2B5EF4-FFF2-40B4-BE49-F238E27FC236}">
                <a16:creationId xmlns:a16="http://schemas.microsoft.com/office/drawing/2014/main" id="{C6889CA7-A4C9-4339-882F-3C62205DF660}"/>
              </a:ext>
            </a:extLst>
          </p:cNvPr>
          <p:cNvPicPr>
            <a:picLocks noChangeAspect="1"/>
          </p:cNvPicPr>
          <p:nvPr/>
        </p:nvPicPr>
        <p:blipFill>
          <a:blip r:embed="rId3"/>
          <a:stretch>
            <a:fillRect/>
          </a:stretch>
        </p:blipFill>
        <p:spPr>
          <a:xfrm>
            <a:off x="2105832" y="3178630"/>
            <a:ext cx="5815293" cy="1349827"/>
          </a:xfrm>
          <a:prstGeom prst="rect">
            <a:avLst/>
          </a:prstGeom>
        </p:spPr>
      </p:pic>
      <p:pic>
        <p:nvPicPr>
          <p:cNvPr id="8" name="Imagen 7">
            <a:extLst>
              <a:ext uri="{FF2B5EF4-FFF2-40B4-BE49-F238E27FC236}">
                <a16:creationId xmlns:a16="http://schemas.microsoft.com/office/drawing/2014/main" id="{C6BCE04C-2E7A-4A05-8823-3EB3768DA9B1}"/>
              </a:ext>
            </a:extLst>
          </p:cNvPr>
          <p:cNvPicPr>
            <a:picLocks noChangeAspect="1"/>
          </p:cNvPicPr>
          <p:nvPr/>
        </p:nvPicPr>
        <p:blipFill>
          <a:blip r:embed="rId4"/>
          <a:stretch>
            <a:fillRect/>
          </a:stretch>
        </p:blipFill>
        <p:spPr>
          <a:xfrm>
            <a:off x="2004232" y="4667013"/>
            <a:ext cx="9244338" cy="1994536"/>
          </a:xfrm>
          <a:prstGeom prst="rect">
            <a:avLst/>
          </a:prstGeom>
        </p:spPr>
      </p:pic>
    </p:spTree>
    <p:extLst>
      <p:ext uri="{BB962C8B-B14F-4D97-AF65-F5344CB8AC3E}">
        <p14:creationId xmlns:p14="http://schemas.microsoft.com/office/powerpoint/2010/main" val="42531631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61"/>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701E5C"/>
              </a:buClr>
              <a:buSzPts val="3200"/>
              <a:buFont typeface="Roboto Slab"/>
              <a:buNone/>
            </a:pPr>
            <a:r>
              <a:rPr lang="es-ES" dirty="0"/>
              <a:t>Unordered heap files</a:t>
            </a:r>
            <a:endParaRPr sz="3200" b="1" dirty="0">
              <a:solidFill>
                <a:srgbClr val="701E5C"/>
              </a:solidFill>
              <a:latin typeface="Roboto Slab"/>
              <a:ea typeface="Roboto Slab"/>
              <a:cs typeface="Roboto Slab"/>
              <a:sym typeface="Roboto Slab"/>
            </a:endParaRPr>
          </a:p>
        </p:txBody>
      </p:sp>
      <p:sp>
        <p:nvSpPr>
          <p:cNvPr id="10" name="Google Shape;310;p34">
            <a:extLst>
              <a:ext uri="{FF2B5EF4-FFF2-40B4-BE49-F238E27FC236}">
                <a16:creationId xmlns:a16="http://schemas.microsoft.com/office/drawing/2014/main" id="{C6FDC1FC-3C1F-44FF-8B7F-B0C0CFB6DA8B}"/>
              </a:ext>
            </a:extLst>
          </p:cNvPr>
          <p:cNvSpPr txBox="1">
            <a:spLocks/>
          </p:cNvSpPr>
          <p:nvPr/>
        </p:nvSpPr>
        <p:spPr>
          <a:xfrm>
            <a:off x="916649" y="902211"/>
            <a:ext cx="11086665" cy="58597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t>De acuerdo a como se organizan las paginas, existen dos alternativas principales para la implementación de </a:t>
            </a:r>
            <a:r>
              <a:rPr lang="es-MX" sz="2000" b="1" dirty="0"/>
              <a:t>heap files</a:t>
            </a:r>
            <a:r>
              <a:rPr lang="es-MX" sz="2000" dirty="0"/>
              <a:t>:</a:t>
            </a:r>
          </a:p>
          <a:p>
            <a:r>
              <a:rPr lang="es-MX" sz="2000" b="1" dirty="0"/>
              <a:t>Implementación como lista enlazada de paginas</a:t>
            </a:r>
          </a:p>
          <a:p>
            <a:endParaRPr lang="es-MX" sz="2000" dirty="0"/>
          </a:p>
          <a:p>
            <a:endParaRPr lang="es-MX" sz="2000" dirty="0"/>
          </a:p>
          <a:p>
            <a:endParaRPr lang="es-MX" sz="2000" dirty="0"/>
          </a:p>
          <a:p>
            <a:endParaRPr lang="es-MX" sz="2000" dirty="0"/>
          </a:p>
          <a:p>
            <a:endParaRPr lang="es-MX" sz="2000" dirty="0"/>
          </a:p>
          <a:p>
            <a:r>
              <a:rPr lang="es-MX" sz="2000" b="1" dirty="0"/>
              <a:t>Implementación como directorio de paginas</a:t>
            </a:r>
          </a:p>
          <a:p>
            <a:endParaRPr lang="es-MX" sz="2000" dirty="0"/>
          </a:p>
        </p:txBody>
      </p:sp>
      <p:pic>
        <p:nvPicPr>
          <p:cNvPr id="4" name="Imagen 3">
            <a:extLst>
              <a:ext uri="{FF2B5EF4-FFF2-40B4-BE49-F238E27FC236}">
                <a16:creationId xmlns:a16="http://schemas.microsoft.com/office/drawing/2014/main" id="{D9950402-823B-4EFD-942F-089468F286EC}"/>
              </a:ext>
            </a:extLst>
          </p:cNvPr>
          <p:cNvPicPr>
            <a:picLocks noChangeAspect="1"/>
          </p:cNvPicPr>
          <p:nvPr/>
        </p:nvPicPr>
        <p:blipFill>
          <a:blip r:embed="rId3"/>
          <a:stretch>
            <a:fillRect/>
          </a:stretch>
        </p:blipFill>
        <p:spPr>
          <a:xfrm>
            <a:off x="3252323" y="2128953"/>
            <a:ext cx="5036457" cy="1808603"/>
          </a:xfrm>
          <a:prstGeom prst="rect">
            <a:avLst/>
          </a:prstGeom>
        </p:spPr>
      </p:pic>
      <p:pic>
        <p:nvPicPr>
          <p:cNvPr id="51" name="Imagen 50">
            <a:extLst>
              <a:ext uri="{FF2B5EF4-FFF2-40B4-BE49-F238E27FC236}">
                <a16:creationId xmlns:a16="http://schemas.microsoft.com/office/drawing/2014/main" id="{B18BE385-45D4-4418-A1DB-DE19B6735BFF}"/>
              </a:ext>
            </a:extLst>
          </p:cNvPr>
          <p:cNvPicPr>
            <a:picLocks noChangeAspect="1"/>
          </p:cNvPicPr>
          <p:nvPr/>
        </p:nvPicPr>
        <p:blipFill>
          <a:blip r:embed="rId4"/>
          <a:stretch>
            <a:fillRect/>
          </a:stretch>
        </p:blipFill>
        <p:spPr>
          <a:xfrm>
            <a:off x="4093029" y="4540491"/>
            <a:ext cx="3005408" cy="2177928"/>
          </a:xfrm>
          <a:prstGeom prst="rect">
            <a:avLst/>
          </a:prstGeom>
        </p:spPr>
      </p:pic>
    </p:spTree>
    <p:extLst>
      <p:ext uri="{BB962C8B-B14F-4D97-AF65-F5344CB8AC3E}">
        <p14:creationId xmlns:p14="http://schemas.microsoft.com/office/powerpoint/2010/main" val="6292326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61"/>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701E5C"/>
              </a:buClr>
              <a:buSzPts val="3200"/>
              <a:buFont typeface="Roboto Slab"/>
              <a:buNone/>
            </a:pPr>
            <a:r>
              <a:rPr lang="es-ES" dirty="0"/>
              <a:t>Unordered heap files – Lista enlazada </a:t>
            </a:r>
            <a:endParaRPr sz="3200" b="1" dirty="0">
              <a:solidFill>
                <a:srgbClr val="701E5C"/>
              </a:solidFill>
              <a:highlight>
                <a:srgbClr val="FFFF00"/>
              </a:highlight>
              <a:latin typeface="Roboto Slab"/>
              <a:ea typeface="Roboto Slab"/>
              <a:cs typeface="Roboto Slab"/>
              <a:sym typeface="Roboto Slab"/>
            </a:endParaRPr>
          </a:p>
        </p:txBody>
      </p:sp>
      <p:grpSp>
        <p:nvGrpSpPr>
          <p:cNvPr id="2" name="Grupo 1">
            <a:extLst>
              <a:ext uri="{FF2B5EF4-FFF2-40B4-BE49-F238E27FC236}">
                <a16:creationId xmlns:a16="http://schemas.microsoft.com/office/drawing/2014/main" id="{E1ACC1D8-57E3-484E-A850-98C137068191}"/>
              </a:ext>
            </a:extLst>
          </p:cNvPr>
          <p:cNvGrpSpPr/>
          <p:nvPr/>
        </p:nvGrpSpPr>
        <p:grpSpPr>
          <a:xfrm>
            <a:off x="2293621" y="3775368"/>
            <a:ext cx="7604758" cy="2740025"/>
            <a:chOff x="2150036" y="3760128"/>
            <a:chExt cx="7604758" cy="2740025"/>
          </a:xfrm>
        </p:grpSpPr>
        <p:sp>
          <p:nvSpPr>
            <p:cNvPr id="50" name="Rectangle 6">
              <a:extLst>
                <a:ext uri="{FF2B5EF4-FFF2-40B4-BE49-F238E27FC236}">
                  <a16:creationId xmlns:a16="http://schemas.microsoft.com/office/drawing/2014/main" id="{D205AF58-2232-48AF-B066-263026DA713E}"/>
                </a:ext>
              </a:extLst>
            </p:cNvPr>
            <p:cNvSpPr>
              <a:spLocks noChangeArrowheads="1"/>
            </p:cNvSpPr>
            <p:nvPr/>
          </p:nvSpPr>
          <p:spPr bwMode="auto">
            <a:xfrm>
              <a:off x="3521636" y="3993490"/>
              <a:ext cx="1206500" cy="825500"/>
            </a:xfrm>
            <a:prstGeom prst="rect">
              <a:avLst/>
            </a:prstGeom>
            <a:solidFill>
              <a:schemeClr val="bg2"/>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51" name="Rectangle 7">
              <a:extLst>
                <a:ext uri="{FF2B5EF4-FFF2-40B4-BE49-F238E27FC236}">
                  <a16:creationId xmlns:a16="http://schemas.microsoft.com/office/drawing/2014/main" id="{414E5887-603D-45FB-82E1-86C4CA0206AB}"/>
                </a:ext>
              </a:extLst>
            </p:cNvPr>
            <p:cNvSpPr>
              <a:spLocks noChangeArrowheads="1"/>
            </p:cNvSpPr>
            <p:nvPr/>
          </p:nvSpPr>
          <p:spPr bwMode="auto">
            <a:xfrm>
              <a:off x="4969436" y="3993490"/>
              <a:ext cx="1206500" cy="825500"/>
            </a:xfrm>
            <a:prstGeom prst="rect">
              <a:avLst/>
            </a:prstGeom>
            <a:solidFill>
              <a:schemeClr val="bg2"/>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52" name="Rectangle 8">
              <a:extLst>
                <a:ext uri="{FF2B5EF4-FFF2-40B4-BE49-F238E27FC236}">
                  <a16:creationId xmlns:a16="http://schemas.microsoft.com/office/drawing/2014/main" id="{47105691-24C6-478A-AF75-E0878160BE91}"/>
                </a:ext>
              </a:extLst>
            </p:cNvPr>
            <p:cNvSpPr>
              <a:spLocks noChangeArrowheads="1"/>
            </p:cNvSpPr>
            <p:nvPr/>
          </p:nvSpPr>
          <p:spPr bwMode="auto">
            <a:xfrm>
              <a:off x="6874436" y="3993490"/>
              <a:ext cx="1206500" cy="825500"/>
            </a:xfrm>
            <a:prstGeom prst="rect">
              <a:avLst/>
            </a:prstGeom>
            <a:solidFill>
              <a:schemeClr val="bg2"/>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53" name="Rectangle 9">
              <a:extLst>
                <a:ext uri="{FF2B5EF4-FFF2-40B4-BE49-F238E27FC236}">
                  <a16:creationId xmlns:a16="http://schemas.microsoft.com/office/drawing/2014/main" id="{FE1817B1-C7E0-4C1E-A344-D821BBD44C7D}"/>
                </a:ext>
              </a:extLst>
            </p:cNvPr>
            <p:cNvSpPr>
              <a:spLocks noChangeArrowheads="1"/>
            </p:cNvSpPr>
            <p:nvPr/>
          </p:nvSpPr>
          <p:spPr bwMode="auto">
            <a:xfrm>
              <a:off x="3521636" y="5441290"/>
              <a:ext cx="1206500" cy="825500"/>
            </a:xfrm>
            <a:prstGeom prst="rect">
              <a:avLst/>
            </a:prstGeom>
            <a:solidFill>
              <a:schemeClr val="bg1">
                <a:lumMod val="95000"/>
              </a:schemeClr>
            </a:solidFill>
            <a:ln w="12700">
              <a:solidFill>
                <a:schemeClr val="accent3"/>
              </a:solidFill>
              <a:miter lim="800000"/>
              <a:headEnd/>
              <a:tailEnd/>
            </a:ln>
            <a:effectLst/>
          </p:spPr>
          <p:txBody>
            <a:bodyPr wrap="none" anchor="ctr"/>
            <a:lstStyle/>
            <a:p>
              <a:endParaRPr lang="es-CO"/>
            </a:p>
          </p:txBody>
        </p:sp>
        <p:sp>
          <p:nvSpPr>
            <p:cNvPr id="54" name="Rectangle 10">
              <a:extLst>
                <a:ext uri="{FF2B5EF4-FFF2-40B4-BE49-F238E27FC236}">
                  <a16:creationId xmlns:a16="http://schemas.microsoft.com/office/drawing/2014/main" id="{688ED363-19AA-4EFA-B0FA-FF5E43562C4E}"/>
                </a:ext>
              </a:extLst>
            </p:cNvPr>
            <p:cNvSpPr>
              <a:spLocks noChangeArrowheads="1"/>
            </p:cNvSpPr>
            <p:nvPr/>
          </p:nvSpPr>
          <p:spPr bwMode="auto">
            <a:xfrm>
              <a:off x="4969436" y="5441290"/>
              <a:ext cx="1206500" cy="825500"/>
            </a:xfrm>
            <a:prstGeom prst="rect">
              <a:avLst/>
            </a:prstGeom>
            <a:solidFill>
              <a:schemeClr val="bg1">
                <a:lumMod val="95000"/>
              </a:schemeClr>
            </a:solidFill>
            <a:ln w="12700">
              <a:solidFill>
                <a:schemeClr val="accent3"/>
              </a:solidFill>
              <a:miter lim="800000"/>
              <a:headEnd/>
              <a:tailEnd/>
            </a:ln>
            <a:effectLst/>
          </p:spPr>
          <p:txBody>
            <a:bodyPr wrap="none" anchor="ctr"/>
            <a:lstStyle/>
            <a:p>
              <a:endParaRPr lang="es-CO"/>
            </a:p>
          </p:txBody>
        </p:sp>
        <p:sp>
          <p:nvSpPr>
            <p:cNvPr id="55" name="Rectangle 11">
              <a:extLst>
                <a:ext uri="{FF2B5EF4-FFF2-40B4-BE49-F238E27FC236}">
                  <a16:creationId xmlns:a16="http://schemas.microsoft.com/office/drawing/2014/main" id="{455AEC2B-0449-4CB7-85E1-E62C8BEEF627}"/>
                </a:ext>
              </a:extLst>
            </p:cNvPr>
            <p:cNvSpPr>
              <a:spLocks noChangeArrowheads="1"/>
            </p:cNvSpPr>
            <p:nvPr/>
          </p:nvSpPr>
          <p:spPr bwMode="auto">
            <a:xfrm>
              <a:off x="6874436" y="5441290"/>
              <a:ext cx="1206500" cy="825500"/>
            </a:xfrm>
            <a:prstGeom prst="rect">
              <a:avLst/>
            </a:prstGeom>
            <a:solidFill>
              <a:schemeClr val="bg1">
                <a:lumMod val="95000"/>
              </a:schemeClr>
            </a:solidFill>
            <a:ln w="12700">
              <a:solidFill>
                <a:schemeClr val="accent3"/>
              </a:solidFill>
              <a:miter lim="800000"/>
              <a:headEnd/>
              <a:tailEnd/>
            </a:ln>
            <a:effectLst/>
          </p:spPr>
          <p:txBody>
            <a:bodyPr wrap="none" anchor="ctr"/>
            <a:lstStyle/>
            <a:p>
              <a:endParaRPr lang="es-CO"/>
            </a:p>
          </p:txBody>
        </p:sp>
        <p:sp>
          <p:nvSpPr>
            <p:cNvPr id="56" name="Rectangle 12">
              <a:extLst>
                <a:ext uri="{FF2B5EF4-FFF2-40B4-BE49-F238E27FC236}">
                  <a16:creationId xmlns:a16="http://schemas.microsoft.com/office/drawing/2014/main" id="{B180D755-8FF2-4FFD-99D9-4D69501219F3}"/>
                </a:ext>
              </a:extLst>
            </p:cNvPr>
            <p:cNvSpPr>
              <a:spLocks noChangeArrowheads="1"/>
            </p:cNvSpPr>
            <p:nvPr/>
          </p:nvSpPr>
          <p:spPr bwMode="auto">
            <a:xfrm>
              <a:off x="2150036" y="4755490"/>
              <a:ext cx="1206500" cy="825500"/>
            </a:xfrm>
            <a:prstGeom prst="rect">
              <a:avLst/>
            </a:prstGeom>
            <a:solidFill>
              <a:schemeClr val="folHlink"/>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57" name="Rectangle 13">
              <a:extLst>
                <a:ext uri="{FF2B5EF4-FFF2-40B4-BE49-F238E27FC236}">
                  <a16:creationId xmlns:a16="http://schemas.microsoft.com/office/drawing/2014/main" id="{8903DFDA-2746-4F0F-9D43-4CB02C16AFDF}"/>
                </a:ext>
              </a:extLst>
            </p:cNvPr>
            <p:cNvSpPr>
              <a:spLocks noChangeArrowheads="1"/>
            </p:cNvSpPr>
            <p:nvPr/>
          </p:nvSpPr>
          <p:spPr bwMode="auto">
            <a:xfrm>
              <a:off x="2278624" y="4803115"/>
              <a:ext cx="938212"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ctr"/>
              <a:r>
                <a:rPr lang="en-US" altLang="es-CO" sz="1800">
                  <a:solidFill>
                    <a:schemeClr val="bg1"/>
                  </a:solidFill>
                </a:rPr>
                <a:t>Header</a:t>
              </a:r>
            </a:p>
            <a:p>
              <a:pPr algn="ctr"/>
              <a:r>
                <a:rPr lang="en-US" altLang="es-CO" sz="1800">
                  <a:solidFill>
                    <a:schemeClr val="bg1"/>
                  </a:solidFill>
                </a:rPr>
                <a:t>Page</a:t>
              </a:r>
            </a:p>
          </p:txBody>
        </p:sp>
        <p:sp>
          <p:nvSpPr>
            <p:cNvPr id="58" name="Rectangle 14">
              <a:extLst>
                <a:ext uri="{FF2B5EF4-FFF2-40B4-BE49-F238E27FC236}">
                  <a16:creationId xmlns:a16="http://schemas.microsoft.com/office/drawing/2014/main" id="{877DB50B-F536-43ED-B717-90ED5FE810BD}"/>
                </a:ext>
              </a:extLst>
            </p:cNvPr>
            <p:cNvSpPr>
              <a:spLocks noChangeArrowheads="1"/>
            </p:cNvSpPr>
            <p:nvPr/>
          </p:nvSpPr>
          <p:spPr bwMode="auto">
            <a:xfrm>
              <a:off x="3802624" y="4117315"/>
              <a:ext cx="6731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s-CO" sz="1800" dirty="0">
                  <a:solidFill>
                    <a:schemeClr val="tx2"/>
                  </a:solidFill>
                </a:rPr>
                <a:t>Data</a:t>
              </a:r>
            </a:p>
            <a:p>
              <a:r>
                <a:rPr lang="en-US" altLang="es-CO" sz="1800" dirty="0">
                  <a:solidFill>
                    <a:schemeClr val="tx2"/>
                  </a:solidFill>
                </a:rPr>
                <a:t>Page</a:t>
              </a:r>
            </a:p>
          </p:txBody>
        </p:sp>
        <p:sp>
          <p:nvSpPr>
            <p:cNvPr id="59" name="Rectangle 15">
              <a:extLst>
                <a:ext uri="{FF2B5EF4-FFF2-40B4-BE49-F238E27FC236}">
                  <a16:creationId xmlns:a16="http://schemas.microsoft.com/office/drawing/2014/main" id="{B76DAA76-A4E9-45D4-B9A8-94CA869378EF}"/>
                </a:ext>
              </a:extLst>
            </p:cNvPr>
            <p:cNvSpPr>
              <a:spLocks noChangeArrowheads="1"/>
            </p:cNvSpPr>
            <p:nvPr/>
          </p:nvSpPr>
          <p:spPr bwMode="auto">
            <a:xfrm>
              <a:off x="5250424" y="4117315"/>
              <a:ext cx="6731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s-CO" sz="1800">
                  <a:solidFill>
                    <a:schemeClr val="tx2"/>
                  </a:solidFill>
                </a:rPr>
                <a:t>Data</a:t>
              </a:r>
            </a:p>
            <a:p>
              <a:r>
                <a:rPr lang="en-US" altLang="es-CO" sz="1800">
                  <a:solidFill>
                    <a:schemeClr val="tx2"/>
                  </a:solidFill>
                </a:rPr>
                <a:t>Page</a:t>
              </a:r>
            </a:p>
          </p:txBody>
        </p:sp>
        <p:sp>
          <p:nvSpPr>
            <p:cNvPr id="60" name="Rectangle 16">
              <a:extLst>
                <a:ext uri="{FF2B5EF4-FFF2-40B4-BE49-F238E27FC236}">
                  <a16:creationId xmlns:a16="http://schemas.microsoft.com/office/drawing/2014/main" id="{0C7EF002-DEA7-4973-8387-3F4370745D52}"/>
                </a:ext>
              </a:extLst>
            </p:cNvPr>
            <p:cNvSpPr>
              <a:spLocks noChangeArrowheads="1"/>
            </p:cNvSpPr>
            <p:nvPr/>
          </p:nvSpPr>
          <p:spPr bwMode="auto">
            <a:xfrm>
              <a:off x="7079224" y="4115728"/>
              <a:ext cx="6731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s-CO" sz="1800">
                  <a:solidFill>
                    <a:schemeClr val="tx2"/>
                  </a:solidFill>
                </a:rPr>
                <a:t>Data</a:t>
              </a:r>
            </a:p>
            <a:p>
              <a:r>
                <a:rPr lang="en-US" altLang="es-CO" sz="1800">
                  <a:solidFill>
                    <a:schemeClr val="tx2"/>
                  </a:solidFill>
                </a:rPr>
                <a:t>Page</a:t>
              </a:r>
            </a:p>
          </p:txBody>
        </p:sp>
        <p:sp>
          <p:nvSpPr>
            <p:cNvPr id="61" name="Rectangle 17">
              <a:extLst>
                <a:ext uri="{FF2B5EF4-FFF2-40B4-BE49-F238E27FC236}">
                  <a16:creationId xmlns:a16="http://schemas.microsoft.com/office/drawing/2014/main" id="{656276DF-CF69-4D69-88F6-26302C4957AC}"/>
                </a:ext>
              </a:extLst>
            </p:cNvPr>
            <p:cNvSpPr>
              <a:spLocks noChangeArrowheads="1"/>
            </p:cNvSpPr>
            <p:nvPr/>
          </p:nvSpPr>
          <p:spPr bwMode="auto">
            <a:xfrm>
              <a:off x="3728011" y="5488915"/>
              <a:ext cx="724557"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s-CO" sz="1800" dirty="0">
                  <a:solidFill>
                    <a:schemeClr val="bg1">
                      <a:lumMod val="50000"/>
                    </a:schemeClr>
                  </a:solidFill>
                </a:rPr>
                <a:t>Data</a:t>
              </a:r>
            </a:p>
            <a:p>
              <a:r>
                <a:rPr lang="en-US" altLang="es-CO" sz="1800" dirty="0">
                  <a:solidFill>
                    <a:schemeClr val="bg1">
                      <a:lumMod val="50000"/>
                    </a:schemeClr>
                  </a:solidFill>
                </a:rPr>
                <a:t>Page</a:t>
              </a:r>
            </a:p>
          </p:txBody>
        </p:sp>
        <p:sp>
          <p:nvSpPr>
            <p:cNvPr id="62" name="Rectangle 18">
              <a:extLst>
                <a:ext uri="{FF2B5EF4-FFF2-40B4-BE49-F238E27FC236}">
                  <a16:creationId xmlns:a16="http://schemas.microsoft.com/office/drawing/2014/main" id="{D65701AD-8EFB-4852-BE3B-4033A7BBD230}"/>
                </a:ext>
              </a:extLst>
            </p:cNvPr>
            <p:cNvSpPr>
              <a:spLocks noChangeArrowheads="1"/>
            </p:cNvSpPr>
            <p:nvPr/>
          </p:nvSpPr>
          <p:spPr bwMode="auto">
            <a:xfrm>
              <a:off x="5175811" y="5488915"/>
              <a:ext cx="724557"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s-CO" sz="1800" dirty="0">
                  <a:solidFill>
                    <a:schemeClr val="bg1">
                      <a:lumMod val="50000"/>
                    </a:schemeClr>
                  </a:solidFill>
                </a:rPr>
                <a:t>Data</a:t>
              </a:r>
            </a:p>
            <a:p>
              <a:r>
                <a:rPr lang="en-US" altLang="es-CO" sz="1800" dirty="0">
                  <a:solidFill>
                    <a:schemeClr val="bg1">
                      <a:lumMod val="50000"/>
                    </a:schemeClr>
                  </a:solidFill>
                </a:rPr>
                <a:t>Page</a:t>
              </a:r>
            </a:p>
          </p:txBody>
        </p:sp>
        <p:sp>
          <p:nvSpPr>
            <p:cNvPr id="63" name="Rectangle 19">
              <a:extLst>
                <a:ext uri="{FF2B5EF4-FFF2-40B4-BE49-F238E27FC236}">
                  <a16:creationId xmlns:a16="http://schemas.microsoft.com/office/drawing/2014/main" id="{C2B22867-6BB6-407A-A5D5-86C5660E91D9}"/>
                </a:ext>
              </a:extLst>
            </p:cNvPr>
            <p:cNvSpPr>
              <a:spLocks noChangeArrowheads="1"/>
            </p:cNvSpPr>
            <p:nvPr/>
          </p:nvSpPr>
          <p:spPr bwMode="auto">
            <a:xfrm>
              <a:off x="7157011" y="5487328"/>
              <a:ext cx="724557"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s-CO" sz="1800" dirty="0">
                  <a:solidFill>
                    <a:schemeClr val="bg1">
                      <a:lumMod val="50000"/>
                    </a:schemeClr>
                  </a:solidFill>
                </a:rPr>
                <a:t>Data</a:t>
              </a:r>
            </a:p>
            <a:p>
              <a:r>
                <a:rPr lang="en-US" altLang="es-CO" sz="1800" dirty="0">
                  <a:solidFill>
                    <a:schemeClr val="bg1">
                      <a:lumMod val="50000"/>
                    </a:schemeClr>
                  </a:solidFill>
                </a:rPr>
                <a:t>Page</a:t>
              </a:r>
            </a:p>
          </p:txBody>
        </p:sp>
        <p:sp>
          <p:nvSpPr>
            <p:cNvPr id="64" name="Arc 20">
              <a:extLst>
                <a:ext uri="{FF2B5EF4-FFF2-40B4-BE49-F238E27FC236}">
                  <a16:creationId xmlns:a16="http://schemas.microsoft.com/office/drawing/2014/main" id="{A045E35B-F941-42D7-A377-996AF8BB229B}"/>
                </a:ext>
              </a:extLst>
            </p:cNvPr>
            <p:cNvSpPr>
              <a:spLocks/>
            </p:cNvSpPr>
            <p:nvPr/>
          </p:nvSpPr>
          <p:spPr bwMode="auto">
            <a:xfrm>
              <a:off x="2907274" y="4369728"/>
              <a:ext cx="609600" cy="381000"/>
            </a:xfrm>
            <a:custGeom>
              <a:avLst/>
              <a:gdLst>
                <a:gd name="G0" fmla="+- 21600 0 0"/>
                <a:gd name="G1" fmla="+- 21600 0 0"/>
                <a:gd name="G2" fmla="+- 21600 0 0"/>
                <a:gd name="T0" fmla="*/ 0 w 21600"/>
                <a:gd name="T1" fmla="*/ 21600 h 21600"/>
                <a:gd name="T2" fmla="*/ 21544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692"/>
                    <a:pt x="9636" y="30"/>
                    <a:pt x="21544" y="0"/>
                  </a:cubicBezTo>
                </a:path>
                <a:path w="21600" h="21600" stroke="0" extrusionOk="0">
                  <a:moveTo>
                    <a:pt x="0" y="21599"/>
                  </a:moveTo>
                  <a:cubicBezTo>
                    <a:pt x="0" y="9692"/>
                    <a:pt x="9636" y="30"/>
                    <a:pt x="21544" y="0"/>
                  </a:cubicBezTo>
                  <a:lnTo>
                    <a:pt x="21600" y="21600"/>
                  </a:lnTo>
                  <a:close/>
                </a:path>
              </a:pathLst>
            </a:custGeom>
            <a:noFill/>
            <a:ln w="12700" cap="rnd">
              <a:solidFill>
                <a:srgbClr val="CF0E30"/>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65" name="Arc 21">
              <a:extLst>
                <a:ext uri="{FF2B5EF4-FFF2-40B4-BE49-F238E27FC236}">
                  <a16:creationId xmlns:a16="http://schemas.microsoft.com/office/drawing/2014/main" id="{1A9FE09A-2F4E-4AE6-BA90-00FE55F80B9A}"/>
                </a:ext>
              </a:extLst>
            </p:cNvPr>
            <p:cNvSpPr>
              <a:spLocks/>
            </p:cNvSpPr>
            <p:nvPr/>
          </p:nvSpPr>
          <p:spPr bwMode="auto">
            <a:xfrm rot="7560000">
              <a:off x="3438293" y="4748346"/>
              <a:ext cx="609600" cy="382587"/>
            </a:xfrm>
            <a:custGeom>
              <a:avLst/>
              <a:gdLst>
                <a:gd name="G0" fmla="+- 0 0 0"/>
                <a:gd name="G1" fmla="+- 21600 0 0"/>
                <a:gd name="G2" fmla="+- 21600 0 0"/>
                <a:gd name="T0" fmla="*/ 0 w 21600"/>
                <a:gd name="T1" fmla="*/ 0 h 21600"/>
                <a:gd name="T2" fmla="*/ 21600 w 21600"/>
                <a:gd name="T3" fmla="*/ 2151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894" y="0"/>
                    <a:pt x="21550" y="9615"/>
                    <a:pt x="21599" y="21510"/>
                  </a:cubicBezTo>
                </a:path>
                <a:path w="21600" h="21600" stroke="0" extrusionOk="0">
                  <a:moveTo>
                    <a:pt x="0" y="0"/>
                  </a:moveTo>
                  <a:cubicBezTo>
                    <a:pt x="11894" y="0"/>
                    <a:pt x="21550" y="9615"/>
                    <a:pt x="21599" y="21510"/>
                  </a:cubicBezTo>
                  <a:lnTo>
                    <a:pt x="0" y="21600"/>
                  </a:lnTo>
                  <a:close/>
                </a:path>
              </a:pathLst>
            </a:custGeom>
            <a:noFill/>
            <a:ln w="12700" cap="rnd">
              <a:solidFill>
                <a:schemeClr val="accent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66" name="Arc 22">
              <a:extLst>
                <a:ext uri="{FF2B5EF4-FFF2-40B4-BE49-F238E27FC236}">
                  <a16:creationId xmlns:a16="http://schemas.microsoft.com/office/drawing/2014/main" id="{18F76EA9-E179-4046-A85E-7D0C56D9DC11}"/>
                </a:ext>
              </a:extLst>
            </p:cNvPr>
            <p:cNvSpPr>
              <a:spLocks/>
            </p:cNvSpPr>
            <p:nvPr/>
          </p:nvSpPr>
          <p:spPr bwMode="auto">
            <a:xfrm>
              <a:off x="4431274" y="3760128"/>
              <a:ext cx="838200" cy="227012"/>
            </a:xfrm>
            <a:custGeom>
              <a:avLst/>
              <a:gdLst>
                <a:gd name="G0" fmla="+- 21599 0 0"/>
                <a:gd name="G1" fmla="+- 21600 0 0"/>
                <a:gd name="G2" fmla="+- 21600 0 0"/>
                <a:gd name="T0" fmla="*/ 0 w 43199"/>
                <a:gd name="T1" fmla="*/ 21431 h 24143"/>
                <a:gd name="T2" fmla="*/ 43049 w 43199"/>
                <a:gd name="T3" fmla="*/ 24143 h 24143"/>
                <a:gd name="T4" fmla="*/ 21599 w 43199"/>
                <a:gd name="T5" fmla="*/ 21600 h 24143"/>
              </a:gdLst>
              <a:ahLst/>
              <a:cxnLst>
                <a:cxn ang="0">
                  <a:pos x="T0" y="T1"/>
                </a:cxn>
                <a:cxn ang="0">
                  <a:pos x="T2" y="T3"/>
                </a:cxn>
                <a:cxn ang="0">
                  <a:pos x="T4" y="T5"/>
                </a:cxn>
              </a:cxnLst>
              <a:rect l="0" t="0" r="r" b="b"/>
              <a:pathLst>
                <a:path w="43199" h="24143" fill="none" extrusionOk="0">
                  <a:moveTo>
                    <a:pt x="-1" y="21430"/>
                  </a:moveTo>
                  <a:cubicBezTo>
                    <a:pt x="92" y="9567"/>
                    <a:pt x="9735" y="0"/>
                    <a:pt x="21599" y="0"/>
                  </a:cubicBezTo>
                  <a:cubicBezTo>
                    <a:pt x="33528" y="0"/>
                    <a:pt x="43199" y="9670"/>
                    <a:pt x="43199" y="21600"/>
                  </a:cubicBezTo>
                  <a:cubicBezTo>
                    <a:pt x="43199" y="22449"/>
                    <a:pt x="43148" y="23299"/>
                    <a:pt x="43048" y="24142"/>
                  </a:cubicBezTo>
                </a:path>
                <a:path w="43199" h="24143" stroke="0" extrusionOk="0">
                  <a:moveTo>
                    <a:pt x="-1" y="21430"/>
                  </a:moveTo>
                  <a:cubicBezTo>
                    <a:pt x="92" y="9567"/>
                    <a:pt x="9735" y="0"/>
                    <a:pt x="21599" y="0"/>
                  </a:cubicBezTo>
                  <a:cubicBezTo>
                    <a:pt x="33528" y="0"/>
                    <a:pt x="43199" y="9670"/>
                    <a:pt x="43199" y="21600"/>
                  </a:cubicBezTo>
                  <a:cubicBezTo>
                    <a:pt x="43199" y="22449"/>
                    <a:pt x="43148" y="23299"/>
                    <a:pt x="43048" y="24142"/>
                  </a:cubicBezTo>
                  <a:lnTo>
                    <a:pt x="21599" y="21600"/>
                  </a:lnTo>
                  <a:close/>
                </a:path>
              </a:pathLst>
            </a:custGeom>
            <a:noFill/>
            <a:ln w="12700" cap="rnd">
              <a:solidFill>
                <a:srgbClr val="CF0E30"/>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67" name="Arc 23">
              <a:extLst>
                <a:ext uri="{FF2B5EF4-FFF2-40B4-BE49-F238E27FC236}">
                  <a16:creationId xmlns:a16="http://schemas.microsoft.com/office/drawing/2014/main" id="{2B56A16F-BBA4-47AE-9AAA-5C840202F1FA}"/>
                </a:ext>
              </a:extLst>
            </p:cNvPr>
            <p:cNvSpPr>
              <a:spLocks/>
            </p:cNvSpPr>
            <p:nvPr/>
          </p:nvSpPr>
          <p:spPr bwMode="auto">
            <a:xfrm>
              <a:off x="4507474" y="4823753"/>
              <a:ext cx="838200" cy="228600"/>
            </a:xfrm>
            <a:custGeom>
              <a:avLst/>
              <a:gdLst>
                <a:gd name="G0" fmla="+- 21600 0 0"/>
                <a:gd name="G1" fmla="+- 2865 0 0"/>
                <a:gd name="G2" fmla="+- 21600 0 0"/>
                <a:gd name="T0" fmla="*/ 43199 w 43200"/>
                <a:gd name="T1" fmla="*/ 2696 h 24465"/>
                <a:gd name="T2" fmla="*/ 191 w 43200"/>
                <a:gd name="T3" fmla="*/ 0 h 24465"/>
                <a:gd name="T4" fmla="*/ 21600 w 43200"/>
                <a:gd name="T5" fmla="*/ 2865 h 24465"/>
              </a:gdLst>
              <a:ahLst/>
              <a:cxnLst>
                <a:cxn ang="0">
                  <a:pos x="T0" y="T1"/>
                </a:cxn>
                <a:cxn ang="0">
                  <a:pos x="T2" y="T3"/>
                </a:cxn>
                <a:cxn ang="0">
                  <a:pos x="T4" y="T5"/>
                </a:cxn>
              </a:cxnLst>
              <a:rect l="0" t="0" r="r" b="b"/>
              <a:pathLst>
                <a:path w="43200" h="24465" fill="none" extrusionOk="0">
                  <a:moveTo>
                    <a:pt x="43199" y="2695"/>
                  </a:moveTo>
                  <a:cubicBezTo>
                    <a:pt x="43199" y="2752"/>
                    <a:pt x="43200" y="2808"/>
                    <a:pt x="43200" y="2865"/>
                  </a:cubicBezTo>
                  <a:cubicBezTo>
                    <a:pt x="43200" y="14794"/>
                    <a:pt x="33529" y="24465"/>
                    <a:pt x="21600" y="24465"/>
                  </a:cubicBezTo>
                  <a:cubicBezTo>
                    <a:pt x="9670" y="24465"/>
                    <a:pt x="0" y="14794"/>
                    <a:pt x="0" y="2865"/>
                  </a:cubicBezTo>
                  <a:cubicBezTo>
                    <a:pt x="0" y="1906"/>
                    <a:pt x="63" y="949"/>
                    <a:pt x="190" y="-1"/>
                  </a:cubicBezTo>
                </a:path>
                <a:path w="43200" h="24465" stroke="0" extrusionOk="0">
                  <a:moveTo>
                    <a:pt x="43199" y="2695"/>
                  </a:moveTo>
                  <a:cubicBezTo>
                    <a:pt x="43199" y="2752"/>
                    <a:pt x="43200" y="2808"/>
                    <a:pt x="43200" y="2865"/>
                  </a:cubicBezTo>
                  <a:cubicBezTo>
                    <a:pt x="43200" y="14794"/>
                    <a:pt x="33529" y="24465"/>
                    <a:pt x="21600" y="24465"/>
                  </a:cubicBezTo>
                  <a:cubicBezTo>
                    <a:pt x="9670" y="24465"/>
                    <a:pt x="0" y="14794"/>
                    <a:pt x="0" y="2865"/>
                  </a:cubicBezTo>
                  <a:cubicBezTo>
                    <a:pt x="0" y="1906"/>
                    <a:pt x="63" y="949"/>
                    <a:pt x="190" y="-1"/>
                  </a:cubicBezTo>
                  <a:lnTo>
                    <a:pt x="21600" y="2865"/>
                  </a:lnTo>
                  <a:close/>
                </a:path>
              </a:pathLst>
            </a:custGeom>
            <a:noFill/>
            <a:ln w="12700" cap="rnd">
              <a:solidFill>
                <a:schemeClr val="accent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68" name="Arc 24">
              <a:extLst>
                <a:ext uri="{FF2B5EF4-FFF2-40B4-BE49-F238E27FC236}">
                  <a16:creationId xmlns:a16="http://schemas.microsoft.com/office/drawing/2014/main" id="{1B8FDB13-80A3-4720-9835-8E40E92EBA2F}"/>
                </a:ext>
              </a:extLst>
            </p:cNvPr>
            <p:cNvSpPr>
              <a:spLocks/>
            </p:cNvSpPr>
            <p:nvPr/>
          </p:nvSpPr>
          <p:spPr bwMode="auto">
            <a:xfrm>
              <a:off x="5574274" y="3760128"/>
              <a:ext cx="838200" cy="227012"/>
            </a:xfrm>
            <a:custGeom>
              <a:avLst/>
              <a:gdLst>
                <a:gd name="G0" fmla="+- 21599 0 0"/>
                <a:gd name="G1" fmla="+- 21600 0 0"/>
                <a:gd name="G2" fmla="+- 21600 0 0"/>
                <a:gd name="T0" fmla="*/ 0 w 43199"/>
                <a:gd name="T1" fmla="*/ 21431 h 24143"/>
                <a:gd name="T2" fmla="*/ 43049 w 43199"/>
                <a:gd name="T3" fmla="*/ 24143 h 24143"/>
                <a:gd name="T4" fmla="*/ 21599 w 43199"/>
                <a:gd name="T5" fmla="*/ 21600 h 24143"/>
              </a:gdLst>
              <a:ahLst/>
              <a:cxnLst>
                <a:cxn ang="0">
                  <a:pos x="T0" y="T1"/>
                </a:cxn>
                <a:cxn ang="0">
                  <a:pos x="T2" y="T3"/>
                </a:cxn>
                <a:cxn ang="0">
                  <a:pos x="T4" y="T5"/>
                </a:cxn>
              </a:cxnLst>
              <a:rect l="0" t="0" r="r" b="b"/>
              <a:pathLst>
                <a:path w="43199" h="24143" fill="none" extrusionOk="0">
                  <a:moveTo>
                    <a:pt x="-1" y="21430"/>
                  </a:moveTo>
                  <a:cubicBezTo>
                    <a:pt x="92" y="9567"/>
                    <a:pt x="9735" y="0"/>
                    <a:pt x="21599" y="0"/>
                  </a:cubicBezTo>
                  <a:cubicBezTo>
                    <a:pt x="33528" y="0"/>
                    <a:pt x="43199" y="9670"/>
                    <a:pt x="43199" y="21600"/>
                  </a:cubicBezTo>
                  <a:cubicBezTo>
                    <a:pt x="43199" y="22449"/>
                    <a:pt x="43148" y="23299"/>
                    <a:pt x="43048" y="24142"/>
                  </a:cubicBezTo>
                </a:path>
                <a:path w="43199" h="24143" stroke="0" extrusionOk="0">
                  <a:moveTo>
                    <a:pt x="-1" y="21430"/>
                  </a:moveTo>
                  <a:cubicBezTo>
                    <a:pt x="92" y="9567"/>
                    <a:pt x="9735" y="0"/>
                    <a:pt x="21599" y="0"/>
                  </a:cubicBezTo>
                  <a:cubicBezTo>
                    <a:pt x="33528" y="0"/>
                    <a:pt x="43199" y="9670"/>
                    <a:pt x="43199" y="21600"/>
                  </a:cubicBezTo>
                  <a:cubicBezTo>
                    <a:pt x="43199" y="22449"/>
                    <a:pt x="43148" y="23299"/>
                    <a:pt x="43048" y="24142"/>
                  </a:cubicBezTo>
                  <a:lnTo>
                    <a:pt x="21599" y="21600"/>
                  </a:lnTo>
                  <a:close/>
                </a:path>
              </a:pathLst>
            </a:custGeom>
            <a:noFill/>
            <a:ln w="12700" cap="rnd">
              <a:solidFill>
                <a:srgbClr val="CF0E30"/>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69" name="Arc 25">
              <a:extLst>
                <a:ext uri="{FF2B5EF4-FFF2-40B4-BE49-F238E27FC236}">
                  <a16:creationId xmlns:a16="http://schemas.microsoft.com/office/drawing/2014/main" id="{3CF9AA44-F606-4E9A-B72A-622CE22144A6}"/>
                </a:ext>
              </a:extLst>
            </p:cNvPr>
            <p:cNvSpPr>
              <a:spLocks/>
            </p:cNvSpPr>
            <p:nvPr/>
          </p:nvSpPr>
          <p:spPr bwMode="auto">
            <a:xfrm>
              <a:off x="5650474" y="4823753"/>
              <a:ext cx="838200" cy="228600"/>
            </a:xfrm>
            <a:custGeom>
              <a:avLst/>
              <a:gdLst>
                <a:gd name="G0" fmla="+- 21600 0 0"/>
                <a:gd name="G1" fmla="+- 2865 0 0"/>
                <a:gd name="G2" fmla="+- 21600 0 0"/>
                <a:gd name="T0" fmla="*/ 43199 w 43200"/>
                <a:gd name="T1" fmla="*/ 2696 h 24465"/>
                <a:gd name="T2" fmla="*/ 191 w 43200"/>
                <a:gd name="T3" fmla="*/ 0 h 24465"/>
                <a:gd name="T4" fmla="*/ 21600 w 43200"/>
                <a:gd name="T5" fmla="*/ 2865 h 24465"/>
              </a:gdLst>
              <a:ahLst/>
              <a:cxnLst>
                <a:cxn ang="0">
                  <a:pos x="T0" y="T1"/>
                </a:cxn>
                <a:cxn ang="0">
                  <a:pos x="T2" y="T3"/>
                </a:cxn>
                <a:cxn ang="0">
                  <a:pos x="T4" y="T5"/>
                </a:cxn>
              </a:cxnLst>
              <a:rect l="0" t="0" r="r" b="b"/>
              <a:pathLst>
                <a:path w="43200" h="24465" fill="none" extrusionOk="0">
                  <a:moveTo>
                    <a:pt x="43199" y="2695"/>
                  </a:moveTo>
                  <a:cubicBezTo>
                    <a:pt x="43199" y="2752"/>
                    <a:pt x="43200" y="2808"/>
                    <a:pt x="43200" y="2865"/>
                  </a:cubicBezTo>
                  <a:cubicBezTo>
                    <a:pt x="43200" y="14794"/>
                    <a:pt x="33529" y="24465"/>
                    <a:pt x="21600" y="24465"/>
                  </a:cubicBezTo>
                  <a:cubicBezTo>
                    <a:pt x="9670" y="24465"/>
                    <a:pt x="0" y="14794"/>
                    <a:pt x="0" y="2865"/>
                  </a:cubicBezTo>
                  <a:cubicBezTo>
                    <a:pt x="0" y="1906"/>
                    <a:pt x="63" y="949"/>
                    <a:pt x="190" y="-1"/>
                  </a:cubicBezTo>
                </a:path>
                <a:path w="43200" h="24465" stroke="0" extrusionOk="0">
                  <a:moveTo>
                    <a:pt x="43199" y="2695"/>
                  </a:moveTo>
                  <a:cubicBezTo>
                    <a:pt x="43199" y="2752"/>
                    <a:pt x="43200" y="2808"/>
                    <a:pt x="43200" y="2865"/>
                  </a:cubicBezTo>
                  <a:cubicBezTo>
                    <a:pt x="43200" y="14794"/>
                    <a:pt x="33529" y="24465"/>
                    <a:pt x="21600" y="24465"/>
                  </a:cubicBezTo>
                  <a:cubicBezTo>
                    <a:pt x="9670" y="24465"/>
                    <a:pt x="0" y="14794"/>
                    <a:pt x="0" y="2865"/>
                  </a:cubicBezTo>
                  <a:cubicBezTo>
                    <a:pt x="0" y="1906"/>
                    <a:pt x="63" y="949"/>
                    <a:pt x="190" y="-1"/>
                  </a:cubicBezTo>
                  <a:lnTo>
                    <a:pt x="21600" y="2865"/>
                  </a:lnTo>
                  <a:close/>
                </a:path>
              </a:pathLst>
            </a:custGeom>
            <a:noFill/>
            <a:ln w="12700" cap="rnd">
              <a:solidFill>
                <a:schemeClr val="accent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70" name="Arc 26">
              <a:extLst>
                <a:ext uri="{FF2B5EF4-FFF2-40B4-BE49-F238E27FC236}">
                  <a16:creationId xmlns:a16="http://schemas.microsoft.com/office/drawing/2014/main" id="{6EFB3035-D2B1-4466-A533-3DFFF1C4A716}"/>
                </a:ext>
              </a:extLst>
            </p:cNvPr>
            <p:cNvSpPr>
              <a:spLocks/>
            </p:cNvSpPr>
            <p:nvPr/>
          </p:nvSpPr>
          <p:spPr bwMode="auto">
            <a:xfrm>
              <a:off x="6717274" y="3760128"/>
              <a:ext cx="838200" cy="227012"/>
            </a:xfrm>
            <a:custGeom>
              <a:avLst/>
              <a:gdLst>
                <a:gd name="G0" fmla="+- 21599 0 0"/>
                <a:gd name="G1" fmla="+- 21600 0 0"/>
                <a:gd name="G2" fmla="+- 21600 0 0"/>
                <a:gd name="T0" fmla="*/ 0 w 43199"/>
                <a:gd name="T1" fmla="*/ 21431 h 24143"/>
                <a:gd name="T2" fmla="*/ 43049 w 43199"/>
                <a:gd name="T3" fmla="*/ 24143 h 24143"/>
                <a:gd name="T4" fmla="*/ 21599 w 43199"/>
                <a:gd name="T5" fmla="*/ 21600 h 24143"/>
              </a:gdLst>
              <a:ahLst/>
              <a:cxnLst>
                <a:cxn ang="0">
                  <a:pos x="T0" y="T1"/>
                </a:cxn>
                <a:cxn ang="0">
                  <a:pos x="T2" y="T3"/>
                </a:cxn>
                <a:cxn ang="0">
                  <a:pos x="T4" y="T5"/>
                </a:cxn>
              </a:cxnLst>
              <a:rect l="0" t="0" r="r" b="b"/>
              <a:pathLst>
                <a:path w="43199" h="24143" fill="none" extrusionOk="0">
                  <a:moveTo>
                    <a:pt x="-1" y="21430"/>
                  </a:moveTo>
                  <a:cubicBezTo>
                    <a:pt x="92" y="9567"/>
                    <a:pt x="9735" y="0"/>
                    <a:pt x="21599" y="0"/>
                  </a:cubicBezTo>
                  <a:cubicBezTo>
                    <a:pt x="33528" y="0"/>
                    <a:pt x="43199" y="9670"/>
                    <a:pt x="43199" y="21600"/>
                  </a:cubicBezTo>
                  <a:cubicBezTo>
                    <a:pt x="43199" y="22449"/>
                    <a:pt x="43148" y="23299"/>
                    <a:pt x="43048" y="24142"/>
                  </a:cubicBezTo>
                </a:path>
                <a:path w="43199" h="24143" stroke="0" extrusionOk="0">
                  <a:moveTo>
                    <a:pt x="-1" y="21430"/>
                  </a:moveTo>
                  <a:cubicBezTo>
                    <a:pt x="92" y="9567"/>
                    <a:pt x="9735" y="0"/>
                    <a:pt x="21599" y="0"/>
                  </a:cubicBezTo>
                  <a:cubicBezTo>
                    <a:pt x="33528" y="0"/>
                    <a:pt x="43199" y="9670"/>
                    <a:pt x="43199" y="21600"/>
                  </a:cubicBezTo>
                  <a:cubicBezTo>
                    <a:pt x="43199" y="22449"/>
                    <a:pt x="43148" y="23299"/>
                    <a:pt x="43048" y="24142"/>
                  </a:cubicBezTo>
                  <a:lnTo>
                    <a:pt x="21599" y="21600"/>
                  </a:lnTo>
                  <a:close/>
                </a:path>
              </a:pathLst>
            </a:custGeom>
            <a:noFill/>
            <a:ln w="12700" cap="rnd">
              <a:solidFill>
                <a:srgbClr val="CF0E30"/>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71" name="Arc 27">
              <a:extLst>
                <a:ext uri="{FF2B5EF4-FFF2-40B4-BE49-F238E27FC236}">
                  <a16:creationId xmlns:a16="http://schemas.microsoft.com/office/drawing/2014/main" id="{723E2742-F849-439F-8350-53D19013DB86}"/>
                </a:ext>
              </a:extLst>
            </p:cNvPr>
            <p:cNvSpPr>
              <a:spLocks/>
            </p:cNvSpPr>
            <p:nvPr/>
          </p:nvSpPr>
          <p:spPr bwMode="auto">
            <a:xfrm>
              <a:off x="6793474" y="4823753"/>
              <a:ext cx="838200" cy="228600"/>
            </a:xfrm>
            <a:custGeom>
              <a:avLst/>
              <a:gdLst>
                <a:gd name="G0" fmla="+- 21600 0 0"/>
                <a:gd name="G1" fmla="+- 2865 0 0"/>
                <a:gd name="G2" fmla="+- 21600 0 0"/>
                <a:gd name="T0" fmla="*/ 43199 w 43200"/>
                <a:gd name="T1" fmla="*/ 2696 h 24465"/>
                <a:gd name="T2" fmla="*/ 191 w 43200"/>
                <a:gd name="T3" fmla="*/ 0 h 24465"/>
                <a:gd name="T4" fmla="*/ 21600 w 43200"/>
                <a:gd name="T5" fmla="*/ 2865 h 24465"/>
              </a:gdLst>
              <a:ahLst/>
              <a:cxnLst>
                <a:cxn ang="0">
                  <a:pos x="T0" y="T1"/>
                </a:cxn>
                <a:cxn ang="0">
                  <a:pos x="T2" y="T3"/>
                </a:cxn>
                <a:cxn ang="0">
                  <a:pos x="T4" y="T5"/>
                </a:cxn>
              </a:cxnLst>
              <a:rect l="0" t="0" r="r" b="b"/>
              <a:pathLst>
                <a:path w="43200" h="24465" fill="none" extrusionOk="0">
                  <a:moveTo>
                    <a:pt x="43199" y="2695"/>
                  </a:moveTo>
                  <a:cubicBezTo>
                    <a:pt x="43199" y="2752"/>
                    <a:pt x="43200" y="2808"/>
                    <a:pt x="43200" y="2865"/>
                  </a:cubicBezTo>
                  <a:cubicBezTo>
                    <a:pt x="43200" y="14794"/>
                    <a:pt x="33529" y="24465"/>
                    <a:pt x="21600" y="24465"/>
                  </a:cubicBezTo>
                  <a:cubicBezTo>
                    <a:pt x="9670" y="24465"/>
                    <a:pt x="0" y="14794"/>
                    <a:pt x="0" y="2865"/>
                  </a:cubicBezTo>
                  <a:cubicBezTo>
                    <a:pt x="0" y="1906"/>
                    <a:pt x="63" y="949"/>
                    <a:pt x="190" y="-1"/>
                  </a:cubicBezTo>
                </a:path>
                <a:path w="43200" h="24465" stroke="0" extrusionOk="0">
                  <a:moveTo>
                    <a:pt x="43199" y="2695"/>
                  </a:moveTo>
                  <a:cubicBezTo>
                    <a:pt x="43199" y="2752"/>
                    <a:pt x="43200" y="2808"/>
                    <a:pt x="43200" y="2865"/>
                  </a:cubicBezTo>
                  <a:cubicBezTo>
                    <a:pt x="43200" y="14794"/>
                    <a:pt x="33529" y="24465"/>
                    <a:pt x="21600" y="24465"/>
                  </a:cubicBezTo>
                  <a:cubicBezTo>
                    <a:pt x="9670" y="24465"/>
                    <a:pt x="0" y="14794"/>
                    <a:pt x="0" y="2865"/>
                  </a:cubicBezTo>
                  <a:cubicBezTo>
                    <a:pt x="0" y="1906"/>
                    <a:pt x="63" y="949"/>
                    <a:pt x="190" y="-1"/>
                  </a:cubicBezTo>
                  <a:lnTo>
                    <a:pt x="21600" y="2865"/>
                  </a:lnTo>
                  <a:close/>
                </a:path>
              </a:pathLst>
            </a:custGeom>
            <a:noFill/>
            <a:ln w="12700" cap="rnd">
              <a:solidFill>
                <a:schemeClr val="accent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72" name="Arc 28">
              <a:extLst>
                <a:ext uri="{FF2B5EF4-FFF2-40B4-BE49-F238E27FC236}">
                  <a16:creationId xmlns:a16="http://schemas.microsoft.com/office/drawing/2014/main" id="{54631A62-2EFB-4E71-95DE-65CFFB3B393E}"/>
                </a:ext>
              </a:extLst>
            </p:cNvPr>
            <p:cNvSpPr>
              <a:spLocks/>
            </p:cNvSpPr>
            <p:nvPr/>
          </p:nvSpPr>
          <p:spPr bwMode="auto">
            <a:xfrm>
              <a:off x="4431274" y="5207928"/>
              <a:ext cx="838200" cy="227012"/>
            </a:xfrm>
            <a:custGeom>
              <a:avLst/>
              <a:gdLst>
                <a:gd name="G0" fmla="+- 21599 0 0"/>
                <a:gd name="G1" fmla="+- 21600 0 0"/>
                <a:gd name="G2" fmla="+- 21600 0 0"/>
                <a:gd name="T0" fmla="*/ 0 w 43199"/>
                <a:gd name="T1" fmla="*/ 21431 h 24143"/>
                <a:gd name="T2" fmla="*/ 43049 w 43199"/>
                <a:gd name="T3" fmla="*/ 24143 h 24143"/>
                <a:gd name="T4" fmla="*/ 21599 w 43199"/>
                <a:gd name="T5" fmla="*/ 21600 h 24143"/>
              </a:gdLst>
              <a:ahLst/>
              <a:cxnLst>
                <a:cxn ang="0">
                  <a:pos x="T0" y="T1"/>
                </a:cxn>
                <a:cxn ang="0">
                  <a:pos x="T2" y="T3"/>
                </a:cxn>
                <a:cxn ang="0">
                  <a:pos x="T4" y="T5"/>
                </a:cxn>
              </a:cxnLst>
              <a:rect l="0" t="0" r="r" b="b"/>
              <a:pathLst>
                <a:path w="43199" h="24143" fill="none" extrusionOk="0">
                  <a:moveTo>
                    <a:pt x="-1" y="21430"/>
                  </a:moveTo>
                  <a:cubicBezTo>
                    <a:pt x="92" y="9567"/>
                    <a:pt x="9735" y="0"/>
                    <a:pt x="21599" y="0"/>
                  </a:cubicBezTo>
                  <a:cubicBezTo>
                    <a:pt x="33528" y="0"/>
                    <a:pt x="43199" y="9670"/>
                    <a:pt x="43199" y="21600"/>
                  </a:cubicBezTo>
                  <a:cubicBezTo>
                    <a:pt x="43199" y="22449"/>
                    <a:pt x="43148" y="23299"/>
                    <a:pt x="43048" y="24142"/>
                  </a:cubicBezTo>
                </a:path>
                <a:path w="43199" h="24143" stroke="0" extrusionOk="0">
                  <a:moveTo>
                    <a:pt x="-1" y="21430"/>
                  </a:moveTo>
                  <a:cubicBezTo>
                    <a:pt x="92" y="9567"/>
                    <a:pt x="9735" y="0"/>
                    <a:pt x="21599" y="0"/>
                  </a:cubicBezTo>
                  <a:cubicBezTo>
                    <a:pt x="33528" y="0"/>
                    <a:pt x="43199" y="9670"/>
                    <a:pt x="43199" y="21600"/>
                  </a:cubicBezTo>
                  <a:cubicBezTo>
                    <a:pt x="43199" y="22449"/>
                    <a:pt x="43148" y="23299"/>
                    <a:pt x="43048" y="24142"/>
                  </a:cubicBezTo>
                  <a:lnTo>
                    <a:pt x="21599" y="21600"/>
                  </a:lnTo>
                  <a:close/>
                </a:path>
              </a:pathLst>
            </a:custGeom>
            <a:noFill/>
            <a:ln w="12700" cap="rnd">
              <a:solidFill>
                <a:srgbClr val="063DE8"/>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73" name="Arc 29">
              <a:extLst>
                <a:ext uri="{FF2B5EF4-FFF2-40B4-BE49-F238E27FC236}">
                  <a16:creationId xmlns:a16="http://schemas.microsoft.com/office/drawing/2014/main" id="{155268FE-737A-4A76-AA3D-74BF4825CC41}"/>
                </a:ext>
              </a:extLst>
            </p:cNvPr>
            <p:cNvSpPr>
              <a:spLocks/>
            </p:cNvSpPr>
            <p:nvPr/>
          </p:nvSpPr>
          <p:spPr bwMode="auto">
            <a:xfrm>
              <a:off x="4507474" y="6271553"/>
              <a:ext cx="838200" cy="228600"/>
            </a:xfrm>
            <a:custGeom>
              <a:avLst/>
              <a:gdLst>
                <a:gd name="G0" fmla="+- 21600 0 0"/>
                <a:gd name="G1" fmla="+- 2865 0 0"/>
                <a:gd name="G2" fmla="+- 21600 0 0"/>
                <a:gd name="T0" fmla="*/ 43199 w 43200"/>
                <a:gd name="T1" fmla="*/ 2696 h 24465"/>
                <a:gd name="T2" fmla="*/ 191 w 43200"/>
                <a:gd name="T3" fmla="*/ 0 h 24465"/>
                <a:gd name="T4" fmla="*/ 21600 w 43200"/>
                <a:gd name="T5" fmla="*/ 2865 h 24465"/>
              </a:gdLst>
              <a:ahLst/>
              <a:cxnLst>
                <a:cxn ang="0">
                  <a:pos x="T0" y="T1"/>
                </a:cxn>
                <a:cxn ang="0">
                  <a:pos x="T2" y="T3"/>
                </a:cxn>
                <a:cxn ang="0">
                  <a:pos x="T4" y="T5"/>
                </a:cxn>
              </a:cxnLst>
              <a:rect l="0" t="0" r="r" b="b"/>
              <a:pathLst>
                <a:path w="43200" h="24465" fill="none" extrusionOk="0">
                  <a:moveTo>
                    <a:pt x="43199" y="2695"/>
                  </a:moveTo>
                  <a:cubicBezTo>
                    <a:pt x="43199" y="2752"/>
                    <a:pt x="43200" y="2808"/>
                    <a:pt x="43200" y="2865"/>
                  </a:cubicBezTo>
                  <a:cubicBezTo>
                    <a:pt x="43200" y="14794"/>
                    <a:pt x="33529" y="24465"/>
                    <a:pt x="21600" y="24465"/>
                  </a:cubicBezTo>
                  <a:cubicBezTo>
                    <a:pt x="9670" y="24465"/>
                    <a:pt x="0" y="14794"/>
                    <a:pt x="0" y="2865"/>
                  </a:cubicBezTo>
                  <a:cubicBezTo>
                    <a:pt x="0" y="1906"/>
                    <a:pt x="63" y="949"/>
                    <a:pt x="190" y="-1"/>
                  </a:cubicBezTo>
                </a:path>
                <a:path w="43200" h="24465" stroke="0" extrusionOk="0">
                  <a:moveTo>
                    <a:pt x="43199" y="2695"/>
                  </a:moveTo>
                  <a:cubicBezTo>
                    <a:pt x="43199" y="2752"/>
                    <a:pt x="43200" y="2808"/>
                    <a:pt x="43200" y="2865"/>
                  </a:cubicBezTo>
                  <a:cubicBezTo>
                    <a:pt x="43200" y="14794"/>
                    <a:pt x="33529" y="24465"/>
                    <a:pt x="21600" y="24465"/>
                  </a:cubicBezTo>
                  <a:cubicBezTo>
                    <a:pt x="9670" y="24465"/>
                    <a:pt x="0" y="14794"/>
                    <a:pt x="0" y="2865"/>
                  </a:cubicBezTo>
                  <a:cubicBezTo>
                    <a:pt x="0" y="1906"/>
                    <a:pt x="63" y="949"/>
                    <a:pt x="190" y="-1"/>
                  </a:cubicBezTo>
                  <a:lnTo>
                    <a:pt x="21600" y="2865"/>
                  </a:lnTo>
                  <a:close/>
                </a:path>
              </a:pathLst>
            </a:custGeom>
            <a:noFill/>
            <a:ln w="12700" cap="rnd">
              <a:solidFill>
                <a:srgbClr val="B760F9"/>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74" name="Arc 30">
              <a:extLst>
                <a:ext uri="{FF2B5EF4-FFF2-40B4-BE49-F238E27FC236}">
                  <a16:creationId xmlns:a16="http://schemas.microsoft.com/office/drawing/2014/main" id="{BDCD04D3-15E9-4C9C-880B-C12D5905703C}"/>
                </a:ext>
              </a:extLst>
            </p:cNvPr>
            <p:cNvSpPr>
              <a:spLocks/>
            </p:cNvSpPr>
            <p:nvPr/>
          </p:nvSpPr>
          <p:spPr bwMode="auto">
            <a:xfrm>
              <a:off x="5574274" y="5207928"/>
              <a:ext cx="838200" cy="227012"/>
            </a:xfrm>
            <a:custGeom>
              <a:avLst/>
              <a:gdLst>
                <a:gd name="G0" fmla="+- 21599 0 0"/>
                <a:gd name="G1" fmla="+- 21600 0 0"/>
                <a:gd name="G2" fmla="+- 21600 0 0"/>
                <a:gd name="T0" fmla="*/ 0 w 43199"/>
                <a:gd name="T1" fmla="*/ 21431 h 24143"/>
                <a:gd name="T2" fmla="*/ 43049 w 43199"/>
                <a:gd name="T3" fmla="*/ 24143 h 24143"/>
                <a:gd name="T4" fmla="*/ 21599 w 43199"/>
                <a:gd name="T5" fmla="*/ 21600 h 24143"/>
              </a:gdLst>
              <a:ahLst/>
              <a:cxnLst>
                <a:cxn ang="0">
                  <a:pos x="T0" y="T1"/>
                </a:cxn>
                <a:cxn ang="0">
                  <a:pos x="T2" y="T3"/>
                </a:cxn>
                <a:cxn ang="0">
                  <a:pos x="T4" y="T5"/>
                </a:cxn>
              </a:cxnLst>
              <a:rect l="0" t="0" r="r" b="b"/>
              <a:pathLst>
                <a:path w="43199" h="24143" fill="none" extrusionOk="0">
                  <a:moveTo>
                    <a:pt x="-1" y="21430"/>
                  </a:moveTo>
                  <a:cubicBezTo>
                    <a:pt x="92" y="9567"/>
                    <a:pt x="9735" y="0"/>
                    <a:pt x="21599" y="0"/>
                  </a:cubicBezTo>
                  <a:cubicBezTo>
                    <a:pt x="33528" y="0"/>
                    <a:pt x="43199" y="9670"/>
                    <a:pt x="43199" y="21600"/>
                  </a:cubicBezTo>
                  <a:cubicBezTo>
                    <a:pt x="43199" y="22449"/>
                    <a:pt x="43148" y="23299"/>
                    <a:pt x="43048" y="24142"/>
                  </a:cubicBezTo>
                </a:path>
                <a:path w="43199" h="24143" stroke="0" extrusionOk="0">
                  <a:moveTo>
                    <a:pt x="-1" y="21430"/>
                  </a:moveTo>
                  <a:cubicBezTo>
                    <a:pt x="92" y="9567"/>
                    <a:pt x="9735" y="0"/>
                    <a:pt x="21599" y="0"/>
                  </a:cubicBezTo>
                  <a:cubicBezTo>
                    <a:pt x="33528" y="0"/>
                    <a:pt x="43199" y="9670"/>
                    <a:pt x="43199" y="21600"/>
                  </a:cubicBezTo>
                  <a:cubicBezTo>
                    <a:pt x="43199" y="22449"/>
                    <a:pt x="43148" y="23299"/>
                    <a:pt x="43048" y="24142"/>
                  </a:cubicBezTo>
                  <a:lnTo>
                    <a:pt x="21599" y="21600"/>
                  </a:lnTo>
                  <a:close/>
                </a:path>
              </a:pathLst>
            </a:custGeom>
            <a:noFill/>
            <a:ln w="12700" cap="rnd">
              <a:solidFill>
                <a:srgbClr val="063DE8"/>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75" name="Arc 31">
              <a:extLst>
                <a:ext uri="{FF2B5EF4-FFF2-40B4-BE49-F238E27FC236}">
                  <a16:creationId xmlns:a16="http://schemas.microsoft.com/office/drawing/2014/main" id="{0251BC9E-6233-4596-9C64-3E5FD8C600D8}"/>
                </a:ext>
              </a:extLst>
            </p:cNvPr>
            <p:cNvSpPr>
              <a:spLocks/>
            </p:cNvSpPr>
            <p:nvPr/>
          </p:nvSpPr>
          <p:spPr bwMode="auto">
            <a:xfrm>
              <a:off x="5650474" y="6271553"/>
              <a:ext cx="838200" cy="228600"/>
            </a:xfrm>
            <a:custGeom>
              <a:avLst/>
              <a:gdLst>
                <a:gd name="G0" fmla="+- 21600 0 0"/>
                <a:gd name="G1" fmla="+- 2865 0 0"/>
                <a:gd name="G2" fmla="+- 21600 0 0"/>
                <a:gd name="T0" fmla="*/ 43199 w 43200"/>
                <a:gd name="T1" fmla="*/ 2696 h 24465"/>
                <a:gd name="T2" fmla="*/ 191 w 43200"/>
                <a:gd name="T3" fmla="*/ 0 h 24465"/>
                <a:gd name="T4" fmla="*/ 21600 w 43200"/>
                <a:gd name="T5" fmla="*/ 2865 h 24465"/>
              </a:gdLst>
              <a:ahLst/>
              <a:cxnLst>
                <a:cxn ang="0">
                  <a:pos x="T0" y="T1"/>
                </a:cxn>
                <a:cxn ang="0">
                  <a:pos x="T2" y="T3"/>
                </a:cxn>
                <a:cxn ang="0">
                  <a:pos x="T4" y="T5"/>
                </a:cxn>
              </a:cxnLst>
              <a:rect l="0" t="0" r="r" b="b"/>
              <a:pathLst>
                <a:path w="43200" h="24465" fill="none" extrusionOk="0">
                  <a:moveTo>
                    <a:pt x="43199" y="2695"/>
                  </a:moveTo>
                  <a:cubicBezTo>
                    <a:pt x="43199" y="2752"/>
                    <a:pt x="43200" y="2808"/>
                    <a:pt x="43200" y="2865"/>
                  </a:cubicBezTo>
                  <a:cubicBezTo>
                    <a:pt x="43200" y="14794"/>
                    <a:pt x="33529" y="24465"/>
                    <a:pt x="21600" y="24465"/>
                  </a:cubicBezTo>
                  <a:cubicBezTo>
                    <a:pt x="9670" y="24465"/>
                    <a:pt x="0" y="14794"/>
                    <a:pt x="0" y="2865"/>
                  </a:cubicBezTo>
                  <a:cubicBezTo>
                    <a:pt x="0" y="1906"/>
                    <a:pt x="63" y="949"/>
                    <a:pt x="190" y="-1"/>
                  </a:cubicBezTo>
                </a:path>
                <a:path w="43200" h="24465" stroke="0" extrusionOk="0">
                  <a:moveTo>
                    <a:pt x="43199" y="2695"/>
                  </a:moveTo>
                  <a:cubicBezTo>
                    <a:pt x="43199" y="2752"/>
                    <a:pt x="43200" y="2808"/>
                    <a:pt x="43200" y="2865"/>
                  </a:cubicBezTo>
                  <a:cubicBezTo>
                    <a:pt x="43200" y="14794"/>
                    <a:pt x="33529" y="24465"/>
                    <a:pt x="21600" y="24465"/>
                  </a:cubicBezTo>
                  <a:cubicBezTo>
                    <a:pt x="9670" y="24465"/>
                    <a:pt x="0" y="14794"/>
                    <a:pt x="0" y="2865"/>
                  </a:cubicBezTo>
                  <a:cubicBezTo>
                    <a:pt x="0" y="1906"/>
                    <a:pt x="63" y="949"/>
                    <a:pt x="190" y="-1"/>
                  </a:cubicBezTo>
                  <a:lnTo>
                    <a:pt x="21600" y="2865"/>
                  </a:lnTo>
                  <a:close/>
                </a:path>
              </a:pathLst>
            </a:custGeom>
            <a:noFill/>
            <a:ln w="12700" cap="rnd">
              <a:solidFill>
                <a:srgbClr val="B760F9"/>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76" name="Arc 32">
              <a:extLst>
                <a:ext uri="{FF2B5EF4-FFF2-40B4-BE49-F238E27FC236}">
                  <a16:creationId xmlns:a16="http://schemas.microsoft.com/office/drawing/2014/main" id="{5E1D95A0-7EF0-46CC-8B14-16F4A41891C9}"/>
                </a:ext>
              </a:extLst>
            </p:cNvPr>
            <p:cNvSpPr>
              <a:spLocks/>
            </p:cNvSpPr>
            <p:nvPr/>
          </p:nvSpPr>
          <p:spPr bwMode="auto">
            <a:xfrm>
              <a:off x="6641074" y="5207928"/>
              <a:ext cx="838200" cy="227012"/>
            </a:xfrm>
            <a:custGeom>
              <a:avLst/>
              <a:gdLst>
                <a:gd name="G0" fmla="+- 21599 0 0"/>
                <a:gd name="G1" fmla="+- 21600 0 0"/>
                <a:gd name="G2" fmla="+- 21600 0 0"/>
                <a:gd name="T0" fmla="*/ 0 w 43199"/>
                <a:gd name="T1" fmla="*/ 21431 h 24143"/>
                <a:gd name="T2" fmla="*/ 43049 w 43199"/>
                <a:gd name="T3" fmla="*/ 24143 h 24143"/>
                <a:gd name="T4" fmla="*/ 21599 w 43199"/>
                <a:gd name="T5" fmla="*/ 21600 h 24143"/>
              </a:gdLst>
              <a:ahLst/>
              <a:cxnLst>
                <a:cxn ang="0">
                  <a:pos x="T0" y="T1"/>
                </a:cxn>
                <a:cxn ang="0">
                  <a:pos x="T2" y="T3"/>
                </a:cxn>
                <a:cxn ang="0">
                  <a:pos x="T4" y="T5"/>
                </a:cxn>
              </a:cxnLst>
              <a:rect l="0" t="0" r="r" b="b"/>
              <a:pathLst>
                <a:path w="43199" h="24143" fill="none" extrusionOk="0">
                  <a:moveTo>
                    <a:pt x="-1" y="21430"/>
                  </a:moveTo>
                  <a:cubicBezTo>
                    <a:pt x="92" y="9567"/>
                    <a:pt x="9735" y="0"/>
                    <a:pt x="21599" y="0"/>
                  </a:cubicBezTo>
                  <a:cubicBezTo>
                    <a:pt x="33528" y="0"/>
                    <a:pt x="43199" y="9670"/>
                    <a:pt x="43199" y="21600"/>
                  </a:cubicBezTo>
                  <a:cubicBezTo>
                    <a:pt x="43199" y="22449"/>
                    <a:pt x="43148" y="23299"/>
                    <a:pt x="43048" y="24142"/>
                  </a:cubicBezTo>
                </a:path>
                <a:path w="43199" h="24143" stroke="0" extrusionOk="0">
                  <a:moveTo>
                    <a:pt x="-1" y="21430"/>
                  </a:moveTo>
                  <a:cubicBezTo>
                    <a:pt x="92" y="9567"/>
                    <a:pt x="9735" y="0"/>
                    <a:pt x="21599" y="0"/>
                  </a:cubicBezTo>
                  <a:cubicBezTo>
                    <a:pt x="33528" y="0"/>
                    <a:pt x="43199" y="9670"/>
                    <a:pt x="43199" y="21600"/>
                  </a:cubicBezTo>
                  <a:cubicBezTo>
                    <a:pt x="43199" y="22449"/>
                    <a:pt x="43148" y="23299"/>
                    <a:pt x="43048" y="24142"/>
                  </a:cubicBezTo>
                  <a:lnTo>
                    <a:pt x="21599" y="21600"/>
                  </a:lnTo>
                  <a:close/>
                </a:path>
              </a:pathLst>
            </a:custGeom>
            <a:noFill/>
            <a:ln w="12700" cap="rnd">
              <a:solidFill>
                <a:srgbClr val="063DE8"/>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77" name="Arc 33">
              <a:extLst>
                <a:ext uri="{FF2B5EF4-FFF2-40B4-BE49-F238E27FC236}">
                  <a16:creationId xmlns:a16="http://schemas.microsoft.com/office/drawing/2014/main" id="{C57A9BAD-552E-463F-A842-78A10FC1E5C7}"/>
                </a:ext>
              </a:extLst>
            </p:cNvPr>
            <p:cNvSpPr>
              <a:spLocks/>
            </p:cNvSpPr>
            <p:nvPr/>
          </p:nvSpPr>
          <p:spPr bwMode="auto">
            <a:xfrm>
              <a:off x="6717274" y="6271553"/>
              <a:ext cx="838200" cy="228600"/>
            </a:xfrm>
            <a:custGeom>
              <a:avLst/>
              <a:gdLst>
                <a:gd name="G0" fmla="+- 21600 0 0"/>
                <a:gd name="G1" fmla="+- 2865 0 0"/>
                <a:gd name="G2" fmla="+- 21600 0 0"/>
                <a:gd name="T0" fmla="*/ 43199 w 43200"/>
                <a:gd name="T1" fmla="*/ 2696 h 24465"/>
                <a:gd name="T2" fmla="*/ 191 w 43200"/>
                <a:gd name="T3" fmla="*/ 0 h 24465"/>
                <a:gd name="T4" fmla="*/ 21600 w 43200"/>
                <a:gd name="T5" fmla="*/ 2865 h 24465"/>
              </a:gdLst>
              <a:ahLst/>
              <a:cxnLst>
                <a:cxn ang="0">
                  <a:pos x="T0" y="T1"/>
                </a:cxn>
                <a:cxn ang="0">
                  <a:pos x="T2" y="T3"/>
                </a:cxn>
                <a:cxn ang="0">
                  <a:pos x="T4" y="T5"/>
                </a:cxn>
              </a:cxnLst>
              <a:rect l="0" t="0" r="r" b="b"/>
              <a:pathLst>
                <a:path w="43200" h="24465" fill="none" extrusionOk="0">
                  <a:moveTo>
                    <a:pt x="43199" y="2695"/>
                  </a:moveTo>
                  <a:cubicBezTo>
                    <a:pt x="43199" y="2752"/>
                    <a:pt x="43200" y="2808"/>
                    <a:pt x="43200" y="2865"/>
                  </a:cubicBezTo>
                  <a:cubicBezTo>
                    <a:pt x="43200" y="14794"/>
                    <a:pt x="33529" y="24465"/>
                    <a:pt x="21600" y="24465"/>
                  </a:cubicBezTo>
                  <a:cubicBezTo>
                    <a:pt x="9670" y="24465"/>
                    <a:pt x="0" y="14794"/>
                    <a:pt x="0" y="2865"/>
                  </a:cubicBezTo>
                  <a:cubicBezTo>
                    <a:pt x="0" y="1906"/>
                    <a:pt x="63" y="949"/>
                    <a:pt x="190" y="-1"/>
                  </a:cubicBezTo>
                </a:path>
                <a:path w="43200" h="24465" stroke="0" extrusionOk="0">
                  <a:moveTo>
                    <a:pt x="43199" y="2695"/>
                  </a:moveTo>
                  <a:cubicBezTo>
                    <a:pt x="43199" y="2752"/>
                    <a:pt x="43200" y="2808"/>
                    <a:pt x="43200" y="2865"/>
                  </a:cubicBezTo>
                  <a:cubicBezTo>
                    <a:pt x="43200" y="14794"/>
                    <a:pt x="33529" y="24465"/>
                    <a:pt x="21600" y="24465"/>
                  </a:cubicBezTo>
                  <a:cubicBezTo>
                    <a:pt x="9670" y="24465"/>
                    <a:pt x="0" y="14794"/>
                    <a:pt x="0" y="2865"/>
                  </a:cubicBezTo>
                  <a:cubicBezTo>
                    <a:pt x="0" y="1906"/>
                    <a:pt x="63" y="949"/>
                    <a:pt x="190" y="-1"/>
                  </a:cubicBezTo>
                  <a:lnTo>
                    <a:pt x="21600" y="2865"/>
                  </a:lnTo>
                  <a:close/>
                </a:path>
              </a:pathLst>
            </a:custGeom>
            <a:noFill/>
            <a:ln w="12700" cap="rnd">
              <a:solidFill>
                <a:srgbClr val="B760F9"/>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78" name="Arc 34">
              <a:extLst>
                <a:ext uri="{FF2B5EF4-FFF2-40B4-BE49-F238E27FC236}">
                  <a16:creationId xmlns:a16="http://schemas.microsoft.com/office/drawing/2014/main" id="{44A69C6E-4744-4DF6-8A72-94AEAD15E8F9}"/>
                </a:ext>
              </a:extLst>
            </p:cNvPr>
            <p:cNvSpPr>
              <a:spLocks/>
            </p:cNvSpPr>
            <p:nvPr/>
          </p:nvSpPr>
          <p:spPr bwMode="auto">
            <a:xfrm rot="3240000">
              <a:off x="3362093" y="5203959"/>
              <a:ext cx="609600" cy="382587"/>
            </a:xfrm>
            <a:custGeom>
              <a:avLst/>
              <a:gdLst>
                <a:gd name="G0" fmla="+- 21600 0 0"/>
                <a:gd name="G1" fmla="+- 21600 0 0"/>
                <a:gd name="G2" fmla="+- 21600 0 0"/>
                <a:gd name="T0" fmla="*/ 0 w 21600"/>
                <a:gd name="T1" fmla="*/ 21600 h 21600"/>
                <a:gd name="T2" fmla="*/ 21544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692"/>
                    <a:pt x="9636" y="30"/>
                    <a:pt x="21544" y="0"/>
                  </a:cubicBezTo>
                </a:path>
                <a:path w="21600" h="21600" stroke="0" extrusionOk="0">
                  <a:moveTo>
                    <a:pt x="0" y="21599"/>
                  </a:moveTo>
                  <a:cubicBezTo>
                    <a:pt x="0" y="9692"/>
                    <a:pt x="9636" y="30"/>
                    <a:pt x="21544" y="0"/>
                  </a:cubicBezTo>
                  <a:lnTo>
                    <a:pt x="21600" y="21600"/>
                  </a:lnTo>
                  <a:close/>
                </a:path>
              </a:pathLst>
            </a:custGeom>
            <a:noFill/>
            <a:ln w="12700" cap="rnd">
              <a:solidFill>
                <a:schemeClr val="tx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79" name="Arc 35">
              <a:extLst>
                <a:ext uri="{FF2B5EF4-FFF2-40B4-BE49-F238E27FC236}">
                  <a16:creationId xmlns:a16="http://schemas.microsoft.com/office/drawing/2014/main" id="{7EE079C9-8C27-4312-B785-1131337D0840}"/>
                </a:ext>
              </a:extLst>
            </p:cNvPr>
            <p:cNvSpPr>
              <a:spLocks/>
            </p:cNvSpPr>
            <p:nvPr/>
          </p:nvSpPr>
          <p:spPr bwMode="auto">
            <a:xfrm>
              <a:off x="2981886" y="5587340"/>
              <a:ext cx="609600" cy="381000"/>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close/>
                </a:path>
              </a:pathLst>
            </a:custGeom>
            <a:noFill/>
            <a:ln w="12700" cap="rnd">
              <a:solidFill>
                <a:srgbClr val="063DE8"/>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80" name="Rectangle 36">
              <a:extLst>
                <a:ext uri="{FF2B5EF4-FFF2-40B4-BE49-F238E27FC236}">
                  <a16:creationId xmlns:a16="http://schemas.microsoft.com/office/drawing/2014/main" id="{03CFE06F-0641-4233-A838-AE56E211A764}"/>
                </a:ext>
              </a:extLst>
            </p:cNvPr>
            <p:cNvSpPr>
              <a:spLocks noChangeArrowheads="1"/>
            </p:cNvSpPr>
            <p:nvPr/>
          </p:nvSpPr>
          <p:spPr bwMode="auto">
            <a:xfrm>
              <a:off x="8376211" y="5639728"/>
              <a:ext cx="1378583" cy="6469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s-CO" sz="1800" dirty="0">
                  <a:solidFill>
                    <a:schemeClr val="bg1">
                      <a:lumMod val="50000"/>
                    </a:schemeClr>
                  </a:solidFill>
                </a:rPr>
                <a:t>Pages with</a:t>
              </a:r>
            </a:p>
            <a:p>
              <a:r>
                <a:rPr lang="en-US" altLang="es-CO" sz="1800" dirty="0">
                  <a:solidFill>
                    <a:schemeClr val="bg1">
                      <a:lumMod val="50000"/>
                    </a:schemeClr>
                  </a:solidFill>
                </a:rPr>
                <a:t>Free Space</a:t>
              </a:r>
            </a:p>
          </p:txBody>
        </p:sp>
        <p:sp>
          <p:nvSpPr>
            <p:cNvPr id="81" name="Rectangle 37">
              <a:extLst>
                <a:ext uri="{FF2B5EF4-FFF2-40B4-BE49-F238E27FC236}">
                  <a16:creationId xmlns:a16="http://schemas.microsoft.com/office/drawing/2014/main" id="{8CDE5CCF-9C7F-4B43-838B-7635BE123AFB}"/>
                </a:ext>
              </a:extLst>
            </p:cNvPr>
            <p:cNvSpPr>
              <a:spLocks noChangeArrowheads="1"/>
            </p:cNvSpPr>
            <p:nvPr/>
          </p:nvSpPr>
          <p:spPr bwMode="auto">
            <a:xfrm>
              <a:off x="8373036" y="4193515"/>
              <a:ext cx="1275990"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s-CO" sz="1800" dirty="0">
                  <a:solidFill>
                    <a:srgbClr val="C00000"/>
                  </a:solidFill>
                </a:rPr>
                <a:t>Full Pages</a:t>
              </a:r>
            </a:p>
          </p:txBody>
        </p:sp>
        <p:sp>
          <p:nvSpPr>
            <p:cNvPr id="82" name="Arc 38">
              <a:extLst>
                <a:ext uri="{FF2B5EF4-FFF2-40B4-BE49-F238E27FC236}">
                  <a16:creationId xmlns:a16="http://schemas.microsoft.com/office/drawing/2014/main" id="{AE516676-FFBE-4BD4-AF47-271A746E652E}"/>
                </a:ext>
              </a:extLst>
            </p:cNvPr>
            <p:cNvSpPr>
              <a:spLocks/>
            </p:cNvSpPr>
            <p:nvPr/>
          </p:nvSpPr>
          <p:spPr bwMode="auto">
            <a:xfrm>
              <a:off x="7860274" y="3760128"/>
              <a:ext cx="838200" cy="227012"/>
            </a:xfrm>
            <a:custGeom>
              <a:avLst/>
              <a:gdLst>
                <a:gd name="G0" fmla="+- 21599 0 0"/>
                <a:gd name="G1" fmla="+- 21600 0 0"/>
                <a:gd name="G2" fmla="+- 21600 0 0"/>
                <a:gd name="T0" fmla="*/ 0 w 43199"/>
                <a:gd name="T1" fmla="*/ 21431 h 24143"/>
                <a:gd name="T2" fmla="*/ 43049 w 43199"/>
                <a:gd name="T3" fmla="*/ 24143 h 24143"/>
                <a:gd name="T4" fmla="*/ 21599 w 43199"/>
                <a:gd name="T5" fmla="*/ 21600 h 24143"/>
              </a:gdLst>
              <a:ahLst/>
              <a:cxnLst>
                <a:cxn ang="0">
                  <a:pos x="T0" y="T1"/>
                </a:cxn>
                <a:cxn ang="0">
                  <a:pos x="T2" y="T3"/>
                </a:cxn>
                <a:cxn ang="0">
                  <a:pos x="T4" y="T5"/>
                </a:cxn>
              </a:cxnLst>
              <a:rect l="0" t="0" r="r" b="b"/>
              <a:pathLst>
                <a:path w="43199" h="24143" fill="none" extrusionOk="0">
                  <a:moveTo>
                    <a:pt x="-1" y="21430"/>
                  </a:moveTo>
                  <a:cubicBezTo>
                    <a:pt x="92" y="9567"/>
                    <a:pt x="9735" y="0"/>
                    <a:pt x="21599" y="0"/>
                  </a:cubicBezTo>
                  <a:cubicBezTo>
                    <a:pt x="33528" y="0"/>
                    <a:pt x="43199" y="9670"/>
                    <a:pt x="43199" y="21600"/>
                  </a:cubicBezTo>
                  <a:cubicBezTo>
                    <a:pt x="43199" y="22449"/>
                    <a:pt x="43148" y="23299"/>
                    <a:pt x="43048" y="24142"/>
                  </a:cubicBezTo>
                </a:path>
                <a:path w="43199" h="24143" stroke="0" extrusionOk="0">
                  <a:moveTo>
                    <a:pt x="-1" y="21430"/>
                  </a:moveTo>
                  <a:cubicBezTo>
                    <a:pt x="92" y="9567"/>
                    <a:pt x="9735" y="0"/>
                    <a:pt x="21599" y="0"/>
                  </a:cubicBezTo>
                  <a:cubicBezTo>
                    <a:pt x="33528" y="0"/>
                    <a:pt x="43199" y="9670"/>
                    <a:pt x="43199" y="21600"/>
                  </a:cubicBezTo>
                  <a:cubicBezTo>
                    <a:pt x="43199" y="22449"/>
                    <a:pt x="43148" y="23299"/>
                    <a:pt x="43048" y="24142"/>
                  </a:cubicBezTo>
                  <a:lnTo>
                    <a:pt x="21599" y="21600"/>
                  </a:lnTo>
                  <a:close/>
                </a:path>
              </a:pathLst>
            </a:custGeom>
            <a:noFill/>
            <a:ln w="12700" cap="rnd">
              <a:solidFill>
                <a:srgbClr val="CF0E30"/>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nvGrpSpPr>
            <p:cNvPr id="83" name="Group 39">
              <a:extLst>
                <a:ext uri="{FF2B5EF4-FFF2-40B4-BE49-F238E27FC236}">
                  <a16:creationId xmlns:a16="http://schemas.microsoft.com/office/drawing/2014/main" id="{EF74E8A2-3D37-418E-9310-575AB1F206BB}"/>
                </a:ext>
              </a:extLst>
            </p:cNvPr>
            <p:cNvGrpSpPr>
              <a:grpSpLocks/>
            </p:cNvGrpSpPr>
            <p:nvPr/>
          </p:nvGrpSpPr>
          <p:grpSpPr bwMode="auto">
            <a:xfrm>
              <a:off x="8544486" y="3987140"/>
              <a:ext cx="228600" cy="152400"/>
              <a:chOff x="4560" y="1296"/>
              <a:chExt cx="144" cy="96"/>
            </a:xfrm>
          </p:grpSpPr>
          <p:sp>
            <p:nvSpPr>
              <p:cNvPr id="84" name="Line 40">
                <a:extLst>
                  <a:ext uri="{FF2B5EF4-FFF2-40B4-BE49-F238E27FC236}">
                    <a16:creationId xmlns:a16="http://schemas.microsoft.com/office/drawing/2014/main" id="{4F32A721-B892-4912-A223-DFF0A9B090DE}"/>
                  </a:ext>
                </a:extLst>
              </p:cNvPr>
              <p:cNvSpPr>
                <a:spLocks noChangeShapeType="1"/>
              </p:cNvSpPr>
              <p:nvPr/>
            </p:nvSpPr>
            <p:spPr bwMode="auto">
              <a:xfrm>
                <a:off x="4560" y="1296"/>
                <a:ext cx="144"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85" name="Line 41">
                <a:extLst>
                  <a:ext uri="{FF2B5EF4-FFF2-40B4-BE49-F238E27FC236}">
                    <a16:creationId xmlns:a16="http://schemas.microsoft.com/office/drawing/2014/main" id="{73AFB58C-CE97-4ED6-B11A-A076C8AA1696}"/>
                  </a:ext>
                </a:extLst>
              </p:cNvPr>
              <p:cNvSpPr>
                <a:spLocks noChangeShapeType="1"/>
              </p:cNvSpPr>
              <p:nvPr/>
            </p:nvSpPr>
            <p:spPr bwMode="auto">
              <a:xfrm>
                <a:off x="4584" y="1344"/>
                <a:ext cx="96"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86" name="Line 42">
                <a:extLst>
                  <a:ext uri="{FF2B5EF4-FFF2-40B4-BE49-F238E27FC236}">
                    <a16:creationId xmlns:a16="http://schemas.microsoft.com/office/drawing/2014/main" id="{E6049AFF-6D59-4F83-8D9F-A3FFB282F857}"/>
                  </a:ext>
                </a:extLst>
              </p:cNvPr>
              <p:cNvSpPr>
                <a:spLocks noChangeShapeType="1"/>
              </p:cNvSpPr>
              <p:nvPr/>
            </p:nvSpPr>
            <p:spPr bwMode="auto">
              <a:xfrm>
                <a:off x="4608" y="1392"/>
                <a:ext cx="48"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nvGrpSpPr>
            <p:cNvPr id="87" name="Group 43">
              <a:extLst>
                <a:ext uri="{FF2B5EF4-FFF2-40B4-BE49-F238E27FC236}">
                  <a16:creationId xmlns:a16="http://schemas.microsoft.com/office/drawing/2014/main" id="{60AC95EC-9EE9-44D7-822C-40112CB42664}"/>
                </a:ext>
              </a:extLst>
            </p:cNvPr>
            <p:cNvGrpSpPr>
              <a:grpSpLocks/>
            </p:cNvGrpSpPr>
            <p:nvPr/>
          </p:nvGrpSpPr>
          <p:grpSpPr bwMode="auto">
            <a:xfrm>
              <a:off x="8468286" y="5434940"/>
              <a:ext cx="228600" cy="152400"/>
              <a:chOff x="4512" y="2208"/>
              <a:chExt cx="144" cy="96"/>
            </a:xfrm>
          </p:grpSpPr>
          <p:sp>
            <p:nvSpPr>
              <p:cNvPr id="88" name="Line 44">
                <a:extLst>
                  <a:ext uri="{FF2B5EF4-FFF2-40B4-BE49-F238E27FC236}">
                    <a16:creationId xmlns:a16="http://schemas.microsoft.com/office/drawing/2014/main" id="{85BD1135-7FAA-4D84-8E76-ADF15B373EDA}"/>
                  </a:ext>
                </a:extLst>
              </p:cNvPr>
              <p:cNvSpPr>
                <a:spLocks noChangeShapeType="1"/>
              </p:cNvSpPr>
              <p:nvPr/>
            </p:nvSpPr>
            <p:spPr bwMode="auto">
              <a:xfrm>
                <a:off x="4512" y="2208"/>
                <a:ext cx="144"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89" name="Line 45">
                <a:extLst>
                  <a:ext uri="{FF2B5EF4-FFF2-40B4-BE49-F238E27FC236}">
                    <a16:creationId xmlns:a16="http://schemas.microsoft.com/office/drawing/2014/main" id="{DB4CC24F-761F-4C04-870C-FE100002831D}"/>
                  </a:ext>
                </a:extLst>
              </p:cNvPr>
              <p:cNvSpPr>
                <a:spLocks noChangeShapeType="1"/>
              </p:cNvSpPr>
              <p:nvPr/>
            </p:nvSpPr>
            <p:spPr bwMode="auto">
              <a:xfrm>
                <a:off x="4536" y="2256"/>
                <a:ext cx="96"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90" name="Line 46">
                <a:extLst>
                  <a:ext uri="{FF2B5EF4-FFF2-40B4-BE49-F238E27FC236}">
                    <a16:creationId xmlns:a16="http://schemas.microsoft.com/office/drawing/2014/main" id="{D5505239-4FF7-4F8F-A985-CE43155C9A7E}"/>
                  </a:ext>
                </a:extLst>
              </p:cNvPr>
              <p:cNvSpPr>
                <a:spLocks noChangeShapeType="1"/>
              </p:cNvSpPr>
              <p:nvPr/>
            </p:nvSpPr>
            <p:spPr bwMode="auto">
              <a:xfrm>
                <a:off x="4560" y="2304"/>
                <a:ext cx="48" cy="0"/>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sp>
          <p:nvSpPr>
            <p:cNvPr id="91" name="Arc 47">
              <a:extLst>
                <a:ext uri="{FF2B5EF4-FFF2-40B4-BE49-F238E27FC236}">
                  <a16:creationId xmlns:a16="http://schemas.microsoft.com/office/drawing/2014/main" id="{2116A147-A275-4534-8AFB-8E18DFDF653E}"/>
                </a:ext>
              </a:extLst>
            </p:cNvPr>
            <p:cNvSpPr>
              <a:spLocks/>
            </p:cNvSpPr>
            <p:nvPr/>
          </p:nvSpPr>
          <p:spPr bwMode="auto">
            <a:xfrm>
              <a:off x="7784074" y="5207928"/>
              <a:ext cx="838200" cy="227012"/>
            </a:xfrm>
            <a:custGeom>
              <a:avLst/>
              <a:gdLst>
                <a:gd name="G0" fmla="+- 21599 0 0"/>
                <a:gd name="G1" fmla="+- 21600 0 0"/>
                <a:gd name="G2" fmla="+- 21600 0 0"/>
                <a:gd name="T0" fmla="*/ 0 w 43199"/>
                <a:gd name="T1" fmla="*/ 21431 h 24143"/>
                <a:gd name="T2" fmla="*/ 43049 w 43199"/>
                <a:gd name="T3" fmla="*/ 24143 h 24143"/>
                <a:gd name="T4" fmla="*/ 21599 w 43199"/>
                <a:gd name="T5" fmla="*/ 21600 h 24143"/>
              </a:gdLst>
              <a:ahLst/>
              <a:cxnLst>
                <a:cxn ang="0">
                  <a:pos x="T0" y="T1"/>
                </a:cxn>
                <a:cxn ang="0">
                  <a:pos x="T2" y="T3"/>
                </a:cxn>
                <a:cxn ang="0">
                  <a:pos x="T4" y="T5"/>
                </a:cxn>
              </a:cxnLst>
              <a:rect l="0" t="0" r="r" b="b"/>
              <a:pathLst>
                <a:path w="43199" h="24143" fill="none" extrusionOk="0">
                  <a:moveTo>
                    <a:pt x="-1" y="21430"/>
                  </a:moveTo>
                  <a:cubicBezTo>
                    <a:pt x="92" y="9567"/>
                    <a:pt x="9735" y="0"/>
                    <a:pt x="21599" y="0"/>
                  </a:cubicBezTo>
                  <a:cubicBezTo>
                    <a:pt x="33528" y="0"/>
                    <a:pt x="43199" y="9670"/>
                    <a:pt x="43199" y="21600"/>
                  </a:cubicBezTo>
                  <a:cubicBezTo>
                    <a:pt x="43199" y="22449"/>
                    <a:pt x="43148" y="23299"/>
                    <a:pt x="43048" y="24142"/>
                  </a:cubicBezTo>
                </a:path>
                <a:path w="43199" h="24143" stroke="0" extrusionOk="0">
                  <a:moveTo>
                    <a:pt x="-1" y="21430"/>
                  </a:moveTo>
                  <a:cubicBezTo>
                    <a:pt x="92" y="9567"/>
                    <a:pt x="9735" y="0"/>
                    <a:pt x="21599" y="0"/>
                  </a:cubicBezTo>
                  <a:cubicBezTo>
                    <a:pt x="33528" y="0"/>
                    <a:pt x="43199" y="9670"/>
                    <a:pt x="43199" y="21600"/>
                  </a:cubicBezTo>
                  <a:cubicBezTo>
                    <a:pt x="43199" y="22449"/>
                    <a:pt x="43148" y="23299"/>
                    <a:pt x="43048" y="24142"/>
                  </a:cubicBezTo>
                  <a:lnTo>
                    <a:pt x="21599" y="21600"/>
                  </a:lnTo>
                  <a:close/>
                </a:path>
              </a:pathLst>
            </a:custGeom>
            <a:noFill/>
            <a:ln w="12700" cap="rnd">
              <a:solidFill>
                <a:srgbClr val="063DE8"/>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sp>
        <p:nvSpPr>
          <p:cNvPr id="92" name="Google Shape;310;p34">
            <a:extLst>
              <a:ext uri="{FF2B5EF4-FFF2-40B4-BE49-F238E27FC236}">
                <a16:creationId xmlns:a16="http://schemas.microsoft.com/office/drawing/2014/main" id="{0EE89C4E-AD92-4C85-ABFE-A81443F4B80D}"/>
              </a:ext>
            </a:extLst>
          </p:cNvPr>
          <p:cNvSpPr txBox="1">
            <a:spLocks/>
          </p:cNvSpPr>
          <p:nvPr/>
        </p:nvSpPr>
        <p:spPr>
          <a:xfrm>
            <a:off x="722874" y="780380"/>
            <a:ext cx="11379199" cy="27889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latin typeface="Roboto" panose="02000000000000000000" pitchFamily="2" charset="0"/>
                <a:ea typeface="Roboto" panose="02000000000000000000" pitchFamily="2" charset="0"/>
              </a:rPr>
              <a:t>El DBMS mantiene una página de encabezado (</a:t>
            </a:r>
            <a:r>
              <a:rPr lang="es-MX" sz="2000" b="1" dirty="0">
                <a:latin typeface="Roboto" panose="02000000000000000000" pitchFamily="2" charset="0"/>
                <a:ea typeface="Roboto" panose="02000000000000000000" pitchFamily="2" charset="0"/>
              </a:rPr>
              <a:t>header page</a:t>
            </a:r>
            <a:r>
              <a:rPr lang="es-MX" sz="2000" dirty="0">
                <a:latin typeface="Roboto" panose="02000000000000000000" pitchFamily="2" charset="0"/>
                <a:ea typeface="Roboto" panose="02000000000000000000" pitchFamily="2" charset="0"/>
              </a:rPr>
              <a:t>) que actúa como inicio del archivo  y separa las paginas de datos en completas y libres: </a:t>
            </a:r>
          </a:p>
          <a:p>
            <a:pPr marL="800100" lvl="1" indent="-342900"/>
            <a:r>
              <a:rPr lang="es-MX" sz="1800" b="1" dirty="0">
                <a:latin typeface="Roboto" panose="02000000000000000000" pitchFamily="2" charset="0"/>
                <a:ea typeface="Roboto" panose="02000000000000000000" pitchFamily="2" charset="0"/>
              </a:rPr>
              <a:t>Lista de páginas llenas</a:t>
            </a:r>
            <a:r>
              <a:rPr lang="es-MX" sz="1800" dirty="0">
                <a:latin typeface="Roboto" panose="02000000000000000000" pitchFamily="2" charset="0"/>
                <a:ea typeface="Roboto" panose="02000000000000000000" pitchFamily="2" charset="0"/>
              </a:rPr>
              <a:t> (</a:t>
            </a:r>
            <a:r>
              <a:rPr lang="es-MX" sz="1800" b="1" dirty="0">
                <a:latin typeface="Roboto" panose="02000000000000000000" pitchFamily="2" charset="0"/>
                <a:ea typeface="Roboto" panose="02000000000000000000" pitchFamily="2" charset="0"/>
              </a:rPr>
              <a:t>Full Pages</a:t>
            </a:r>
            <a:r>
              <a:rPr lang="es-MX" sz="1800" dirty="0">
                <a:latin typeface="Roboto" panose="02000000000000000000" pitchFamily="2" charset="0"/>
                <a:ea typeface="Roboto" panose="02000000000000000000" pitchFamily="2" charset="0"/>
              </a:rPr>
              <a:t>): Paginas que han agotado su capacidad total.</a:t>
            </a:r>
          </a:p>
          <a:p>
            <a:pPr marL="800100" lvl="1" indent="-342900"/>
            <a:r>
              <a:rPr lang="es-MX" sz="1800" b="1" dirty="0">
                <a:latin typeface="Roboto" panose="02000000000000000000" pitchFamily="2" charset="0"/>
                <a:ea typeface="Roboto" panose="02000000000000000000" pitchFamily="2" charset="0"/>
              </a:rPr>
              <a:t>Lista de páginas con espacio libre </a:t>
            </a:r>
            <a:r>
              <a:rPr lang="es-MX" sz="1800" dirty="0">
                <a:latin typeface="Roboto" panose="02000000000000000000" pitchFamily="2" charset="0"/>
                <a:ea typeface="Roboto" panose="02000000000000000000" pitchFamily="2" charset="0"/>
              </a:rPr>
              <a:t>(</a:t>
            </a:r>
            <a:r>
              <a:rPr lang="es-MX" sz="1800" b="1" dirty="0">
                <a:latin typeface="Roboto" panose="02000000000000000000" pitchFamily="2" charset="0"/>
                <a:ea typeface="Roboto" panose="02000000000000000000" pitchFamily="2" charset="0"/>
              </a:rPr>
              <a:t>Pages With Free Space</a:t>
            </a:r>
            <a:r>
              <a:rPr lang="es-MX" sz="1800" dirty="0">
                <a:latin typeface="Roboto" panose="02000000000000000000" pitchFamily="2" charset="0"/>
                <a:ea typeface="Roboto" panose="02000000000000000000" pitchFamily="2" charset="0"/>
              </a:rPr>
              <a:t>): Paginas que aun pueden recibir registros.</a:t>
            </a:r>
          </a:p>
          <a:p>
            <a:pPr marL="342900" indent="-342900"/>
            <a:r>
              <a:rPr lang="es-MX" sz="2000" dirty="0">
                <a:latin typeface="Roboto" panose="02000000000000000000" pitchFamily="2" charset="0"/>
                <a:ea typeface="Roboto" panose="02000000000000000000" pitchFamily="2" charset="0"/>
              </a:rPr>
              <a:t>El ID de la página de cabecera (</a:t>
            </a:r>
            <a:r>
              <a:rPr lang="es-MX" sz="2000" b="1" dirty="0">
                <a:latin typeface="Roboto" panose="02000000000000000000" pitchFamily="2" charset="0"/>
                <a:ea typeface="Roboto" panose="02000000000000000000" pitchFamily="2" charset="0"/>
              </a:rPr>
              <a:t>header page id</a:t>
            </a:r>
            <a:r>
              <a:rPr lang="es-MX" sz="2000" dirty="0">
                <a:latin typeface="Roboto" panose="02000000000000000000" pitchFamily="2" charset="0"/>
                <a:ea typeface="Roboto" panose="02000000000000000000" pitchFamily="2" charset="0"/>
              </a:rPr>
              <a:t>) y el nombre del Heap file deben almacenarse en algún lugar del disco pues será el punto de partida para navegar por el resto del archivo.</a:t>
            </a:r>
          </a:p>
          <a:p>
            <a:pPr marL="342900" indent="-342900"/>
            <a:r>
              <a:rPr lang="es-MX" sz="2000" dirty="0">
                <a:latin typeface="Roboto" panose="02000000000000000000" pitchFamily="2" charset="0"/>
                <a:ea typeface="Roboto" panose="02000000000000000000" pitchFamily="2" charset="0"/>
              </a:rPr>
              <a:t>Cada página de datos contiene registros, un rastreador de espacio libre y punteros (desplazamientos de bytes) a la página siguiente y anterior.</a:t>
            </a:r>
            <a:endParaRPr lang="es-MX" sz="2000" dirty="0"/>
          </a:p>
        </p:txBody>
      </p:sp>
    </p:spTree>
    <p:extLst>
      <p:ext uri="{BB962C8B-B14F-4D97-AF65-F5344CB8AC3E}">
        <p14:creationId xmlns:p14="http://schemas.microsoft.com/office/powerpoint/2010/main" val="2979775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61"/>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701E5C"/>
              </a:buClr>
              <a:buSzPts val="3200"/>
              <a:buFont typeface="Roboto Slab"/>
              <a:buNone/>
            </a:pPr>
            <a:r>
              <a:rPr lang="es-ES" dirty="0"/>
              <a:t>Unordered heap files – Directorio</a:t>
            </a:r>
            <a:endParaRPr sz="3200" b="1" dirty="0">
              <a:solidFill>
                <a:srgbClr val="701E5C"/>
              </a:solidFill>
              <a:highlight>
                <a:srgbClr val="FFFF00"/>
              </a:highlight>
              <a:latin typeface="Roboto Slab"/>
              <a:ea typeface="Roboto Slab"/>
              <a:cs typeface="Roboto Slab"/>
              <a:sym typeface="Roboto Slab"/>
            </a:endParaRPr>
          </a:p>
        </p:txBody>
      </p:sp>
      <p:grpSp>
        <p:nvGrpSpPr>
          <p:cNvPr id="47" name="Group 6">
            <a:extLst>
              <a:ext uri="{FF2B5EF4-FFF2-40B4-BE49-F238E27FC236}">
                <a16:creationId xmlns:a16="http://schemas.microsoft.com/office/drawing/2014/main" id="{D253F6FD-C904-40FE-A72D-FA8D15F5E751}"/>
              </a:ext>
            </a:extLst>
          </p:cNvPr>
          <p:cNvGrpSpPr>
            <a:grpSpLocks/>
          </p:cNvGrpSpPr>
          <p:nvPr/>
        </p:nvGrpSpPr>
        <p:grpSpPr bwMode="auto">
          <a:xfrm>
            <a:off x="7119594" y="1918493"/>
            <a:ext cx="4202112" cy="3021013"/>
            <a:chOff x="1429" y="724"/>
            <a:chExt cx="2647" cy="1903"/>
          </a:xfrm>
        </p:grpSpPr>
        <p:grpSp>
          <p:nvGrpSpPr>
            <p:cNvPr id="48" name="Group 7">
              <a:extLst>
                <a:ext uri="{FF2B5EF4-FFF2-40B4-BE49-F238E27FC236}">
                  <a16:creationId xmlns:a16="http://schemas.microsoft.com/office/drawing/2014/main" id="{4D5EDA08-581F-4B95-924A-349E00DD3BFF}"/>
                </a:ext>
              </a:extLst>
            </p:cNvPr>
            <p:cNvGrpSpPr>
              <a:grpSpLocks/>
            </p:cNvGrpSpPr>
            <p:nvPr/>
          </p:nvGrpSpPr>
          <p:grpSpPr bwMode="auto">
            <a:xfrm>
              <a:off x="2068" y="912"/>
              <a:ext cx="616" cy="432"/>
              <a:chOff x="2068" y="912"/>
              <a:chExt cx="616" cy="432"/>
            </a:xfrm>
          </p:grpSpPr>
          <p:sp>
            <p:nvSpPr>
              <p:cNvPr id="123" name="Rectangle 8">
                <a:extLst>
                  <a:ext uri="{FF2B5EF4-FFF2-40B4-BE49-F238E27FC236}">
                    <a16:creationId xmlns:a16="http://schemas.microsoft.com/office/drawing/2014/main" id="{6CBA5F15-7A91-44B1-B343-258AEF4D8472}"/>
                  </a:ext>
                </a:extLst>
              </p:cNvPr>
              <p:cNvSpPr>
                <a:spLocks noChangeArrowheads="1"/>
              </p:cNvSpPr>
              <p:nvPr/>
            </p:nvSpPr>
            <p:spPr bwMode="auto">
              <a:xfrm>
                <a:off x="2068" y="916"/>
                <a:ext cx="616" cy="100"/>
              </a:xfrm>
              <a:prstGeom prst="rect">
                <a:avLst/>
              </a:prstGeom>
              <a:solidFill>
                <a:schemeClr val="folHlink"/>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24" name="Rectangle 9">
                <a:extLst>
                  <a:ext uri="{FF2B5EF4-FFF2-40B4-BE49-F238E27FC236}">
                    <a16:creationId xmlns:a16="http://schemas.microsoft.com/office/drawing/2014/main" id="{26E7F136-F2C6-4DB0-860B-89588965E134}"/>
                  </a:ext>
                </a:extLst>
              </p:cNvPr>
              <p:cNvSpPr>
                <a:spLocks noChangeArrowheads="1"/>
              </p:cNvSpPr>
              <p:nvPr/>
            </p:nvSpPr>
            <p:spPr bwMode="auto">
              <a:xfrm>
                <a:off x="2068" y="1024"/>
                <a:ext cx="616" cy="100"/>
              </a:xfrm>
              <a:prstGeom prst="rect">
                <a:avLst/>
              </a:prstGeom>
              <a:solidFill>
                <a:schemeClr val="folHlink"/>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25" name="Rectangle 10">
                <a:extLst>
                  <a:ext uri="{FF2B5EF4-FFF2-40B4-BE49-F238E27FC236}">
                    <a16:creationId xmlns:a16="http://schemas.microsoft.com/office/drawing/2014/main" id="{D83ADD7F-0A25-483B-9B8E-C89F3857B381}"/>
                  </a:ext>
                </a:extLst>
              </p:cNvPr>
              <p:cNvSpPr>
                <a:spLocks noChangeArrowheads="1"/>
              </p:cNvSpPr>
              <p:nvPr/>
            </p:nvSpPr>
            <p:spPr bwMode="auto">
              <a:xfrm>
                <a:off x="2068" y="1132"/>
                <a:ext cx="616" cy="100"/>
              </a:xfrm>
              <a:prstGeom prst="rect">
                <a:avLst/>
              </a:prstGeom>
              <a:solidFill>
                <a:schemeClr val="folHlink"/>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26" name="Rectangle 11">
                <a:extLst>
                  <a:ext uri="{FF2B5EF4-FFF2-40B4-BE49-F238E27FC236}">
                    <a16:creationId xmlns:a16="http://schemas.microsoft.com/office/drawing/2014/main" id="{330BED68-857A-4365-A4A3-A4564112BD0B}"/>
                  </a:ext>
                </a:extLst>
              </p:cNvPr>
              <p:cNvSpPr>
                <a:spLocks noChangeArrowheads="1"/>
              </p:cNvSpPr>
              <p:nvPr/>
            </p:nvSpPr>
            <p:spPr bwMode="auto">
              <a:xfrm>
                <a:off x="2068" y="1240"/>
                <a:ext cx="616" cy="100"/>
              </a:xfrm>
              <a:prstGeom prst="rect">
                <a:avLst/>
              </a:prstGeom>
              <a:solidFill>
                <a:schemeClr val="folHlink"/>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27" name="Line 12">
                <a:extLst>
                  <a:ext uri="{FF2B5EF4-FFF2-40B4-BE49-F238E27FC236}">
                    <a16:creationId xmlns:a16="http://schemas.microsoft.com/office/drawing/2014/main" id="{14E9F6A3-4251-4C4D-87C8-D447F01D5D33}"/>
                  </a:ext>
                </a:extLst>
              </p:cNvPr>
              <p:cNvSpPr>
                <a:spLocks noChangeShapeType="1"/>
              </p:cNvSpPr>
              <p:nvPr/>
            </p:nvSpPr>
            <p:spPr bwMode="auto">
              <a:xfrm>
                <a:off x="2259" y="912"/>
                <a:ext cx="0" cy="43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28" name="Line 13">
                <a:extLst>
                  <a:ext uri="{FF2B5EF4-FFF2-40B4-BE49-F238E27FC236}">
                    <a16:creationId xmlns:a16="http://schemas.microsoft.com/office/drawing/2014/main" id="{776907C9-75E9-44EF-966E-F7B1338E1550}"/>
                  </a:ext>
                </a:extLst>
              </p:cNvPr>
              <p:cNvSpPr>
                <a:spLocks noChangeShapeType="1"/>
              </p:cNvSpPr>
              <p:nvPr/>
            </p:nvSpPr>
            <p:spPr bwMode="auto">
              <a:xfrm>
                <a:off x="2493" y="912"/>
                <a:ext cx="0" cy="43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nvGrpSpPr>
            <p:cNvPr id="49" name="Group 14">
              <a:extLst>
                <a:ext uri="{FF2B5EF4-FFF2-40B4-BE49-F238E27FC236}">
                  <a16:creationId xmlns:a16="http://schemas.microsoft.com/office/drawing/2014/main" id="{A2D13AC4-ECF3-4062-8C83-1300D51AA4F0}"/>
                </a:ext>
              </a:extLst>
            </p:cNvPr>
            <p:cNvGrpSpPr>
              <a:grpSpLocks/>
            </p:cNvGrpSpPr>
            <p:nvPr/>
          </p:nvGrpSpPr>
          <p:grpSpPr bwMode="auto">
            <a:xfrm>
              <a:off x="2068" y="1440"/>
              <a:ext cx="616" cy="432"/>
              <a:chOff x="2068" y="1440"/>
              <a:chExt cx="616" cy="432"/>
            </a:xfrm>
          </p:grpSpPr>
          <p:sp>
            <p:nvSpPr>
              <p:cNvPr id="117" name="Rectangle 15">
                <a:extLst>
                  <a:ext uri="{FF2B5EF4-FFF2-40B4-BE49-F238E27FC236}">
                    <a16:creationId xmlns:a16="http://schemas.microsoft.com/office/drawing/2014/main" id="{52A28925-CA73-438E-B298-2144735467E9}"/>
                  </a:ext>
                </a:extLst>
              </p:cNvPr>
              <p:cNvSpPr>
                <a:spLocks noChangeArrowheads="1"/>
              </p:cNvSpPr>
              <p:nvPr/>
            </p:nvSpPr>
            <p:spPr bwMode="auto">
              <a:xfrm>
                <a:off x="2068" y="1444"/>
                <a:ext cx="616" cy="100"/>
              </a:xfrm>
              <a:prstGeom prst="rect">
                <a:avLst/>
              </a:prstGeom>
              <a:solidFill>
                <a:schemeClr val="folHlink"/>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18" name="Rectangle 16">
                <a:extLst>
                  <a:ext uri="{FF2B5EF4-FFF2-40B4-BE49-F238E27FC236}">
                    <a16:creationId xmlns:a16="http://schemas.microsoft.com/office/drawing/2014/main" id="{45EE61AD-6161-405C-A585-56FA0087C04D}"/>
                  </a:ext>
                </a:extLst>
              </p:cNvPr>
              <p:cNvSpPr>
                <a:spLocks noChangeArrowheads="1"/>
              </p:cNvSpPr>
              <p:nvPr/>
            </p:nvSpPr>
            <p:spPr bwMode="auto">
              <a:xfrm>
                <a:off x="2068" y="1552"/>
                <a:ext cx="616" cy="100"/>
              </a:xfrm>
              <a:prstGeom prst="rect">
                <a:avLst/>
              </a:prstGeom>
              <a:solidFill>
                <a:schemeClr val="folHlink"/>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19" name="Rectangle 17">
                <a:extLst>
                  <a:ext uri="{FF2B5EF4-FFF2-40B4-BE49-F238E27FC236}">
                    <a16:creationId xmlns:a16="http://schemas.microsoft.com/office/drawing/2014/main" id="{D09050BF-BB89-4511-A6BE-425A63102BAD}"/>
                  </a:ext>
                </a:extLst>
              </p:cNvPr>
              <p:cNvSpPr>
                <a:spLocks noChangeArrowheads="1"/>
              </p:cNvSpPr>
              <p:nvPr/>
            </p:nvSpPr>
            <p:spPr bwMode="auto">
              <a:xfrm>
                <a:off x="2068" y="1660"/>
                <a:ext cx="616" cy="100"/>
              </a:xfrm>
              <a:prstGeom prst="rect">
                <a:avLst/>
              </a:prstGeom>
              <a:solidFill>
                <a:schemeClr val="folHlink"/>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20" name="Rectangle 18">
                <a:extLst>
                  <a:ext uri="{FF2B5EF4-FFF2-40B4-BE49-F238E27FC236}">
                    <a16:creationId xmlns:a16="http://schemas.microsoft.com/office/drawing/2014/main" id="{D8D7A93E-7156-46B0-B8FB-72ED0C8830CB}"/>
                  </a:ext>
                </a:extLst>
              </p:cNvPr>
              <p:cNvSpPr>
                <a:spLocks noChangeArrowheads="1"/>
              </p:cNvSpPr>
              <p:nvPr/>
            </p:nvSpPr>
            <p:spPr bwMode="auto">
              <a:xfrm>
                <a:off x="2068" y="1768"/>
                <a:ext cx="616" cy="100"/>
              </a:xfrm>
              <a:prstGeom prst="rect">
                <a:avLst/>
              </a:prstGeom>
              <a:solidFill>
                <a:schemeClr val="folHlink"/>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21" name="Line 19">
                <a:extLst>
                  <a:ext uri="{FF2B5EF4-FFF2-40B4-BE49-F238E27FC236}">
                    <a16:creationId xmlns:a16="http://schemas.microsoft.com/office/drawing/2014/main" id="{57AD2BC8-E580-4711-8D89-8EDDAB036624}"/>
                  </a:ext>
                </a:extLst>
              </p:cNvPr>
              <p:cNvSpPr>
                <a:spLocks noChangeShapeType="1"/>
              </p:cNvSpPr>
              <p:nvPr/>
            </p:nvSpPr>
            <p:spPr bwMode="auto">
              <a:xfrm>
                <a:off x="2259" y="1440"/>
                <a:ext cx="0" cy="43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22" name="Line 20">
                <a:extLst>
                  <a:ext uri="{FF2B5EF4-FFF2-40B4-BE49-F238E27FC236}">
                    <a16:creationId xmlns:a16="http://schemas.microsoft.com/office/drawing/2014/main" id="{88B46C26-C646-4415-AD9E-2190F166F336}"/>
                  </a:ext>
                </a:extLst>
              </p:cNvPr>
              <p:cNvSpPr>
                <a:spLocks noChangeShapeType="1"/>
              </p:cNvSpPr>
              <p:nvPr/>
            </p:nvSpPr>
            <p:spPr bwMode="auto">
              <a:xfrm>
                <a:off x="2493" y="1440"/>
                <a:ext cx="0" cy="43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nvGrpSpPr>
            <p:cNvPr id="92" name="Group 21">
              <a:extLst>
                <a:ext uri="{FF2B5EF4-FFF2-40B4-BE49-F238E27FC236}">
                  <a16:creationId xmlns:a16="http://schemas.microsoft.com/office/drawing/2014/main" id="{CA28C16F-92FB-438A-A553-B27E0451E723}"/>
                </a:ext>
              </a:extLst>
            </p:cNvPr>
            <p:cNvGrpSpPr>
              <a:grpSpLocks/>
            </p:cNvGrpSpPr>
            <p:nvPr/>
          </p:nvGrpSpPr>
          <p:grpSpPr bwMode="auto">
            <a:xfrm>
              <a:off x="2068" y="1968"/>
              <a:ext cx="616" cy="432"/>
              <a:chOff x="2068" y="1968"/>
              <a:chExt cx="616" cy="432"/>
            </a:xfrm>
          </p:grpSpPr>
          <p:sp>
            <p:nvSpPr>
              <p:cNvPr id="111" name="Rectangle 22">
                <a:extLst>
                  <a:ext uri="{FF2B5EF4-FFF2-40B4-BE49-F238E27FC236}">
                    <a16:creationId xmlns:a16="http://schemas.microsoft.com/office/drawing/2014/main" id="{03A15936-987B-420B-A2D6-707FBCAA9CFA}"/>
                  </a:ext>
                </a:extLst>
              </p:cNvPr>
              <p:cNvSpPr>
                <a:spLocks noChangeArrowheads="1"/>
              </p:cNvSpPr>
              <p:nvPr/>
            </p:nvSpPr>
            <p:spPr bwMode="auto">
              <a:xfrm>
                <a:off x="2068" y="1972"/>
                <a:ext cx="616" cy="100"/>
              </a:xfrm>
              <a:prstGeom prst="rect">
                <a:avLst/>
              </a:prstGeom>
              <a:solidFill>
                <a:schemeClr val="folHlink"/>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12" name="Rectangle 23">
                <a:extLst>
                  <a:ext uri="{FF2B5EF4-FFF2-40B4-BE49-F238E27FC236}">
                    <a16:creationId xmlns:a16="http://schemas.microsoft.com/office/drawing/2014/main" id="{85199084-1BDD-4593-99E3-AF570176E0AA}"/>
                  </a:ext>
                </a:extLst>
              </p:cNvPr>
              <p:cNvSpPr>
                <a:spLocks noChangeArrowheads="1"/>
              </p:cNvSpPr>
              <p:nvPr/>
            </p:nvSpPr>
            <p:spPr bwMode="auto">
              <a:xfrm>
                <a:off x="2068" y="2080"/>
                <a:ext cx="616" cy="100"/>
              </a:xfrm>
              <a:prstGeom prst="rect">
                <a:avLst/>
              </a:prstGeom>
              <a:solidFill>
                <a:schemeClr val="folHlink"/>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13" name="Rectangle 24">
                <a:extLst>
                  <a:ext uri="{FF2B5EF4-FFF2-40B4-BE49-F238E27FC236}">
                    <a16:creationId xmlns:a16="http://schemas.microsoft.com/office/drawing/2014/main" id="{3B759D90-571B-405D-89CF-DBD3B84A771A}"/>
                  </a:ext>
                </a:extLst>
              </p:cNvPr>
              <p:cNvSpPr>
                <a:spLocks noChangeArrowheads="1"/>
              </p:cNvSpPr>
              <p:nvPr/>
            </p:nvSpPr>
            <p:spPr bwMode="auto">
              <a:xfrm>
                <a:off x="2068" y="2188"/>
                <a:ext cx="616" cy="100"/>
              </a:xfrm>
              <a:prstGeom prst="rect">
                <a:avLst/>
              </a:prstGeom>
              <a:solidFill>
                <a:schemeClr val="folHlink"/>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14" name="Rectangle 25">
                <a:extLst>
                  <a:ext uri="{FF2B5EF4-FFF2-40B4-BE49-F238E27FC236}">
                    <a16:creationId xmlns:a16="http://schemas.microsoft.com/office/drawing/2014/main" id="{E783556C-7E91-42BE-99D0-356B6CF15062}"/>
                  </a:ext>
                </a:extLst>
              </p:cNvPr>
              <p:cNvSpPr>
                <a:spLocks noChangeArrowheads="1"/>
              </p:cNvSpPr>
              <p:nvPr/>
            </p:nvSpPr>
            <p:spPr bwMode="auto">
              <a:xfrm>
                <a:off x="2068" y="2296"/>
                <a:ext cx="616" cy="100"/>
              </a:xfrm>
              <a:prstGeom prst="rect">
                <a:avLst/>
              </a:prstGeom>
              <a:solidFill>
                <a:schemeClr val="folHlink"/>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15" name="Line 26">
                <a:extLst>
                  <a:ext uri="{FF2B5EF4-FFF2-40B4-BE49-F238E27FC236}">
                    <a16:creationId xmlns:a16="http://schemas.microsoft.com/office/drawing/2014/main" id="{07A0782B-0796-43CE-8319-6476118A3222}"/>
                  </a:ext>
                </a:extLst>
              </p:cNvPr>
              <p:cNvSpPr>
                <a:spLocks noChangeShapeType="1"/>
              </p:cNvSpPr>
              <p:nvPr/>
            </p:nvSpPr>
            <p:spPr bwMode="auto">
              <a:xfrm>
                <a:off x="2259" y="1968"/>
                <a:ext cx="0" cy="43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16" name="Line 27">
                <a:extLst>
                  <a:ext uri="{FF2B5EF4-FFF2-40B4-BE49-F238E27FC236}">
                    <a16:creationId xmlns:a16="http://schemas.microsoft.com/office/drawing/2014/main" id="{71768F3A-ABD0-49E1-ABC0-BA174EB28AF2}"/>
                  </a:ext>
                </a:extLst>
              </p:cNvPr>
              <p:cNvSpPr>
                <a:spLocks noChangeShapeType="1"/>
              </p:cNvSpPr>
              <p:nvPr/>
            </p:nvSpPr>
            <p:spPr bwMode="auto">
              <a:xfrm>
                <a:off x="2493" y="1968"/>
                <a:ext cx="0" cy="432"/>
              </a:xfrm>
              <a:prstGeom prst="line">
                <a:avLst/>
              </a:prstGeom>
              <a:noFill/>
              <a:ln w="1270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sp>
          <p:nvSpPr>
            <p:cNvPr id="93" name="Rectangle 28">
              <a:extLst>
                <a:ext uri="{FF2B5EF4-FFF2-40B4-BE49-F238E27FC236}">
                  <a16:creationId xmlns:a16="http://schemas.microsoft.com/office/drawing/2014/main" id="{BFA61028-9756-4B73-91B4-B8D71DFAF02A}"/>
                </a:ext>
              </a:extLst>
            </p:cNvPr>
            <p:cNvSpPr>
              <a:spLocks noChangeArrowheads="1"/>
            </p:cNvSpPr>
            <p:nvPr/>
          </p:nvSpPr>
          <p:spPr bwMode="auto">
            <a:xfrm>
              <a:off x="3460" y="724"/>
              <a:ext cx="616" cy="424"/>
            </a:xfrm>
            <a:prstGeom prst="rect">
              <a:avLst/>
            </a:prstGeom>
            <a:solidFill>
              <a:schemeClr val="bg2"/>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94" name="Rectangle 29">
              <a:extLst>
                <a:ext uri="{FF2B5EF4-FFF2-40B4-BE49-F238E27FC236}">
                  <a16:creationId xmlns:a16="http://schemas.microsoft.com/office/drawing/2014/main" id="{842948EA-5018-4F95-986F-46FCBD01EC44}"/>
                </a:ext>
              </a:extLst>
            </p:cNvPr>
            <p:cNvSpPr>
              <a:spLocks noChangeArrowheads="1"/>
            </p:cNvSpPr>
            <p:nvPr/>
          </p:nvSpPr>
          <p:spPr bwMode="auto">
            <a:xfrm>
              <a:off x="3460" y="1300"/>
              <a:ext cx="616" cy="424"/>
            </a:xfrm>
            <a:prstGeom prst="rect">
              <a:avLst/>
            </a:prstGeom>
            <a:solidFill>
              <a:schemeClr val="bg2"/>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95" name="Rectangle 30">
              <a:extLst>
                <a:ext uri="{FF2B5EF4-FFF2-40B4-BE49-F238E27FC236}">
                  <a16:creationId xmlns:a16="http://schemas.microsoft.com/office/drawing/2014/main" id="{60DB71EF-F618-470B-96BB-F019650D1C55}"/>
                </a:ext>
              </a:extLst>
            </p:cNvPr>
            <p:cNvSpPr>
              <a:spLocks noChangeArrowheads="1"/>
            </p:cNvSpPr>
            <p:nvPr/>
          </p:nvSpPr>
          <p:spPr bwMode="auto">
            <a:xfrm>
              <a:off x="3460" y="2164"/>
              <a:ext cx="616" cy="424"/>
            </a:xfrm>
            <a:prstGeom prst="rect">
              <a:avLst/>
            </a:prstGeom>
            <a:solidFill>
              <a:schemeClr val="bg2"/>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96" name="Rectangle 31">
              <a:extLst>
                <a:ext uri="{FF2B5EF4-FFF2-40B4-BE49-F238E27FC236}">
                  <a16:creationId xmlns:a16="http://schemas.microsoft.com/office/drawing/2014/main" id="{33068B30-00A9-4E21-9796-25067D433AA1}"/>
                </a:ext>
              </a:extLst>
            </p:cNvPr>
            <p:cNvSpPr>
              <a:spLocks noChangeArrowheads="1"/>
            </p:cNvSpPr>
            <p:nvPr/>
          </p:nvSpPr>
          <p:spPr bwMode="auto">
            <a:xfrm>
              <a:off x="3493" y="753"/>
              <a:ext cx="532"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s-CO" sz="1800">
                  <a:solidFill>
                    <a:schemeClr val="tx2"/>
                  </a:solidFill>
                </a:rPr>
                <a:t>Data</a:t>
              </a:r>
            </a:p>
            <a:p>
              <a:r>
                <a:rPr lang="en-US" altLang="es-CO" sz="1800">
                  <a:solidFill>
                    <a:schemeClr val="tx2"/>
                  </a:solidFill>
                </a:rPr>
                <a:t>Page 1</a:t>
              </a:r>
            </a:p>
          </p:txBody>
        </p:sp>
        <p:sp>
          <p:nvSpPr>
            <p:cNvPr id="97" name="Rectangle 32">
              <a:extLst>
                <a:ext uri="{FF2B5EF4-FFF2-40B4-BE49-F238E27FC236}">
                  <a16:creationId xmlns:a16="http://schemas.microsoft.com/office/drawing/2014/main" id="{9CB608DE-091C-4819-9A37-DB81416FF88B}"/>
                </a:ext>
              </a:extLst>
            </p:cNvPr>
            <p:cNvSpPr>
              <a:spLocks noChangeArrowheads="1"/>
            </p:cNvSpPr>
            <p:nvPr/>
          </p:nvSpPr>
          <p:spPr bwMode="auto">
            <a:xfrm>
              <a:off x="3493" y="1329"/>
              <a:ext cx="532"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s-CO" sz="1800">
                  <a:solidFill>
                    <a:schemeClr val="tx2"/>
                  </a:solidFill>
                </a:rPr>
                <a:t>Data</a:t>
              </a:r>
            </a:p>
            <a:p>
              <a:r>
                <a:rPr lang="en-US" altLang="es-CO" sz="1800">
                  <a:solidFill>
                    <a:schemeClr val="tx2"/>
                  </a:solidFill>
                </a:rPr>
                <a:t>Page 2</a:t>
              </a:r>
            </a:p>
          </p:txBody>
        </p:sp>
        <p:sp>
          <p:nvSpPr>
            <p:cNvPr id="98" name="Rectangle 33">
              <a:extLst>
                <a:ext uri="{FF2B5EF4-FFF2-40B4-BE49-F238E27FC236}">
                  <a16:creationId xmlns:a16="http://schemas.microsoft.com/office/drawing/2014/main" id="{35FACA33-AD2B-4D54-979E-D578E366EDFE}"/>
                </a:ext>
              </a:extLst>
            </p:cNvPr>
            <p:cNvSpPr>
              <a:spLocks noChangeArrowheads="1"/>
            </p:cNvSpPr>
            <p:nvPr/>
          </p:nvSpPr>
          <p:spPr bwMode="auto">
            <a:xfrm>
              <a:off x="3494" y="2193"/>
              <a:ext cx="580"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s-CO" sz="1800">
                  <a:solidFill>
                    <a:schemeClr val="tx2"/>
                  </a:solidFill>
                </a:rPr>
                <a:t>Data</a:t>
              </a:r>
            </a:p>
            <a:p>
              <a:r>
                <a:rPr lang="en-US" altLang="es-CO" sz="1800">
                  <a:solidFill>
                    <a:schemeClr val="tx2"/>
                  </a:solidFill>
                </a:rPr>
                <a:t>Page N</a:t>
              </a:r>
            </a:p>
          </p:txBody>
        </p:sp>
        <p:sp>
          <p:nvSpPr>
            <p:cNvPr id="99" name="Rectangle 34">
              <a:extLst>
                <a:ext uri="{FF2B5EF4-FFF2-40B4-BE49-F238E27FC236}">
                  <a16:creationId xmlns:a16="http://schemas.microsoft.com/office/drawing/2014/main" id="{978510AB-2164-4302-8D66-A45FC764FC51}"/>
                </a:ext>
              </a:extLst>
            </p:cNvPr>
            <p:cNvSpPr>
              <a:spLocks noChangeArrowheads="1"/>
            </p:cNvSpPr>
            <p:nvPr/>
          </p:nvSpPr>
          <p:spPr bwMode="auto">
            <a:xfrm>
              <a:off x="1429" y="946"/>
              <a:ext cx="59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s-CO" sz="1800" b="1" dirty="0">
                  <a:solidFill>
                    <a:schemeClr val="folHlink"/>
                  </a:solidFill>
                </a:rPr>
                <a:t>Header</a:t>
              </a:r>
            </a:p>
            <a:p>
              <a:r>
                <a:rPr lang="en-US" altLang="es-CO" sz="1800" b="1" dirty="0">
                  <a:solidFill>
                    <a:schemeClr val="folHlink"/>
                  </a:solidFill>
                </a:rPr>
                <a:t>Page</a:t>
              </a:r>
            </a:p>
          </p:txBody>
        </p:sp>
        <p:sp>
          <p:nvSpPr>
            <p:cNvPr id="100" name="Rectangle 35">
              <a:extLst>
                <a:ext uri="{FF2B5EF4-FFF2-40B4-BE49-F238E27FC236}">
                  <a16:creationId xmlns:a16="http://schemas.microsoft.com/office/drawing/2014/main" id="{42B6007F-C8CB-436F-BC18-6A09CE9E3455}"/>
                </a:ext>
              </a:extLst>
            </p:cNvPr>
            <p:cNvSpPr>
              <a:spLocks noChangeArrowheads="1"/>
            </p:cNvSpPr>
            <p:nvPr/>
          </p:nvSpPr>
          <p:spPr bwMode="auto">
            <a:xfrm>
              <a:off x="2005" y="2434"/>
              <a:ext cx="807" cy="1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s-CO" sz="1400" b="1">
                  <a:solidFill>
                    <a:schemeClr val="folHlink"/>
                  </a:solidFill>
                </a:rPr>
                <a:t>DIRECTORY</a:t>
              </a:r>
            </a:p>
          </p:txBody>
        </p:sp>
        <p:grpSp>
          <p:nvGrpSpPr>
            <p:cNvPr id="101" name="Group 36">
              <a:extLst>
                <a:ext uri="{FF2B5EF4-FFF2-40B4-BE49-F238E27FC236}">
                  <a16:creationId xmlns:a16="http://schemas.microsoft.com/office/drawing/2014/main" id="{03501ED7-18D8-46A0-9053-EFBF381C0252}"/>
                </a:ext>
              </a:extLst>
            </p:cNvPr>
            <p:cNvGrpSpPr>
              <a:grpSpLocks/>
            </p:cNvGrpSpPr>
            <p:nvPr/>
          </p:nvGrpSpPr>
          <p:grpSpPr bwMode="auto">
            <a:xfrm>
              <a:off x="1825" y="1297"/>
              <a:ext cx="240" cy="191"/>
              <a:chOff x="1825" y="1297"/>
              <a:chExt cx="240" cy="191"/>
            </a:xfrm>
          </p:grpSpPr>
          <p:sp>
            <p:nvSpPr>
              <p:cNvPr id="109" name="Arc 37">
                <a:extLst>
                  <a:ext uri="{FF2B5EF4-FFF2-40B4-BE49-F238E27FC236}">
                    <a16:creationId xmlns:a16="http://schemas.microsoft.com/office/drawing/2014/main" id="{2B7015C4-CA44-4558-A4A3-86C3478ABBD3}"/>
                  </a:ext>
                </a:extLst>
              </p:cNvPr>
              <p:cNvSpPr>
                <a:spLocks/>
              </p:cNvSpPr>
              <p:nvPr/>
            </p:nvSpPr>
            <p:spPr bwMode="auto">
              <a:xfrm>
                <a:off x="1825" y="1297"/>
                <a:ext cx="240" cy="96"/>
              </a:xfrm>
              <a:custGeom>
                <a:avLst/>
                <a:gdLst>
                  <a:gd name="G0" fmla="+- 21600 0 0"/>
                  <a:gd name="G1" fmla="+- 21600 0 0"/>
                  <a:gd name="G2" fmla="+- 21600 0 0"/>
                  <a:gd name="T0" fmla="*/ 0 w 21600"/>
                  <a:gd name="T1" fmla="*/ 21600 h 21600"/>
                  <a:gd name="T2" fmla="*/ 2151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705"/>
                      <a:pt x="9615" y="49"/>
                      <a:pt x="21510" y="0"/>
                    </a:cubicBezTo>
                  </a:path>
                  <a:path w="21600" h="21600" stroke="0" extrusionOk="0">
                    <a:moveTo>
                      <a:pt x="0" y="21599"/>
                    </a:moveTo>
                    <a:cubicBezTo>
                      <a:pt x="0" y="9705"/>
                      <a:pt x="9615" y="49"/>
                      <a:pt x="21510" y="0"/>
                    </a:cubicBezTo>
                    <a:lnTo>
                      <a:pt x="21600" y="2160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10" name="Arc 38">
                <a:extLst>
                  <a:ext uri="{FF2B5EF4-FFF2-40B4-BE49-F238E27FC236}">
                    <a16:creationId xmlns:a16="http://schemas.microsoft.com/office/drawing/2014/main" id="{BB943DB5-4E31-4EC6-9243-5B6F90FC7ED6}"/>
                  </a:ext>
                </a:extLst>
              </p:cNvPr>
              <p:cNvSpPr>
                <a:spLocks/>
              </p:cNvSpPr>
              <p:nvPr/>
            </p:nvSpPr>
            <p:spPr bwMode="auto">
              <a:xfrm>
                <a:off x="1825" y="1392"/>
                <a:ext cx="240" cy="96"/>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close/>
                  </a:path>
                </a:pathLst>
              </a:custGeom>
              <a:noFill/>
              <a:ln w="1270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grpSp>
          <p:nvGrpSpPr>
            <p:cNvPr id="102" name="Group 39">
              <a:extLst>
                <a:ext uri="{FF2B5EF4-FFF2-40B4-BE49-F238E27FC236}">
                  <a16:creationId xmlns:a16="http://schemas.microsoft.com/office/drawing/2014/main" id="{D43454F9-7FFA-4E26-963E-07D494A9C4D6}"/>
                </a:ext>
              </a:extLst>
            </p:cNvPr>
            <p:cNvGrpSpPr>
              <a:grpSpLocks/>
            </p:cNvGrpSpPr>
            <p:nvPr/>
          </p:nvGrpSpPr>
          <p:grpSpPr bwMode="auto">
            <a:xfrm>
              <a:off x="1825" y="1825"/>
              <a:ext cx="240" cy="191"/>
              <a:chOff x="1825" y="1825"/>
              <a:chExt cx="240" cy="191"/>
            </a:xfrm>
          </p:grpSpPr>
          <p:sp>
            <p:nvSpPr>
              <p:cNvPr id="107" name="Arc 40">
                <a:extLst>
                  <a:ext uri="{FF2B5EF4-FFF2-40B4-BE49-F238E27FC236}">
                    <a16:creationId xmlns:a16="http://schemas.microsoft.com/office/drawing/2014/main" id="{08D7AF4B-41DD-4A07-A316-7755C46B32C0}"/>
                  </a:ext>
                </a:extLst>
              </p:cNvPr>
              <p:cNvSpPr>
                <a:spLocks/>
              </p:cNvSpPr>
              <p:nvPr/>
            </p:nvSpPr>
            <p:spPr bwMode="auto">
              <a:xfrm>
                <a:off x="1825" y="1825"/>
                <a:ext cx="240" cy="96"/>
              </a:xfrm>
              <a:custGeom>
                <a:avLst/>
                <a:gdLst>
                  <a:gd name="G0" fmla="+- 21600 0 0"/>
                  <a:gd name="G1" fmla="+- 21600 0 0"/>
                  <a:gd name="G2" fmla="+- 21600 0 0"/>
                  <a:gd name="T0" fmla="*/ 0 w 21600"/>
                  <a:gd name="T1" fmla="*/ 21600 h 21600"/>
                  <a:gd name="T2" fmla="*/ 21510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705"/>
                      <a:pt x="9615" y="49"/>
                      <a:pt x="21510" y="0"/>
                    </a:cubicBezTo>
                  </a:path>
                  <a:path w="21600" h="21600" stroke="0" extrusionOk="0">
                    <a:moveTo>
                      <a:pt x="0" y="21599"/>
                    </a:moveTo>
                    <a:cubicBezTo>
                      <a:pt x="0" y="9705"/>
                      <a:pt x="9615" y="49"/>
                      <a:pt x="21510" y="0"/>
                    </a:cubicBezTo>
                    <a:lnTo>
                      <a:pt x="21600" y="21600"/>
                    </a:lnTo>
                    <a:close/>
                  </a:path>
                </a:pathLst>
              </a:custGeom>
              <a:noFill/>
              <a:ln w="12700" cap="rnd">
                <a:solidFill>
                  <a:schemeClr val="accent2"/>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08" name="Arc 41">
                <a:extLst>
                  <a:ext uri="{FF2B5EF4-FFF2-40B4-BE49-F238E27FC236}">
                    <a16:creationId xmlns:a16="http://schemas.microsoft.com/office/drawing/2014/main" id="{8CB67155-5CE5-47A0-ABCE-DE6D267EBF7B}"/>
                  </a:ext>
                </a:extLst>
              </p:cNvPr>
              <p:cNvSpPr>
                <a:spLocks/>
              </p:cNvSpPr>
              <p:nvPr/>
            </p:nvSpPr>
            <p:spPr bwMode="auto">
              <a:xfrm>
                <a:off x="1825" y="1920"/>
                <a:ext cx="240" cy="96"/>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close/>
                  </a:path>
                </a:pathLst>
              </a:custGeom>
              <a:noFill/>
              <a:ln w="12700" cap="rnd">
                <a:solidFill>
                  <a:schemeClr val="accent2"/>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sp>
          <p:nvSpPr>
            <p:cNvPr id="103" name="Arc 42">
              <a:extLst>
                <a:ext uri="{FF2B5EF4-FFF2-40B4-BE49-F238E27FC236}">
                  <a16:creationId xmlns:a16="http://schemas.microsoft.com/office/drawing/2014/main" id="{B3C2FCE1-997E-4000-A1EF-4CBB13AC4C89}"/>
                </a:ext>
              </a:extLst>
            </p:cNvPr>
            <p:cNvSpPr>
              <a:spLocks/>
            </p:cNvSpPr>
            <p:nvPr/>
          </p:nvSpPr>
          <p:spPr bwMode="auto">
            <a:xfrm>
              <a:off x="2161" y="769"/>
              <a:ext cx="1296" cy="192"/>
            </a:xfrm>
            <a:custGeom>
              <a:avLst/>
              <a:gdLst>
                <a:gd name="G0" fmla="+- 21600 0 0"/>
                <a:gd name="G1" fmla="+- 21600 0 0"/>
                <a:gd name="G2" fmla="+- 21600 0 0"/>
                <a:gd name="T0" fmla="*/ 0 w 21600"/>
                <a:gd name="T1" fmla="*/ 21600 h 21600"/>
                <a:gd name="T2" fmla="*/ 21583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677"/>
                    <a:pt x="9660" y="9"/>
                    <a:pt x="21583" y="0"/>
                  </a:cubicBezTo>
                </a:path>
                <a:path w="21600" h="21600" stroke="0" extrusionOk="0">
                  <a:moveTo>
                    <a:pt x="0" y="21599"/>
                  </a:moveTo>
                  <a:cubicBezTo>
                    <a:pt x="0" y="9677"/>
                    <a:pt x="9660" y="9"/>
                    <a:pt x="21583" y="0"/>
                  </a:cubicBezTo>
                  <a:lnTo>
                    <a:pt x="21600" y="21600"/>
                  </a:lnTo>
                  <a:close/>
                </a:path>
              </a:pathLst>
            </a:custGeom>
            <a:noFill/>
            <a:ln w="12700" cap="rnd">
              <a:solidFill>
                <a:schemeClr val="accent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04" name="Arc 43">
              <a:extLst>
                <a:ext uri="{FF2B5EF4-FFF2-40B4-BE49-F238E27FC236}">
                  <a16:creationId xmlns:a16="http://schemas.microsoft.com/office/drawing/2014/main" id="{D9D94375-CEAD-4059-8424-332CF38249F6}"/>
                </a:ext>
              </a:extLst>
            </p:cNvPr>
            <p:cNvSpPr>
              <a:spLocks/>
            </p:cNvSpPr>
            <p:nvPr/>
          </p:nvSpPr>
          <p:spPr bwMode="auto">
            <a:xfrm>
              <a:off x="2353" y="960"/>
              <a:ext cx="1104" cy="384"/>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close/>
                </a:path>
              </a:pathLst>
            </a:custGeom>
            <a:noFill/>
            <a:ln w="12700" cap="rnd">
              <a:solidFill>
                <a:schemeClr val="accent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05" name="Arc 44">
              <a:extLst>
                <a:ext uri="{FF2B5EF4-FFF2-40B4-BE49-F238E27FC236}">
                  <a16:creationId xmlns:a16="http://schemas.microsoft.com/office/drawing/2014/main" id="{2F2DEC9B-E864-4179-82DE-FD63EFE7FDE7}"/>
                </a:ext>
              </a:extLst>
            </p:cNvPr>
            <p:cNvSpPr>
              <a:spLocks/>
            </p:cNvSpPr>
            <p:nvPr/>
          </p:nvSpPr>
          <p:spPr bwMode="auto">
            <a:xfrm>
              <a:off x="2593" y="960"/>
              <a:ext cx="432" cy="720"/>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599"/>
                  </a:moveTo>
                  <a:cubicBezTo>
                    <a:pt x="9670" y="21599"/>
                    <a:pt x="0" y="11929"/>
                    <a:pt x="0" y="0"/>
                  </a:cubicBezTo>
                </a:path>
                <a:path w="21600" h="21600" stroke="0" extrusionOk="0">
                  <a:moveTo>
                    <a:pt x="21600" y="21599"/>
                  </a:moveTo>
                  <a:cubicBezTo>
                    <a:pt x="9670" y="21599"/>
                    <a:pt x="0" y="11929"/>
                    <a:pt x="0" y="0"/>
                  </a:cubicBezTo>
                  <a:lnTo>
                    <a:pt x="21600" y="0"/>
                  </a:lnTo>
                  <a:close/>
                </a:path>
              </a:pathLst>
            </a:custGeom>
            <a:noFill/>
            <a:ln w="12700" cap="rnd">
              <a:solidFill>
                <a:schemeClr val="accent1"/>
              </a:solidFill>
              <a:round/>
              <a:headEnd type="stealth" w="med" len="lg"/>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sp>
          <p:nvSpPr>
            <p:cNvPr id="106" name="Arc 45">
              <a:extLst>
                <a:ext uri="{FF2B5EF4-FFF2-40B4-BE49-F238E27FC236}">
                  <a16:creationId xmlns:a16="http://schemas.microsoft.com/office/drawing/2014/main" id="{141C20EC-442F-464E-9769-45B843FD26D5}"/>
                </a:ext>
              </a:extLst>
            </p:cNvPr>
            <p:cNvSpPr>
              <a:spLocks/>
            </p:cNvSpPr>
            <p:nvPr/>
          </p:nvSpPr>
          <p:spPr bwMode="auto">
            <a:xfrm>
              <a:off x="2592" y="2017"/>
              <a:ext cx="864" cy="1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cap="rnd">
              <a:solidFill>
                <a:schemeClr val="accent1"/>
              </a:solidFill>
              <a:round/>
              <a:headEnd type="none" w="sm" len="sm"/>
              <a:tailEnd type="stealth"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s-CO"/>
            </a:p>
          </p:txBody>
        </p:sp>
      </p:grpSp>
      <p:sp>
        <p:nvSpPr>
          <p:cNvPr id="44" name="Google Shape;310;p34">
            <a:extLst>
              <a:ext uri="{FF2B5EF4-FFF2-40B4-BE49-F238E27FC236}">
                <a16:creationId xmlns:a16="http://schemas.microsoft.com/office/drawing/2014/main" id="{866A5248-E32F-464A-AF3D-B46AF50CA0F5}"/>
              </a:ext>
            </a:extLst>
          </p:cNvPr>
          <p:cNvSpPr txBox="1">
            <a:spLocks/>
          </p:cNvSpPr>
          <p:nvPr/>
        </p:nvSpPr>
        <p:spPr>
          <a:xfrm>
            <a:off x="892071" y="924868"/>
            <a:ext cx="5799086" cy="487607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latin typeface="Roboto" panose="02000000000000000000" pitchFamily="2" charset="0"/>
                <a:ea typeface="Roboto" panose="02000000000000000000" pitchFamily="2" charset="0"/>
              </a:rPr>
              <a:t>La implementación del Directorio de Páginas se diferencia de la implementación de la Lista Enlazada en que solo utiliza una lista enlazada para las páginas de encabezado.</a:t>
            </a:r>
          </a:p>
          <a:p>
            <a:pPr marL="342900" indent="-342900"/>
            <a:r>
              <a:rPr lang="es-MX" sz="2000" dirty="0">
                <a:latin typeface="Roboto" panose="02000000000000000000" pitchFamily="2" charset="0"/>
                <a:ea typeface="Roboto" panose="02000000000000000000" pitchFamily="2" charset="0"/>
              </a:rPr>
              <a:t>Cada página de encabezado contiene un puntero (desplazamiento de bytes) a la siguiente página de encabezado, y sus entradas contienen tanto un puntero a una página de datos como el espacio libre disponible en dicha página.</a:t>
            </a:r>
          </a:p>
          <a:p>
            <a:pPr marL="342900" indent="-342900"/>
            <a:r>
              <a:rPr lang="es-MX" sz="2000" dirty="0">
                <a:latin typeface="Roboto" panose="02000000000000000000" pitchFamily="2" charset="0"/>
                <a:ea typeface="Roboto" panose="02000000000000000000" pitchFamily="2" charset="0"/>
              </a:rPr>
              <a:t>El ID de la página de cabecera (Header Page) inicial y el nombre del archivo se almacenan en el Catálogo de la Base de Datos para su acceso rápido.</a:t>
            </a:r>
          </a:p>
        </p:txBody>
      </p:sp>
    </p:spTree>
    <p:extLst>
      <p:ext uri="{BB962C8B-B14F-4D97-AF65-F5344CB8AC3E}">
        <p14:creationId xmlns:p14="http://schemas.microsoft.com/office/powerpoint/2010/main" val="7720722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61"/>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701E5C"/>
              </a:buClr>
              <a:buSzPts val="3200"/>
              <a:buFont typeface="Roboto Slab"/>
              <a:buNone/>
            </a:pPr>
            <a:r>
              <a:rPr lang="es-ES" dirty="0"/>
              <a:t>Comparación de las implementaciones</a:t>
            </a:r>
            <a:endParaRPr sz="3200" b="1" dirty="0">
              <a:solidFill>
                <a:srgbClr val="701E5C"/>
              </a:solidFill>
              <a:highlight>
                <a:srgbClr val="FFFF00"/>
              </a:highlight>
              <a:latin typeface="Roboto Slab"/>
              <a:ea typeface="Roboto Slab"/>
              <a:cs typeface="Roboto Slab"/>
              <a:sym typeface="Roboto Slab"/>
            </a:endParaRPr>
          </a:p>
        </p:txBody>
      </p:sp>
      <p:sp>
        <p:nvSpPr>
          <p:cNvPr id="44" name="Google Shape;310;p34">
            <a:extLst>
              <a:ext uri="{FF2B5EF4-FFF2-40B4-BE49-F238E27FC236}">
                <a16:creationId xmlns:a16="http://schemas.microsoft.com/office/drawing/2014/main" id="{7A20E91D-6B1E-4D1E-975B-3E33A0424A92}"/>
              </a:ext>
            </a:extLst>
          </p:cNvPr>
          <p:cNvSpPr txBox="1">
            <a:spLocks/>
          </p:cNvSpPr>
          <p:nvPr/>
        </p:nvSpPr>
        <p:spPr>
          <a:xfrm>
            <a:off x="916650" y="847418"/>
            <a:ext cx="11031510" cy="329786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dirty="0">
                <a:latin typeface="Roboto" panose="02000000000000000000" pitchFamily="2" charset="0"/>
                <a:ea typeface="Roboto" panose="02000000000000000000" pitchFamily="2" charset="0"/>
              </a:rPr>
              <a:t>La principal ventaja de los Directorios de Páginas sobre las Listas Enlazadas es que la inserción de registros suele ser más rápida. </a:t>
            </a:r>
          </a:p>
          <a:p>
            <a:pPr marL="800100" lvl="1" indent="-342900"/>
            <a:r>
              <a:rPr lang="es-MX" sz="2000" dirty="0">
                <a:latin typeface="Roboto" panose="02000000000000000000" pitchFamily="2" charset="0"/>
                <a:ea typeface="Roboto" panose="02000000000000000000" pitchFamily="2" charset="0"/>
              </a:rPr>
              <a:t>Caso lista enlazada: Para encontrar una página con suficiente espacio, puede ser necesario leer la página de encabezado y cada página de la porción libre. </a:t>
            </a:r>
          </a:p>
          <a:p>
            <a:pPr marL="800100" lvl="1" indent="-342900"/>
            <a:r>
              <a:rPr lang="es-MX" sz="2000" dirty="0">
                <a:latin typeface="Roboto" panose="02000000000000000000" pitchFamily="2" charset="0"/>
                <a:ea typeface="Roboto" panose="02000000000000000000" pitchFamily="2" charset="0"/>
              </a:rPr>
              <a:t>Caso implementación de Directorio: Solo requiere leer, como máximo, todas las páginas de encabezado, ya que contienen información sobre el espacio disponible en cada página de datos del archivo.</a:t>
            </a:r>
          </a:p>
          <a:p>
            <a:pPr marL="342900" indent="-342900"/>
            <a:r>
              <a:rPr lang="es-MX" sz="2000" b="1" dirty="0">
                <a:latin typeface="Roboto" panose="02000000000000000000" pitchFamily="2" charset="0"/>
                <a:ea typeface="Roboto" panose="02000000000000000000" pitchFamily="2" charset="0"/>
              </a:rPr>
              <a:t>Ejemplo</a:t>
            </a:r>
            <a:r>
              <a:rPr lang="es-MX" sz="2000" dirty="0">
                <a:latin typeface="Roboto" panose="02000000000000000000" pitchFamily="2" charset="0"/>
                <a:ea typeface="Roboto" panose="02000000000000000000" pitchFamily="2" charset="0"/>
              </a:rPr>
              <a:t>: Un archivo heap se implementa como una Lista Enlazada y un Directorio de Páginas. Cada página ocupa 30 bytes y se inserta un registro de 20 bytes en el archivo. ¿Cuál seria el costo de acceso en términos de operaciones </a:t>
            </a:r>
            <a:r>
              <a:rPr lang="es-MX" sz="2000" b="1" dirty="0">
                <a:latin typeface="Roboto" panose="02000000000000000000" pitchFamily="2" charset="0"/>
                <a:ea typeface="Roboto" panose="02000000000000000000" pitchFamily="2" charset="0"/>
              </a:rPr>
              <a:t>I/O</a:t>
            </a:r>
            <a:r>
              <a:rPr lang="es-MX" sz="2000" dirty="0">
                <a:latin typeface="Roboto" panose="02000000000000000000" pitchFamily="2" charset="0"/>
                <a:ea typeface="Roboto" panose="02000000000000000000" pitchFamily="2" charset="0"/>
              </a:rPr>
              <a:t>?</a:t>
            </a:r>
          </a:p>
        </p:txBody>
      </p:sp>
    </p:spTree>
    <p:extLst>
      <p:ext uri="{BB962C8B-B14F-4D97-AF65-F5344CB8AC3E}">
        <p14:creationId xmlns:p14="http://schemas.microsoft.com/office/powerpoint/2010/main" val="25199591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61"/>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701E5C"/>
              </a:buClr>
              <a:buSzPts val="3200"/>
              <a:buFont typeface="Roboto Slab"/>
              <a:buNone/>
            </a:pPr>
            <a:r>
              <a:rPr lang="es-ES" dirty="0"/>
              <a:t>Comparación de las implementaciones</a:t>
            </a:r>
            <a:endParaRPr sz="3200" b="1" dirty="0">
              <a:solidFill>
                <a:srgbClr val="701E5C"/>
              </a:solidFill>
              <a:highlight>
                <a:srgbClr val="FFFF00"/>
              </a:highlight>
              <a:latin typeface="Roboto Slab"/>
              <a:ea typeface="Roboto Slab"/>
              <a:cs typeface="Roboto Slab"/>
              <a:sym typeface="Roboto Slab"/>
            </a:endParaRPr>
          </a:p>
        </p:txBody>
      </p:sp>
      <p:sp>
        <p:nvSpPr>
          <p:cNvPr id="44" name="Google Shape;310;p34">
            <a:extLst>
              <a:ext uri="{FF2B5EF4-FFF2-40B4-BE49-F238E27FC236}">
                <a16:creationId xmlns:a16="http://schemas.microsoft.com/office/drawing/2014/main" id="{7A20E91D-6B1E-4D1E-975B-3E33A0424A92}"/>
              </a:ext>
            </a:extLst>
          </p:cNvPr>
          <p:cNvSpPr txBox="1">
            <a:spLocks/>
          </p:cNvSpPr>
          <p:nvPr/>
        </p:nvSpPr>
        <p:spPr>
          <a:xfrm>
            <a:off x="916650" y="847418"/>
            <a:ext cx="11031510" cy="46322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b="1" dirty="0">
                <a:latin typeface="Roboto" panose="02000000000000000000" pitchFamily="2" charset="0"/>
                <a:ea typeface="Roboto" panose="02000000000000000000" pitchFamily="2" charset="0"/>
              </a:rPr>
              <a:t>Implementación como lista</a:t>
            </a:r>
            <a:r>
              <a:rPr lang="es-MX" sz="2000" dirty="0">
                <a:latin typeface="Roboto" panose="02000000000000000000" pitchFamily="2" charset="0"/>
                <a:ea typeface="Roboto" panose="02000000000000000000" pitchFamily="2" charset="0"/>
              </a:rPr>
              <a:t>:</a:t>
            </a:r>
          </a:p>
        </p:txBody>
      </p:sp>
      <p:pic>
        <p:nvPicPr>
          <p:cNvPr id="1030" name="Picture 6" descr="image">
            <a:extLst>
              <a:ext uri="{FF2B5EF4-FFF2-40B4-BE49-F238E27FC236}">
                <a16:creationId xmlns:a16="http://schemas.microsoft.com/office/drawing/2014/main" id="{B0992C0E-7619-48F7-B1AD-BD710CAC7D3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2765" y="1756484"/>
            <a:ext cx="8304000" cy="4254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8165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666" name="Google Shape;666;p61"/>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701E5C"/>
              </a:buClr>
              <a:buSzPts val="3200"/>
              <a:buFont typeface="Roboto Slab"/>
              <a:buNone/>
            </a:pPr>
            <a:r>
              <a:rPr lang="es-ES" dirty="0"/>
              <a:t>Comparación de las implementaciones</a:t>
            </a:r>
            <a:endParaRPr sz="3200" b="1" dirty="0">
              <a:solidFill>
                <a:srgbClr val="701E5C"/>
              </a:solidFill>
              <a:highlight>
                <a:srgbClr val="FFFF00"/>
              </a:highlight>
              <a:latin typeface="Roboto Slab"/>
              <a:ea typeface="Roboto Slab"/>
              <a:cs typeface="Roboto Slab"/>
              <a:sym typeface="Roboto Slab"/>
            </a:endParaRPr>
          </a:p>
        </p:txBody>
      </p:sp>
      <p:sp>
        <p:nvSpPr>
          <p:cNvPr id="44" name="Google Shape;310;p34">
            <a:extLst>
              <a:ext uri="{FF2B5EF4-FFF2-40B4-BE49-F238E27FC236}">
                <a16:creationId xmlns:a16="http://schemas.microsoft.com/office/drawing/2014/main" id="{7A20E91D-6B1E-4D1E-975B-3E33A0424A92}"/>
              </a:ext>
            </a:extLst>
          </p:cNvPr>
          <p:cNvSpPr txBox="1">
            <a:spLocks/>
          </p:cNvSpPr>
          <p:nvPr/>
        </p:nvSpPr>
        <p:spPr>
          <a:xfrm>
            <a:off x="916650" y="847418"/>
            <a:ext cx="11031510" cy="46322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b="1" dirty="0">
                <a:latin typeface="Roboto" panose="02000000000000000000" pitchFamily="2" charset="0"/>
                <a:ea typeface="Roboto" panose="02000000000000000000" pitchFamily="2" charset="0"/>
              </a:rPr>
              <a:t>Implementación como directorio</a:t>
            </a:r>
            <a:r>
              <a:rPr lang="es-MX" sz="2000" dirty="0">
                <a:latin typeface="Roboto" panose="02000000000000000000" pitchFamily="2" charset="0"/>
                <a:ea typeface="Roboto" panose="02000000000000000000" pitchFamily="2" charset="0"/>
              </a:rPr>
              <a:t>:</a:t>
            </a:r>
          </a:p>
        </p:txBody>
      </p:sp>
      <p:pic>
        <p:nvPicPr>
          <p:cNvPr id="2050" name="Picture 2" descr="image">
            <a:extLst>
              <a:ext uri="{FF2B5EF4-FFF2-40B4-BE49-F238E27FC236}">
                <a16:creationId xmlns:a16="http://schemas.microsoft.com/office/drawing/2014/main" id="{6B76FB51-8A5C-4BD6-9874-F70FEA4D0D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8745" y="1463040"/>
            <a:ext cx="9658350" cy="5124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43227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Definición del problema</a:t>
            </a:r>
            <a:endParaRPr dirty="0"/>
          </a:p>
        </p:txBody>
      </p:sp>
      <p:sp>
        <p:nvSpPr>
          <p:cNvPr id="28" name="CuadroTexto 27">
            <a:extLst>
              <a:ext uri="{FF2B5EF4-FFF2-40B4-BE49-F238E27FC236}">
                <a16:creationId xmlns:a16="http://schemas.microsoft.com/office/drawing/2014/main" id="{36E66917-BCE6-4B33-9C33-49BD726FAFE5}"/>
              </a:ext>
            </a:extLst>
          </p:cNvPr>
          <p:cNvSpPr txBox="1"/>
          <p:nvPr/>
        </p:nvSpPr>
        <p:spPr>
          <a:xfrm>
            <a:off x="916650" y="1045538"/>
            <a:ext cx="11044292" cy="707886"/>
          </a:xfrm>
          <a:prstGeom prst="rect">
            <a:avLst/>
          </a:prstGeom>
          <a:noFill/>
        </p:spPr>
        <p:txBody>
          <a:bodyPr wrap="square" rtlCol="0">
            <a:spAutoFit/>
          </a:bodyPr>
          <a:lstStyle/>
          <a:p>
            <a:pPr marL="342900" indent="-342900">
              <a:buFont typeface="Arial" panose="020B0604020202020204" pitchFamily="34" charset="0"/>
              <a:buChar char="•"/>
            </a:pPr>
            <a:r>
              <a:rPr lang="es-MX" sz="2000" dirty="0">
                <a:latin typeface="Roboto" panose="02000000000000000000" pitchFamily="2" charset="0"/>
                <a:ea typeface="Roboto" panose="02000000000000000000" pitchFamily="2" charset="0"/>
              </a:rPr>
              <a:t>Suponga que se tiene una base de datos universitaria con un </a:t>
            </a:r>
            <a:r>
              <a:rPr lang="es-MX" sz="2000" dirty="0"/>
              <a:t>archivo de registros tipo </a:t>
            </a:r>
            <a:r>
              <a:rPr lang="es-MX" sz="2000" b="1" dirty="0"/>
              <a:t>instructor</a:t>
            </a:r>
            <a:r>
              <a:rPr lang="es-MX" sz="2000" dirty="0"/>
              <a:t> cuyos campos (</a:t>
            </a:r>
            <a:r>
              <a:rPr lang="es-MX" sz="2000" b="1" dirty="0"/>
              <a:t>fields</a:t>
            </a:r>
            <a:r>
              <a:rPr lang="es-MX" sz="2000" dirty="0"/>
              <a:t>) se definen a continuación.</a:t>
            </a:r>
            <a:endParaRPr lang="es-MX" sz="1600" dirty="0">
              <a:latin typeface="Roboto" panose="02000000000000000000" pitchFamily="2" charset="0"/>
              <a:ea typeface="Roboto" panose="02000000000000000000" pitchFamily="2" charset="0"/>
            </a:endParaRPr>
          </a:p>
        </p:txBody>
      </p:sp>
      <p:pic>
        <p:nvPicPr>
          <p:cNvPr id="9" name="Graphic 2">
            <a:extLst>
              <a:ext uri="{FF2B5EF4-FFF2-40B4-BE49-F238E27FC236}">
                <a16:creationId xmlns:a16="http://schemas.microsoft.com/office/drawing/2014/main" id="{95B67CA5-6042-49F6-9905-AD35C72BF437}"/>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b="43026"/>
          <a:stretch/>
        </p:blipFill>
        <p:spPr>
          <a:xfrm>
            <a:off x="7281052" y="1753424"/>
            <a:ext cx="4479467" cy="4282636"/>
          </a:xfrm>
          <a:prstGeom prst="rect">
            <a:avLst/>
          </a:prstGeom>
        </p:spPr>
      </p:pic>
      <p:sp>
        <p:nvSpPr>
          <p:cNvPr id="10" name="CuadroTexto 9">
            <a:extLst>
              <a:ext uri="{FF2B5EF4-FFF2-40B4-BE49-F238E27FC236}">
                <a16:creationId xmlns:a16="http://schemas.microsoft.com/office/drawing/2014/main" id="{1A908601-CA7F-4467-BD99-BBC73F358253}"/>
              </a:ext>
            </a:extLst>
          </p:cNvPr>
          <p:cNvSpPr txBox="1"/>
          <p:nvPr/>
        </p:nvSpPr>
        <p:spPr>
          <a:xfrm>
            <a:off x="1743532" y="1897974"/>
            <a:ext cx="4479468" cy="1754326"/>
          </a:xfrm>
          <a:prstGeom prst="rect">
            <a:avLst/>
          </a:prstGeom>
          <a:noFill/>
          <a:ln>
            <a:solidFill>
              <a:schemeClr val="tx1"/>
            </a:solidFill>
          </a:ln>
        </p:spPr>
        <p:txBody>
          <a:bodyPr wrap="square">
            <a:spAutoFit/>
          </a:bodyPr>
          <a:lstStyle/>
          <a:p>
            <a:pPr lvl="1">
              <a:buNone/>
              <a:tabLst>
                <a:tab pos="1365647" algn="l"/>
                <a:tab pos="2744391" algn="l"/>
                <a:tab pos="2957513" algn="l"/>
              </a:tabLst>
            </a:pPr>
            <a:r>
              <a:rPr lang="en-US" altLang="en-US" sz="1800" b="1" dirty="0">
                <a:latin typeface="Consolas" panose="020B0609020204030204" pitchFamily="49" charset="0"/>
              </a:rPr>
              <a:t>type</a:t>
            </a:r>
            <a:r>
              <a:rPr lang="en-US" altLang="en-US" sz="1800" dirty="0">
                <a:latin typeface="Consolas" panose="020B0609020204030204" pitchFamily="49" charset="0"/>
              </a:rPr>
              <a:t> </a:t>
            </a:r>
            <a:r>
              <a:rPr lang="en-US" altLang="en-US" sz="1800" i="1" dirty="0">
                <a:latin typeface="Consolas" panose="020B0609020204030204" pitchFamily="49" charset="0"/>
              </a:rPr>
              <a:t>instructor</a:t>
            </a:r>
            <a:r>
              <a:rPr lang="en-US" altLang="en-US" sz="1800" dirty="0">
                <a:latin typeface="Consolas" panose="020B0609020204030204" pitchFamily="49" charset="0"/>
              </a:rPr>
              <a:t> = </a:t>
            </a:r>
            <a:r>
              <a:rPr lang="en-US" altLang="en-US" sz="1800" b="1" dirty="0">
                <a:latin typeface="Consolas" panose="020B0609020204030204" pitchFamily="49" charset="0"/>
              </a:rPr>
              <a:t>record</a:t>
            </a:r>
            <a:endParaRPr lang="en-US" altLang="en-US" sz="1800" dirty="0">
              <a:latin typeface="Consolas" panose="020B0609020204030204" pitchFamily="49" charset="0"/>
            </a:endParaRPr>
          </a:p>
          <a:p>
            <a:pPr lvl="1">
              <a:buNone/>
              <a:tabLst>
                <a:tab pos="1365647" algn="l"/>
                <a:tab pos="2744391" algn="l"/>
                <a:tab pos="2957513" algn="l"/>
              </a:tabLst>
            </a:pPr>
            <a:r>
              <a:rPr lang="en-US" altLang="en-US" sz="1800" i="1" dirty="0">
                <a:latin typeface="Consolas" panose="020B0609020204030204" pitchFamily="49" charset="0"/>
              </a:rPr>
              <a:t>   ID</a:t>
            </a:r>
            <a:r>
              <a:rPr lang="en-US" altLang="en-US" sz="1800" dirty="0">
                <a:latin typeface="Consolas" panose="020B0609020204030204" pitchFamily="49" charset="0"/>
              </a:rPr>
              <a:t> : </a:t>
            </a:r>
            <a:r>
              <a:rPr lang="es-CO" sz="1800" dirty="0">
                <a:latin typeface="Consolas" panose="020B0609020204030204" pitchFamily="49" charset="0"/>
              </a:rPr>
              <a:t>varchar (5);</a:t>
            </a:r>
          </a:p>
          <a:p>
            <a:pPr lvl="1">
              <a:buNone/>
              <a:tabLst>
                <a:tab pos="1365647" algn="l"/>
                <a:tab pos="2744391" algn="l"/>
                <a:tab pos="2957513" algn="l"/>
              </a:tabLst>
            </a:pPr>
            <a:r>
              <a:rPr lang="en-US" altLang="en-US" sz="1800" dirty="0">
                <a:latin typeface="Consolas" panose="020B0609020204030204" pitchFamily="49" charset="0"/>
              </a:rPr>
              <a:t>   </a:t>
            </a:r>
            <a:r>
              <a:rPr lang="en-US" altLang="en-US" sz="1800" i="1" dirty="0">
                <a:latin typeface="Consolas" panose="020B0609020204030204" pitchFamily="49" charset="0"/>
              </a:rPr>
              <a:t>name</a:t>
            </a:r>
            <a:r>
              <a:rPr lang="en-US" altLang="en-US" sz="1800" dirty="0">
                <a:latin typeface="Consolas" panose="020B0609020204030204" pitchFamily="49" charset="0"/>
              </a:rPr>
              <a:t> : </a:t>
            </a:r>
            <a:r>
              <a:rPr lang="es-CO" sz="1800" dirty="0">
                <a:latin typeface="Consolas" panose="020B0609020204030204" pitchFamily="49" charset="0"/>
              </a:rPr>
              <a:t>varchar(20);</a:t>
            </a:r>
            <a:br>
              <a:rPr lang="en-US" altLang="en-US" sz="1800" dirty="0">
                <a:latin typeface="Consolas" panose="020B0609020204030204" pitchFamily="49" charset="0"/>
              </a:rPr>
            </a:br>
            <a:r>
              <a:rPr lang="en-US" altLang="en-US" sz="1800" dirty="0">
                <a:latin typeface="Consolas" panose="020B0609020204030204" pitchFamily="49" charset="0"/>
              </a:rPr>
              <a:t>   </a:t>
            </a:r>
            <a:r>
              <a:rPr lang="en-US" altLang="en-US" sz="1800" i="1" dirty="0">
                <a:latin typeface="Consolas" panose="020B0609020204030204" pitchFamily="49" charset="0"/>
              </a:rPr>
              <a:t>dept_name</a:t>
            </a:r>
            <a:r>
              <a:rPr lang="en-US" altLang="en-US" sz="1800" dirty="0">
                <a:latin typeface="Consolas" panose="020B0609020204030204" pitchFamily="49" charset="0"/>
              </a:rPr>
              <a:t> : </a:t>
            </a:r>
            <a:r>
              <a:rPr lang="es-CO" sz="1800" dirty="0">
                <a:latin typeface="Consolas" panose="020B0609020204030204" pitchFamily="49" charset="0"/>
              </a:rPr>
              <a:t>varchar(20);</a:t>
            </a:r>
            <a:br>
              <a:rPr lang="en-US" altLang="en-US" sz="1800" dirty="0">
                <a:latin typeface="Consolas" panose="020B0609020204030204" pitchFamily="49" charset="0"/>
              </a:rPr>
            </a:br>
            <a:r>
              <a:rPr lang="en-US" altLang="en-US" sz="1800" dirty="0">
                <a:latin typeface="Consolas" panose="020B0609020204030204" pitchFamily="49" charset="0"/>
              </a:rPr>
              <a:t>   </a:t>
            </a:r>
            <a:r>
              <a:rPr lang="en-US" altLang="en-US" sz="1800" i="1" dirty="0">
                <a:latin typeface="Consolas" panose="020B0609020204030204" pitchFamily="49" charset="0"/>
              </a:rPr>
              <a:t>salary</a:t>
            </a:r>
            <a:r>
              <a:rPr lang="en-US" altLang="en-US" sz="1800" dirty="0">
                <a:latin typeface="Consolas" panose="020B0609020204030204" pitchFamily="49" charset="0"/>
              </a:rPr>
              <a:t> : </a:t>
            </a:r>
            <a:r>
              <a:rPr lang="es-CO" sz="1800" dirty="0">
                <a:latin typeface="Consolas" panose="020B0609020204030204" pitchFamily="49" charset="0"/>
              </a:rPr>
              <a:t>numeric (8,2);</a:t>
            </a:r>
            <a:endParaRPr lang="en-US" altLang="en-US" sz="1800" dirty="0">
              <a:latin typeface="Consolas" panose="020B0609020204030204" pitchFamily="49" charset="0"/>
            </a:endParaRPr>
          </a:p>
          <a:p>
            <a:pPr lvl="4">
              <a:buNone/>
              <a:tabLst>
                <a:tab pos="1365647" algn="l"/>
                <a:tab pos="2744391" algn="l"/>
                <a:tab pos="2957513" algn="l"/>
              </a:tabLst>
            </a:pPr>
            <a:r>
              <a:rPr lang="en-US" altLang="en-US" sz="1800" b="1" dirty="0">
                <a:latin typeface="Consolas" panose="020B0609020204030204" pitchFamily="49" charset="0"/>
              </a:rPr>
              <a:t>end</a:t>
            </a:r>
            <a:r>
              <a:rPr lang="en-US" altLang="en-US" sz="1800" dirty="0">
                <a:latin typeface="Consolas" panose="020B0609020204030204" pitchFamily="49" charset="0"/>
              </a:rPr>
              <a:t>;</a:t>
            </a:r>
          </a:p>
        </p:txBody>
      </p:sp>
      <p:sp>
        <p:nvSpPr>
          <p:cNvPr id="11" name="CuadroTexto 10">
            <a:extLst>
              <a:ext uri="{FF2B5EF4-FFF2-40B4-BE49-F238E27FC236}">
                <a16:creationId xmlns:a16="http://schemas.microsoft.com/office/drawing/2014/main" id="{3DCEF027-7862-4405-932F-3F00A00ED373}"/>
              </a:ext>
            </a:extLst>
          </p:cNvPr>
          <p:cNvSpPr txBox="1"/>
          <p:nvPr/>
        </p:nvSpPr>
        <p:spPr>
          <a:xfrm>
            <a:off x="916650" y="3873348"/>
            <a:ext cx="5858971" cy="707886"/>
          </a:xfrm>
          <a:prstGeom prst="rect">
            <a:avLst/>
          </a:prstGeom>
          <a:noFill/>
        </p:spPr>
        <p:txBody>
          <a:bodyPr wrap="square" rtlCol="0">
            <a:spAutoFit/>
          </a:bodyPr>
          <a:lstStyle/>
          <a:p>
            <a:pPr marL="342900" indent="-342900">
              <a:buFont typeface="Arial" panose="020B0604020202020204" pitchFamily="34" charset="0"/>
              <a:buChar char="•"/>
            </a:pPr>
            <a:r>
              <a:rPr lang="es-MX" sz="2000" dirty="0">
                <a:latin typeface="Roboto" panose="02000000000000000000" pitchFamily="2" charset="0"/>
                <a:ea typeface="Roboto" panose="02000000000000000000" pitchFamily="2" charset="0"/>
              </a:rPr>
              <a:t>Suponga que cada carácter ocupa 1 byte y que numeric (8,2) ocupa 8 bytes.</a:t>
            </a:r>
            <a:endParaRPr lang="es-MX" sz="1600" dirty="0">
              <a:latin typeface="Roboto" panose="02000000000000000000" pitchFamily="2" charset="0"/>
              <a:ea typeface="Roboto" panose="02000000000000000000" pitchFamily="2" charset="0"/>
            </a:endParaRPr>
          </a:p>
        </p:txBody>
      </p:sp>
      <p:grpSp>
        <p:nvGrpSpPr>
          <p:cNvPr id="2" name="Grupo 1">
            <a:extLst>
              <a:ext uri="{FF2B5EF4-FFF2-40B4-BE49-F238E27FC236}">
                <a16:creationId xmlns:a16="http://schemas.microsoft.com/office/drawing/2014/main" id="{E70921CE-4AB1-417C-81BB-8A442C6791C6}"/>
              </a:ext>
            </a:extLst>
          </p:cNvPr>
          <p:cNvGrpSpPr/>
          <p:nvPr/>
        </p:nvGrpSpPr>
        <p:grpSpPr>
          <a:xfrm>
            <a:off x="2269419" y="4917716"/>
            <a:ext cx="4169377" cy="854508"/>
            <a:chOff x="2410710" y="4569146"/>
            <a:chExt cx="4169377" cy="854508"/>
          </a:xfrm>
        </p:grpSpPr>
        <p:grpSp>
          <p:nvGrpSpPr>
            <p:cNvPr id="13" name="Group 12" descr="Bob, Harmon, M, 32, 400" title="Record">
              <a:extLst>
                <a:ext uri="{FF2B5EF4-FFF2-40B4-BE49-F238E27FC236}">
                  <a16:creationId xmlns:a16="http://schemas.microsoft.com/office/drawing/2014/main" id="{1CB9C704-B290-49D3-910F-E89294AFC8A3}"/>
                </a:ext>
              </a:extLst>
            </p:cNvPr>
            <p:cNvGrpSpPr/>
            <p:nvPr/>
          </p:nvGrpSpPr>
          <p:grpSpPr>
            <a:xfrm>
              <a:off x="2410710" y="4569146"/>
              <a:ext cx="3145112" cy="854508"/>
              <a:chOff x="109404" y="1070849"/>
              <a:chExt cx="3145112" cy="854508"/>
            </a:xfrm>
          </p:grpSpPr>
          <p:sp>
            <p:nvSpPr>
              <p:cNvPr id="15" name="TextBox 43">
                <a:extLst>
                  <a:ext uri="{FF2B5EF4-FFF2-40B4-BE49-F238E27FC236}">
                    <a16:creationId xmlns:a16="http://schemas.microsoft.com/office/drawing/2014/main" id="{F1981780-2FAB-4477-849F-E03CBCDC9477}"/>
                  </a:ext>
                </a:extLst>
              </p:cNvPr>
              <p:cNvSpPr txBox="1">
                <a:spLocks noChangeArrowheads="1"/>
              </p:cNvSpPr>
              <p:nvPr/>
            </p:nvSpPr>
            <p:spPr bwMode="auto">
              <a:xfrm>
                <a:off x="109404" y="1070849"/>
                <a:ext cx="31451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entury Gothic" charset="0"/>
                    <a:ea typeface="Osaka" charset="-128"/>
                  </a:defRPr>
                </a:lvl1pPr>
                <a:lvl2pPr marL="742950" indent="-285750">
                  <a:spcBef>
                    <a:spcPct val="20000"/>
                  </a:spcBef>
                  <a:buChar char="–"/>
                  <a:defRPr sz="2800">
                    <a:solidFill>
                      <a:schemeClr val="tx1"/>
                    </a:solidFill>
                    <a:latin typeface="Century Gothic" charset="0"/>
                    <a:ea typeface="Osaka" charset="-128"/>
                  </a:defRPr>
                </a:lvl2pPr>
                <a:lvl3pPr marL="1143000" indent="-228600">
                  <a:spcBef>
                    <a:spcPct val="20000"/>
                  </a:spcBef>
                  <a:buChar char="•"/>
                  <a:defRPr sz="2400">
                    <a:solidFill>
                      <a:schemeClr val="tx1"/>
                    </a:solidFill>
                    <a:latin typeface="Century Gothic" charset="0"/>
                    <a:ea typeface="Osaka" charset="-128"/>
                  </a:defRPr>
                </a:lvl3pPr>
                <a:lvl4pPr marL="1600200" indent="-228600">
                  <a:spcBef>
                    <a:spcPct val="20000"/>
                  </a:spcBef>
                  <a:buChar char="–"/>
                  <a:defRPr sz="2000">
                    <a:solidFill>
                      <a:schemeClr val="tx1"/>
                    </a:solidFill>
                    <a:latin typeface="Century Gothic" charset="0"/>
                    <a:ea typeface="Osaka" charset="-128"/>
                  </a:defRPr>
                </a:lvl4pPr>
                <a:lvl5pPr marL="2057400" indent="-228600">
                  <a:spcBef>
                    <a:spcPct val="20000"/>
                  </a:spcBef>
                  <a:buChar char="»"/>
                  <a:defRPr sz="2000">
                    <a:solidFill>
                      <a:schemeClr val="tx1"/>
                    </a:solidFill>
                    <a:latin typeface="Century Gothic" charset="0"/>
                    <a:ea typeface="Osaka" charset="-128"/>
                  </a:defRPr>
                </a:lvl5pPr>
                <a:lvl6pPr marL="2514600" indent="-228600" eaLnBrk="0" fontAlgn="base" hangingPunct="0">
                  <a:spcBef>
                    <a:spcPct val="20000"/>
                  </a:spcBef>
                  <a:spcAft>
                    <a:spcPct val="0"/>
                  </a:spcAft>
                  <a:buChar char="»"/>
                  <a:defRPr sz="2000">
                    <a:solidFill>
                      <a:schemeClr val="tx1"/>
                    </a:solidFill>
                    <a:latin typeface="Century Gothic" charset="0"/>
                    <a:ea typeface="Osaka" charset="-128"/>
                  </a:defRPr>
                </a:lvl6pPr>
                <a:lvl7pPr marL="2971800" indent="-228600" eaLnBrk="0" fontAlgn="base" hangingPunct="0">
                  <a:spcBef>
                    <a:spcPct val="20000"/>
                  </a:spcBef>
                  <a:spcAft>
                    <a:spcPct val="0"/>
                  </a:spcAft>
                  <a:buChar char="»"/>
                  <a:defRPr sz="2000">
                    <a:solidFill>
                      <a:schemeClr val="tx1"/>
                    </a:solidFill>
                    <a:latin typeface="Century Gothic" charset="0"/>
                    <a:ea typeface="Osaka" charset="-128"/>
                  </a:defRPr>
                </a:lvl7pPr>
                <a:lvl8pPr marL="3429000" indent="-228600" eaLnBrk="0" fontAlgn="base" hangingPunct="0">
                  <a:spcBef>
                    <a:spcPct val="20000"/>
                  </a:spcBef>
                  <a:spcAft>
                    <a:spcPct val="0"/>
                  </a:spcAft>
                  <a:buChar char="»"/>
                  <a:defRPr sz="2000">
                    <a:solidFill>
                      <a:schemeClr val="tx1"/>
                    </a:solidFill>
                    <a:latin typeface="Century Gothic" charset="0"/>
                    <a:ea typeface="Osaka" charset="-128"/>
                  </a:defRPr>
                </a:lvl8pPr>
                <a:lvl9pPr marL="3886200" indent="-228600" eaLnBrk="0" fontAlgn="base" hangingPunct="0">
                  <a:spcBef>
                    <a:spcPct val="20000"/>
                  </a:spcBef>
                  <a:spcAft>
                    <a:spcPct val="0"/>
                  </a:spcAft>
                  <a:buChar char="»"/>
                  <a:defRPr sz="2000">
                    <a:solidFill>
                      <a:schemeClr val="tx1"/>
                    </a:solidFill>
                    <a:latin typeface="Century Gothic" charset="0"/>
                    <a:ea typeface="Osaka" charset="-128"/>
                  </a:defRPr>
                </a:lvl9pPr>
              </a:lstStyle>
              <a:p>
                <a:pPr algn="ctr" defTabSz="685800">
                  <a:spcBef>
                    <a:spcPct val="0"/>
                  </a:spcBef>
                  <a:buNone/>
                  <a:defRPr/>
                </a:pPr>
                <a:r>
                  <a:rPr lang="en-US" altLang="en-US" sz="1200" b="1" kern="0" dirty="0">
                    <a:solidFill>
                      <a:srgbClr val="000000"/>
                    </a:solidFill>
                    <a:latin typeface="Roboto" panose="02000000000000000000" pitchFamily="2" charset="0"/>
                    <a:ea typeface="Roboto" panose="02000000000000000000" pitchFamily="2" charset="0"/>
                    <a:cs typeface="Helvetica Neue" charset="0"/>
                  </a:rPr>
                  <a:t>Record</a:t>
                </a:r>
                <a:endParaRPr lang="en-US" altLang="en-US" sz="1050" b="1" kern="0" dirty="0">
                  <a:solidFill>
                    <a:srgbClr val="000000"/>
                  </a:solidFill>
                  <a:latin typeface="Roboto" panose="02000000000000000000" pitchFamily="2" charset="0"/>
                  <a:ea typeface="Roboto" panose="02000000000000000000" pitchFamily="2" charset="0"/>
                  <a:cs typeface="Helvetica Neue" charset="0"/>
                </a:endParaRPr>
              </a:p>
            </p:txBody>
          </p:sp>
          <p:grpSp>
            <p:nvGrpSpPr>
              <p:cNvPr id="16" name="Group 44">
                <a:extLst>
                  <a:ext uri="{FF2B5EF4-FFF2-40B4-BE49-F238E27FC236}">
                    <a16:creationId xmlns:a16="http://schemas.microsoft.com/office/drawing/2014/main" id="{B69BE0CE-7DD8-4133-A81C-61C6EB8C5FFF}"/>
                  </a:ext>
                </a:extLst>
              </p:cNvPr>
              <p:cNvGrpSpPr>
                <a:grpSpLocks/>
              </p:cNvGrpSpPr>
              <p:nvPr/>
            </p:nvGrpSpPr>
            <p:grpSpPr bwMode="auto">
              <a:xfrm>
                <a:off x="109784" y="1375875"/>
                <a:ext cx="3144732" cy="333327"/>
                <a:chOff x="4556035" y="4778366"/>
                <a:chExt cx="4286059" cy="504429"/>
              </a:xfrm>
            </p:grpSpPr>
            <p:sp>
              <p:nvSpPr>
                <p:cNvPr id="22" name="Rectangle 139">
                  <a:extLst>
                    <a:ext uri="{FF2B5EF4-FFF2-40B4-BE49-F238E27FC236}">
                      <a16:creationId xmlns:a16="http://schemas.microsoft.com/office/drawing/2014/main" id="{AB78AC56-4C89-4202-9513-E63CC255227C}"/>
                    </a:ext>
                  </a:extLst>
                </p:cNvPr>
                <p:cNvSpPr/>
                <p:nvPr/>
              </p:nvSpPr>
              <p:spPr bwMode="auto">
                <a:xfrm>
                  <a:off x="4556035" y="4778366"/>
                  <a:ext cx="751132" cy="504429"/>
                </a:xfrm>
                <a:prstGeom prst="rect">
                  <a:avLst/>
                </a:prstGeom>
                <a:solidFill>
                  <a:schemeClr val="accent6">
                    <a:lumMod val="20000"/>
                    <a:lumOff val="80000"/>
                  </a:schemeClr>
                </a:solidFill>
                <a:ln w="254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ID</a:t>
                  </a:r>
                </a:p>
              </p:txBody>
            </p:sp>
            <p:sp>
              <p:nvSpPr>
                <p:cNvPr id="23" name="Rectangle 140">
                  <a:extLst>
                    <a:ext uri="{FF2B5EF4-FFF2-40B4-BE49-F238E27FC236}">
                      <a16:creationId xmlns:a16="http://schemas.microsoft.com/office/drawing/2014/main" id="{2E2809E3-B1F7-4EE2-A780-606BA23DB49E}"/>
                    </a:ext>
                  </a:extLst>
                </p:cNvPr>
                <p:cNvSpPr/>
                <p:nvPr/>
              </p:nvSpPr>
              <p:spPr bwMode="auto">
                <a:xfrm>
                  <a:off x="6469594" y="4778366"/>
                  <a:ext cx="1246594" cy="504429"/>
                </a:xfrm>
                <a:prstGeom prst="rect">
                  <a:avLst/>
                </a:prstGeom>
                <a:solidFill>
                  <a:schemeClr val="accent2">
                    <a:lumMod val="20000"/>
                    <a:lumOff val="80000"/>
                  </a:schemeClr>
                </a:solidFill>
                <a:ln w="254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dirty="0">
                      <a:latin typeface="Consolas" panose="020B0609020204030204" pitchFamily="49" charset="0"/>
                      <a:ea typeface="Roboto" panose="02000000000000000000" pitchFamily="2" charset="0"/>
                      <a:cs typeface="Helvetica Neue" charset="0"/>
                    </a:rPr>
                    <a:t>d</a:t>
                  </a:r>
                  <a:r>
                    <a:rPr lang="en-US" sz="1050" kern="0" dirty="0">
                      <a:solidFill>
                        <a:srgbClr val="000000"/>
                      </a:solidFill>
                      <a:latin typeface="Consolas" panose="020B0609020204030204" pitchFamily="49" charset="0"/>
                      <a:ea typeface="Roboto" panose="02000000000000000000" pitchFamily="2" charset="0"/>
                      <a:cs typeface="Helvetica Neue" charset="0"/>
                    </a:rPr>
                    <a:t>ept_name</a:t>
                  </a:r>
                </a:p>
              </p:txBody>
            </p:sp>
            <p:sp>
              <p:nvSpPr>
                <p:cNvPr id="26" name="Rectangle 142">
                  <a:extLst>
                    <a:ext uri="{FF2B5EF4-FFF2-40B4-BE49-F238E27FC236}">
                      <a16:creationId xmlns:a16="http://schemas.microsoft.com/office/drawing/2014/main" id="{278F1662-5F16-4EE9-995F-17215E00DB02}"/>
                    </a:ext>
                  </a:extLst>
                </p:cNvPr>
                <p:cNvSpPr/>
                <p:nvPr/>
              </p:nvSpPr>
              <p:spPr bwMode="auto">
                <a:xfrm>
                  <a:off x="7716190" y="4778366"/>
                  <a:ext cx="1125904" cy="504429"/>
                </a:xfrm>
                <a:prstGeom prst="rect">
                  <a:avLst/>
                </a:prstGeom>
                <a:solidFill>
                  <a:schemeClr val="accent1">
                    <a:lumMod val="20000"/>
                    <a:lumOff val="80000"/>
                  </a:schemeClr>
                </a:solidFill>
                <a:ln w="254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kern="0" dirty="0">
                      <a:solidFill>
                        <a:srgbClr val="000000"/>
                      </a:solidFill>
                      <a:latin typeface="Consolas" panose="020B0609020204030204" pitchFamily="49" charset="0"/>
                      <a:ea typeface="Roboto" panose="02000000000000000000" pitchFamily="2" charset="0"/>
                      <a:cs typeface="Helvetica Neue" charset="0"/>
                    </a:rPr>
                    <a:t>salary</a:t>
                  </a:r>
                </a:p>
              </p:txBody>
            </p:sp>
            <p:sp>
              <p:nvSpPr>
                <p:cNvPr id="27" name="Rectangle 143">
                  <a:extLst>
                    <a:ext uri="{FF2B5EF4-FFF2-40B4-BE49-F238E27FC236}">
                      <a16:creationId xmlns:a16="http://schemas.microsoft.com/office/drawing/2014/main" id="{655EF9DD-84D2-4CC3-A536-AD47945360C4}"/>
                    </a:ext>
                  </a:extLst>
                </p:cNvPr>
                <p:cNvSpPr/>
                <p:nvPr/>
              </p:nvSpPr>
              <p:spPr bwMode="auto">
                <a:xfrm>
                  <a:off x="5307167" y="4778366"/>
                  <a:ext cx="1162429" cy="504429"/>
                </a:xfrm>
                <a:prstGeom prst="rect">
                  <a:avLst/>
                </a:prstGeom>
                <a:solidFill>
                  <a:schemeClr val="accent4">
                    <a:lumMod val="20000"/>
                    <a:lumOff val="80000"/>
                  </a:schemeClr>
                </a:solidFill>
                <a:ln w="254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r>
                    <a:rPr lang="en-US" sz="1050" dirty="0">
                      <a:latin typeface="Consolas" panose="020B0609020204030204" pitchFamily="49" charset="0"/>
                      <a:ea typeface="Roboto" panose="02000000000000000000" pitchFamily="2" charset="0"/>
                      <a:cs typeface="Helvetica Neue" charset="0"/>
                    </a:rPr>
                    <a:t>name</a:t>
                  </a:r>
                  <a:endParaRPr lang="en-US" sz="1050" kern="0" dirty="0">
                    <a:solidFill>
                      <a:srgbClr val="000000"/>
                    </a:solidFill>
                    <a:latin typeface="Consolas" panose="020B0609020204030204" pitchFamily="49" charset="0"/>
                    <a:ea typeface="Roboto" panose="02000000000000000000" pitchFamily="2" charset="0"/>
                    <a:cs typeface="Helvetica Neue" charset="0"/>
                  </a:endParaRPr>
                </a:p>
              </p:txBody>
            </p:sp>
          </p:grpSp>
          <p:sp>
            <p:nvSpPr>
              <p:cNvPr id="17" name="TextBox 134">
                <a:extLst>
                  <a:ext uri="{FF2B5EF4-FFF2-40B4-BE49-F238E27FC236}">
                    <a16:creationId xmlns:a16="http://schemas.microsoft.com/office/drawing/2014/main" id="{5DF3336D-7443-4F21-AF08-2C1F8E8A11BF}"/>
                  </a:ext>
                </a:extLst>
              </p:cNvPr>
              <p:cNvSpPr txBox="1"/>
              <p:nvPr/>
            </p:nvSpPr>
            <p:spPr bwMode="auto">
              <a:xfrm>
                <a:off x="260947" y="1692428"/>
                <a:ext cx="248786" cy="230832"/>
              </a:xfrm>
              <a:prstGeom prst="rect">
                <a:avLst/>
              </a:prstGeom>
              <a:noFill/>
            </p:spPr>
            <p:txBody>
              <a:bodyPr wrap="none">
                <a:spAutoFit/>
              </a:bodyPr>
              <a:lstStyle/>
              <a:p>
                <a:pPr defTabSz="685800">
                  <a:defRPr/>
                </a:pPr>
                <a:r>
                  <a:rPr lang="en-US" sz="900" kern="0" dirty="0">
                    <a:solidFill>
                      <a:schemeClr val="accent5"/>
                    </a:solidFill>
                    <a:latin typeface="Consolas" panose="020B0609020204030204" pitchFamily="49" charset="0"/>
                    <a:ea typeface="Roboto" panose="02000000000000000000" pitchFamily="2" charset="0"/>
                    <a:cs typeface="Helvetica Neue" charset="0"/>
                  </a:rPr>
                  <a:t>5</a:t>
                </a:r>
              </a:p>
            </p:txBody>
          </p:sp>
          <p:sp>
            <p:nvSpPr>
              <p:cNvPr id="18" name="TextBox 135">
                <a:extLst>
                  <a:ext uri="{FF2B5EF4-FFF2-40B4-BE49-F238E27FC236}">
                    <a16:creationId xmlns:a16="http://schemas.microsoft.com/office/drawing/2014/main" id="{C8801D3A-B56B-4DEB-893F-0DAA6DF6C62F}"/>
                  </a:ext>
                </a:extLst>
              </p:cNvPr>
              <p:cNvSpPr txBox="1"/>
              <p:nvPr/>
            </p:nvSpPr>
            <p:spPr bwMode="auto">
              <a:xfrm>
                <a:off x="948164" y="1692428"/>
                <a:ext cx="312906" cy="230832"/>
              </a:xfrm>
              <a:prstGeom prst="rect">
                <a:avLst/>
              </a:prstGeom>
              <a:noFill/>
            </p:spPr>
            <p:txBody>
              <a:bodyPr wrap="none">
                <a:spAutoFit/>
              </a:bodyPr>
              <a:lstStyle/>
              <a:p>
                <a:pPr defTabSz="685800">
                  <a:defRPr/>
                </a:pPr>
                <a:r>
                  <a:rPr lang="en-US" sz="900" kern="0" dirty="0">
                    <a:solidFill>
                      <a:schemeClr val="accent5"/>
                    </a:solidFill>
                    <a:latin typeface="Consolas" panose="020B0609020204030204" pitchFamily="49" charset="0"/>
                    <a:ea typeface="Roboto" panose="02000000000000000000" pitchFamily="2" charset="0"/>
                    <a:cs typeface="Helvetica Neue" charset="0"/>
                  </a:rPr>
                  <a:t>20</a:t>
                </a:r>
              </a:p>
            </p:txBody>
          </p:sp>
          <p:sp>
            <p:nvSpPr>
              <p:cNvPr id="20" name="TextBox 137">
                <a:extLst>
                  <a:ext uri="{FF2B5EF4-FFF2-40B4-BE49-F238E27FC236}">
                    <a16:creationId xmlns:a16="http://schemas.microsoft.com/office/drawing/2014/main" id="{6F7508C6-E204-499F-9095-6BD8D55C0165}"/>
                  </a:ext>
                </a:extLst>
              </p:cNvPr>
              <p:cNvSpPr txBox="1"/>
              <p:nvPr/>
            </p:nvSpPr>
            <p:spPr bwMode="auto">
              <a:xfrm>
                <a:off x="1830704" y="1692428"/>
                <a:ext cx="312906" cy="230832"/>
              </a:xfrm>
              <a:prstGeom prst="rect">
                <a:avLst/>
              </a:prstGeom>
              <a:noFill/>
            </p:spPr>
            <p:txBody>
              <a:bodyPr wrap="none">
                <a:spAutoFit/>
              </a:bodyPr>
              <a:lstStyle/>
              <a:p>
                <a:pPr defTabSz="685800">
                  <a:defRPr/>
                </a:pPr>
                <a:r>
                  <a:rPr lang="en-US" sz="900" dirty="0">
                    <a:solidFill>
                      <a:schemeClr val="accent5"/>
                    </a:solidFill>
                    <a:latin typeface="Consolas" panose="020B0609020204030204" pitchFamily="49" charset="0"/>
                    <a:ea typeface="Roboto" panose="02000000000000000000" pitchFamily="2" charset="0"/>
                    <a:cs typeface="Helvetica Neue" charset="0"/>
                  </a:rPr>
                  <a:t>20</a:t>
                </a:r>
                <a:endParaRPr lang="en-US" sz="900" kern="0" dirty="0">
                  <a:solidFill>
                    <a:schemeClr val="accent5"/>
                  </a:solidFill>
                  <a:latin typeface="Consolas" panose="020B0609020204030204" pitchFamily="49" charset="0"/>
                  <a:ea typeface="Roboto" panose="02000000000000000000" pitchFamily="2" charset="0"/>
                  <a:cs typeface="Helvetica Neue" charset="0"/>
                </a:endParaRPr>
              </a:p>
            </p:txBody>
          </p:sp>
          <p:sp>
            <p:nvSpPr>
              <p:cNvPr id="21" name="TextBox 138">
                <a:extLst>
                  <a:ext uri="{FF2B5EF4-FFF2-40B4-BE49-F238E27FC236}">
                    <a16:creationId xmlns:a16="http://schemas.microsoft.com/office/drawing/2014/main" id="{F13124F6-0DF5-4F1E-BCC7-B4A27D3EC1FA}"/>
                  </a:ext>
                </a:extLst>
              </p:cNvPr>
              <p:cNvSpPr txBox="1"/>
              <p:nvPr/>
            </p:nvSpPr>
            <p:spPr bwMode="auto">
              <a:xfrm>
                <a:off x="2682428" y="1694525"/>
                <a:ext cx="248786" cy="230832"/>
              </a:xfrm>
              <a:prstGeom prst="rect">
                <a:avLst/>
              </a:prstGeom>
              <a:noFill/>
            </p:spPr>
            <p:txBody>
              <a:bodyPr wrap="none">
                <a:spAutoFit/>
              </a:bodyPr>
              <a:lstStyle/>
              <a:p>
                <a:pPr defTabSz="685800">
                  <a:defRPr/>
                </a:pPr>
                <a:r>
                  <a:rPr lang="en-US" sz="900" dirty="0">
                    <a:solidFill>
                      <a:schemeClr val="accent5"/>
                    </a:solidFill>
                    <a:latin typeface="Consolas" panose="020B0609020204030204" pitchFamily="49" charset="0"/>
                    <a:ea typeface="Roboto" panose="02000000000000000000" pitchFamily="2" charset="0"/>
                    <a:cs typeface="Helvetica Neue" charset="0"/>
                  </a:rPr>
                  <a:t>8</a:t>
                </a:r>
                <a:endParaRPr lang="en-US" sz="900" kern="0" dirty="0">
                  <a:solidFill>
                    <a:schemeClr val="accent5"/>
                  </a:solidFill>
                  <a:latin typeface="Consolas" panose="020B0609020204030204" pitchFamily="49" charset="0"/>
                  <a:ea typeface="Roboto" panose="02000000000000000000" pitchFamily="2" charset="0"/>
                  <a:cs typeface="Helvetica Neue" charset="0"/>
                </a:endParaRPr>
              </a:p>
            </p:txBody>
          </p:sp>
        </p:grpSp>
        <p:sp>
          <p:nvSpPr>
            <p:cNvPr id="31" name="TextBox 138">
              <a:extLst>
                <a:ext uri="{FF2B5EF4-FFF2-40B4-BE49-F238E27FC236}">
                  <a16:creationId xmlns:a16="http://schemas.microsoft.com/office/drawing/2014/main" id="{3A026FE8-D424-4943-A7A5-50F26A16E25A}"/>
                </a:ext>
              </a:extLst>
            </p:cNvPr>
            <p:cNvSpPr txBox="1"/>
            <p:nvPr/>
          </p:nvSpPr>
          <p:spPr bwMode="auto">
            <a:xfrm>
              <a:off x="5754220" y="5190725"/>
              <a:ext cx="825867" cy="230832"/>
            </a:xfrm>
            <a:prstGeom prst="rect">
              <a:avLst/>
            </a:prstGeom>
            <a:noFill/>
          </p:spPr>
          <p:txBody>
            <a:bodyPr wrap="none">
              <a:spAutoFit/>
            </a:bodyPr>
            <a:lstStyle/>
            <a:p>
              <a:pPr defTabSz="685800">
                <a:defRPr/>
              </a:pPr>
              <a:r>
                <a:rPr lang="en-US" sz="900" dirty="0">
                  <a:solidFill>
                    <a:schemeClr val="accent2"/>
                  </a:solidFill>
                  <a:latin typeface="Consolas" panose="020B0609020204030204" pitchFamily="49" charset="0"/>
                  <a:ea typeface="Roboto" panose="02000000000000000000" pitchFamily="2" charset="0"/>
                  <a:cs typeface="Helvetica Neue" charset="0"/>
                </a:rPr>
                <a:t>= 53 bytes</a:t>
              </a:r>
              <a:endParaRPr lang="en-US" sz="900" kern="0" dirty="0">
                <a:solidFill>
                  <a:schemeClr val="accent2"/>
                </a:solidFill>
                <a:latin typeface="Consolas" panose="020B0609020204030204" pitchFamily="49" charset="0"/>
                <a:ea typeface="Roboto" panose="02000000000000000000" pitchFamily="2" charset="0"/>
                <a:cs typeface="Helvetica Neue" charset="0"/>
              </a:endParaRPr>
            </a:p>
          </p:txBody>
        </p:sp>
      </p:grpSp>
    </p:spTree>
    <p:extLst>
      <p:ext uri="{BB962C8B-B14F-4D97-AF65-F5344CB8AC3E}">
        <p14:creationId xmlns:p14="http://schemas.microsoft.com/office/powerpoint/2010/main" val="17619808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Definición del problema</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810033"/>
            <a:ext cx="10989600" cy="117116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342900" indent="-342900"/>
            <a:r>
              <a:rPr lang="es-MX" sz="2000" b="1" dirty="0">
                <a:latin typeface="Roboto" panose="02000000000000000000" pitchFamily="2" charset="0"/>
                <a:ea typeface="Roboto" panose="02000000000000000000" pitchFamily="2" charset="0"/>
              </a:rPr>
              <a:t>Pregunta</a:t>
            </a:r>
            <a:r>
              <a:rPr lang="es-MX" sz="2000" dirty="0">
                <a:latin typeface="Roboto" panose="02000000000000000000" pitchFamily="2" charset="0"/>
                <a:ea typeface="Roboto" panose="02000000000000000000" pitchFamily="2" charset="0"/>
              </a:rPr>
              <a:t>: ¿Cómo almacenar registros en una página/archivo? de tal forma que:</a:t>
            </a:r>
          </a:p>
          <a:p>
            <a:pPr marL="800100" lvl="1" indent="-342900"/>
            <a:r>
              <a:rPr lang="es-MX" sz="2000" dirty="0">
                <a:latin typeface="Roboto" panose="02000000000000000000" pitchFamily="2" charset="0"/>
                <a:ea typeface="Roboto" panose="02000000000000000000" pitchFamily="2" charset="0"/>
              </a:rPr>
              <a:t>Se pueda apuntar a cada uno de los registros</a:t>
            </a:r>
          </a:p>
          <a:p>
            <a:pPr marL="800100" lvl="1" indent="-342900"/>
            <a:r>
              <a:rPr lang="es-MX" sz="2000" dirty="0">
                <a:latin typeface="Roboto" panose="02000000000000000000" pitchFamily="2" charset="0"/>
                <a:ea typeface="Roboto" panose="02000000000000000000" pitchFamily="2" charset="0"/>
              </a:rPr>
              <a:t>Sea posible insertar/eliminar registros empleando pocos accesos al disco </a:t>
            </a:r>
          </a:p>
          <a:p>
            <a:pPr marL="127000" indent="0">
              <a:buNone/>
            </a:pPr>
            <a:endParaRPr lang="es-MX" sz="2400" dirty="0"/>
          </a:p>
        </p:txBody>
      </p:sp>
      <p:sp>
        <p:nvSpPr>
          <p:cNvPr id="25" name="Rectángulo 24">
            <a:extLst>
              <a:ext uri="{FF2B5EF4-FFF2-40B4-BE49-F238E27FC236}">
                <a16:creationId xmlns:a16="http://schemas.microsoft.com/office/drawing/2014/main" id="{EA400346-F11F-470A-88BF-7A54C06D0399}"/>
              </a:ext>
            </a:extLst>
          </p:cNvPr>
          <p:cNvSpPr/>
          <p:nvPr/>
        </p:nvSpPr>
        <p:spPr>
          <a:xfrm>
            <a:off x="2539398" y="2876551"/>
            <a:ext cx="3874102" cy="238942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 name="CuadroTexto 2">
            <a:extLst>
              <a:ext uri="{FF2B5EF4-FFF2-40B4-BE49-F238E27FC236}">
                <a16:creationId xmlns:a16="http://schemas.microsoft.com/office/drawing/2014/main" id="{728230B7-1D9B-4F0B-AB53-1615444DAAB6}"/>
              </a:ext>
            </a:extLst>
          </p:cNvPr>
          <p:cNvSpPr txBox="1"/>
          <p:nvPr/>
        </p:nvSpPr>
        <p:spPr>
          <a:xfrm>
            <a:off x="2539398" y="2537997"/>
            <a:ext cx="775302" cy="338554"/>
          </a:xfrm>
          <a:prstGeom prst="rect">
            <a:avLst/>
          </a:prstGeom>
          <a:noFill/>
        </p:spPr>
        <p:txBody>
          <a:bodyPr wrap="square" rtlCol="0">
            <a:spAutoFit/>
          </a:bodyPr>
          <a:lstStyle/>
          <a:p>
            <a:r>
              <a:rPr lang="es-CO" sz="1600" b="1" dirty="0">
                <a:latin typeface="Roboto" panose="02000000000000000000" pitchFamily="2" charset="0"/>
                <a:ea typeface="Roboto" panose="02000000000000000000" pitchFamily="2" charset="0"/>
              </a:rPr>
              <a:t>Page</a:t>
            </a:r>
          </a:p>
        </p:txBody>
      </p:sp>
      <p:sp>
        <p:nvSpPr>
          <p:cNvPr id="29" name="Rectángulo 28">
            <a:extLst>
              <a:ext uri="{FF2B5EF4-FFF2-40B4-BE49-F238E27FC236}">
                <a16:creationId xmlns:a16="http://schemas.microsoft.com/office/drawing/2014/main" id="{27B6CE04-E7FA-49AF-BD70-4AB1CC6EB852}"/>
              </a:ext>
            </a:extLst>
          </p:cNvPr>
          <p:cNvSpPr/>
          <p:nvPr/>
        </p:nvSpPr>
        <p:spPr>
          <a:xfrm>
            <a:off x="6819902" y="3682611"/>
            <a:ext cx="2348150" cy="184149"/>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0" name="Rectángulo 29">
            <a:extLst>
              <a:ext uri="{FF2B5EF4-FFF2-40B4-BE49-F238E27FC236}">
                <a16:creationId xmlns:a16="http://schemas.microsoft.com/office/drawing/2014/main" id="{D5AAAE4A-11A7-46AB-8DCE-8D2056AC2CBF}"/>
              </a:ext>
            </a:extLst>
          </p:cNvPr>
          <p:cNvSpPr/>
          <p:nvPr/>
        </p:nvSpPr>
        <p:spPr>
          <a:xfrm>
            <a:off x="6819902" y="4025511"/>
            <a:ext cx="3313350" cy="184149"/>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2" name="Rectángulo 31">
            <a:extLst>
              <a:ext uri="{FF2B5EF4-FFF2-40B4-BE49-F238E27FC236}">
                <a16:creationId xmlns:a16="http://schemas.microsoft.com/office/drawing/2014/main" id="{C3D154C4-A1B0-433C-8048-D2DEC1CD3240}"/>
              </a:ext>
            </a:extLst>
          </p:cNvPr>
          <p:cNvSpPr/>
          <p:nvPr/>
        </p:nvSpPr>
        <p:spPr>
          <a:xfrm>
            <a:off x="6819902" y="4396986"/>
            <a:ext cx="1954450" cy="184149"/>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3" name="CuadroTexto 32">
            <a:extLst>
              <a:ext uri="{FF2B5EF4-FFF2-40B4-BE49-F238E27FC236}">
                <a16:creationId xmlns:a16="http://schemas.microsoft.com/office/drawing/2014/main" id="{18F48190-31CB-4564-BE67-7A30CEFFC103}"/>
              </a:ext>
            </a:extLst>
          </p:cNvPr>
          <p:cNvSpPr txBox="1"/>
          <p:nvPr/>
        </p:nvSpPr>
        <p:spPr>
          <a:xfrm>
            <a:off x="6731002" y="3326008"/>
            <a:ext cx="1281350" cy="338554"/>
          </a:xfrm>
          <a:prstGeom prst="rect">
            <a:avLst/>
          </a:prstGeom>
          <a:noFill/>
        </p:spPr>
        <p:txBody>
          <a:bodyPr wrap="square" rtlCol="0">
            <a:spAutoFit/>
          </a:bodyPr>
          <a:lstStyle/>
          <a:p>
            <a:r>
              <a:rPr lang="es-CO" sz="1600" b="1" dirty="0">
                <a:latin typeface="Roboto" panose="02000000000000000000" pitchFamily="2" charset="0"/>
                <a:ea typeface="Roboto" panose="02000000000000000000" pitchFamily="2" charset="0"/>
              </a:rPr>
              <a:t>Records</a:t>
            </a:r>
          </a:p>
        </p:txBody>
      </p:sp>
      <p:sp>
        <p:nvSpPr>
          <p:cNvPr id="4" name="Flecha: curvada hacia abajo 3">
            <a:extLst>
              <a:ext uri="{FF2B5EF4-FFF2-40B4-BE49-F238E27FC236}">
                <a16:creationId xmlns:a16="http://schemas.microsoft.com/office/drawing/2014/main" id="{036297F3-804E-462B-8158-02BB713CCCC0}"/>
              </a:ext>
            </a:extLst>
          </p:cNvPr>
          <p:cNvSpPr/>
          <p:nvPr/>
        </p:nvSpPr>
        <p:spPr>
          <a:xfrm flipH="1">
            <a:off x="5645825" y="2187574"/>
            <a:ext cx="1535350" cy="530226"/>
          </a:xfrm>
          <a:prstGeom prst="curvedDownArrow">
            <a:avLst>
              <a:gd name="adj1" fmla="val 25000"/>
              <a:gd name="adj2" fmla="val 100702"/>
              <a:gd name="adj3" fmla="val 25000"/>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34" name="Flecha: curvada hacia abajo 33">
            <a:extLst>
              <a:ext uri="{FF2B5EF4-FFF2-40B4-BE49-F238E27FC236}">
                <a16:creationId xmlns:a16="http://schemas.microsoft.com/office/drawing/2014/main" id="{1047B7F8-2DE7-4DA2-A0F0-73184763657D}"/>
              </a:ext>
            </a:extLst>
          </p:cNvPr>
          <p:cNvSpPr/>
          <p:nvPr/>
        </p:nvSpPr>
        <p:spPr>
          <a:xfrm rot="10800000" flipH="1">
            <a:off x="5747427" y="5424724"/>
            <a:ext cx="1535350" cy="530226"/>
          </a:xfrm>
          <a:prstGeom prst="curvedDownArrow">
            <a:avLst>
              <a:gd name="adj1" fmla="val 25000"/>
              <a:gd name="adj2" fmla="val 100702"/>
              <a:gd name="adj3" fmla="val 25000"/>
            </a:avLst>
          </a:prstGeom>
          <a:solidFill>
            <a:schemeClr val="bg1">
              <a:lumMod val="7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Tree>
    <p:extLst>
      <p:ext uri="{BB962C8B-B14F-4D97-AF65-F5344CB8AC3E}">
        <p14:creationId xmlns:p14="http://schemas.microsoft.com/office/powerpoint/2010/main" val="10451006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Tipos de registros</a:t>
            </a:r>
            <a:endParaRPr dirty="0"/>
          </a:p>
        </p:txBody>
      </p:sp>
      <p:sp>
        <p:nvSpPr>
          <p:cNvPr id="24" name="Google Shape;310;p34">
            <a:extLst>
              <a:ext uri="{FF2B5EF4-FFF2-40B4-BE49-F238E27FC236}">
                <a16:creationId xmlns:a16="http://schemas.microsoft.com/office/drawing/2014/main" id="{5F31170D-46D9-49FC-BFBE-D4C804AA915A}"/>
              </a:ext>
            </a:extLst>
          </p:cNvPr>
          <p:cNvSpPr txBox="1">
            <a:spLocks/>
          </p:cNvSpPr>
          <p:nvPr/>
        </p:nvSpPr>
        <p:spPr>
          <a:xfrm>
            <a:off x="916650" y="838570"/>
            <a:ext cx="10989600" cy="128128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None/>
            </a:pPr>
            <a:r>
              <a:rPr lang="es-MX" sz="2000" b="1" dirty="0">
                <a:latin typeface="Roboto" panose="02000000000000000000" pitchFamily="2" charset="0"/>
                <a:ea typeface="Roboto" panose="02000000000000000000" pitchFamily="2" charset="0"/>
              </a:rPr>
              <a:t>Longitud fija</a:t>
            </a:r>
          </a:p>
          <a:p>
            <a:pPr marL="0" indent="0">
              <a:buNone/>
            </a:pPr>
            <a:r>
              <a:rPr lang="es-MX" sz="2000" dirty="0">
                <a:latin typeface="Roboto" panose="02000000000000000000" pitchFamily="2" charset="0"/>
                <a:ea typeface="Roboto" panose="02000000000000000000" pitchFamily="2" charset="0"/>
              </a:rPr>
              <a:t>Los tipos de registros están completamente determinados por el esquema de la relación y se presentan en 2 tipos: </a:t>
            </a:r>
          </a:p>
        </p:txBody>
      </p:sp>
      <p:sp>
        <p:nvSpPr>
          <p:cNvPr id="33" name="CuadroTexto 32">
            <a:extLst>
              <a:ext uri="{FF2B5EF4-FFF2-40B4-BE49-F238E27FC236}">
                <a16:creationId xmlns:a16="http://schemas.microsoft.com/office/drawing/2014/main" id="{18F48190-31CB-4564-BE67-7A30CEFFC103}"/>
              </a:ext>
            </a:extLst>
          </p:cNvPr>
          <p:cNvSpPr txBox="1"/>
          <p:nvPr/>
        </p:nvSpPr>
        <p:spPr>
          <a:xfrm>
            <a:off x="5319450" y="3187367"/>
            <a:ext cx="1281350" cy="261610"/>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#1</a:t>
            </a:r>
            <a:endParaRPr lang="es-CO" dirty="0">
              <a:latin typeface="Roboto" panose="02000000000000000000" pitchFamily="2" charset="0"/>
              <a:ea typeface="Roboto" panose="02000000000000000000" pitchFamily="2" charset="0"/>
            </a:endParaRPr>
          </a:p>
        </p:txBody>
      </p:sp>
      <p:sp>
        <p:nvSpPr>
          <p:cNvPr id="13" name="CuadroTexto 12">
            <a:extLst>
              <a:ext uri="{FF2B5EF4-FFF2-40B4-BE49-F238E27FC236}">
                <a16:creationId xmlns:a16="http://schemas.microsoft.com/office/drawing/2014/main" id="{200B11D2-3009-4556-B616-927D11E7C2E9}"/>
              </a:ext>
            </a:extLst>
          </p:cNvPr>
          <p:cNvSpPr txBox="1"/>
          <p:nvPr/>
        </p:nvSpPr>
        <p:spPr>
          <a:xfrm>
            <a:off x="984249" y="2267595"/>
            <a:ext cx="4796301" cy="584775"/>
          </a:xfrm>
          <a:prstGeom prst="rect">
            <a:avLst/>
          </a:prstGeom>
          <a:noFill/>
        </p:spPr>
        <p:txBody>
          <a:bodyPr wrap="square">
            <a:spAutoFit/>
          </a:bodyPr>
          <a:lstStyle/>
          <a:p>
            <a:r>
              <a:rPr lang="es-MX" sz="1600" b="1" dirty="0">
                <a:latin typeface="Roboto" panose="02000000000000000000" pitchFamily="2" charset="0"/>
                <a:ea typeface="Roboto" panose="02000000000000000000" pitchFamily="2" charset="0"/>
              </a:rPr>
              <a:t>Registros de Longitud Fija (FLR - Fixed Length Records)</a:t>
            </a:r>
            <a:endParaRPr lang="es-CO" sz="1600" dirty="0"/>
          </a:p>
        </p:txBody>
      </p:sp>
      <p:sp>
        <p:nvSpPr>
          <p:cNvPr id="16" name="CuadroTexto 15">
            <a:extLst>
              <a:ext uri="{FF2B5EF4-FFF2-40B4-BE49-F238E27FC236}">
                <a16:creationId xmlns:a16="http://schemas.microsoft.com/office/drawing/2014/main" id="{C482F0FB-3DCC-4A70-9C6F-7D794752A737}"/>
              </a:ext>
            </a:extLst>
          </p:cNvPr>
          <p:cNvSpPr txBox="1"/>
          <p:nvPr/>
        </p:nvSpPr>
        <p:spPr>
          <a:xfrm>
            <a:off x="6477324" y="2209185"/>
            <a:ext cx="5132850" cy="584775"/>
          </a:xfrm>
          <a:prstGeom prst="rect">
            <a:avLst/>
          </a:prstGeom>
          <a:noFill/>
        </p:spPr>
        <p:txBody>
          <a:bodyPr wrap="square">
            <a:spAutoFit/>
          </a:bodyPr>
          <a:lstStyle/>
          <a:p>
            <a:r>
              <a:rPr lang="es-MX" sz="1600" b="1" dirty="0">
                <a:latin typeface="Roboto" panose="02000000000000000000" pitchFamily="2" charset="0"/>
                <a:ea typeface="Roboto" panose="02000000000000000000" pitchFamily="2" charset="0"/>
              </a:rPr>
              <a:t>Registros de Longitud Variable (VLR - Variable Length Records)</a:t>
            </a:r>
            <a:endParaRPr lang="es-CO" sz="1600" dirty="0">
              <a:solidFill>
                <a:srgbClr val="FF0000"/>
              </a:solidFill>
            </a:endParaRPr>
          </a:p>
        </p:txBody>
      </p:sp>
      <p:sp>
        <p:nvSpPr>
          <p:cNvPr id="26" name="CuadroTexto 25">
            <a:extLst>
              <a:ext uri="{FF2B5EF4-FFF2-40B4-BE49-F238E27FC236}">
                <a16:creationId xmlns:a16="http://schemas.microsoft.com/office/drawing/2014/main" id="{071198C5-2EDC-4D43-9D16-97F3533B676D}"/>
              </a:ext>
            </a:extLst>
          </p:cNvPr>
          <p:cNvSpPr txBox="1"/>
          <p:nvPr/>
        </p:nvSpPr>
        <p:spPr>
          <a:xfrm>
            <a:off x="5319450" y="3345014"/>
            <a:ext cx="1281350" cy="261610"/>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#2</a:t>
            </a:r>
            <a:endParaRPr lang="es-CO" dirty="0">
              <a:latin typeface="Roboto" panose="02000000000000000000" pitchFamily="2" charset="0"/>
              <a:ea typeface="Roboto" panose="02000000000000000000" pitchFamily="2" charset="0"/>
            </a:endParaRPr>
          </a:p>
        </p:txBody>
      </p:sp>
      <p:sp>
        <p:nvSpPr>
          <p:cNvPr id="27" name="CuadroTexto 26">
            <a:extLst>
              <a:ext uri="{FF2B5EF4-FFF2-40B4-BE49-F238E27FC236}">
                <a16:creationId xmlns:a16="http://schemas.microsoft.com/office/drawing/2014/main" id="{2133D10A-259C-438A-BE3F-BCC62604FCB6}"/>
              </a:ext>
            </a:extLst>
          </p:cNvPr>
          <p:cNvSpPr txBox="1"/>
          <p:nvPr/>
        </p:nvSpPr>
        <p:spPr>
          <a:xfrm>
            <a:off x="5319450" y="4358255"/>
            <a:ext cx="1281350" cy="261610"/>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#N</a:t>
            </a:r>
            <a:endParaRPr lang="es-CO" dirty="0">
              <a:latin typeface="Roboto" panose="02000000000000000000" pitchFamily="2" charset="0"/>
              <a:ea typeface="Roboto" panose="02000000000000000000" pitchFamily="2" charset="0"/>
            </a:endParaRPr>
          </a:p>
        </p:txBody>
      </p:sp>
      <p:grpSp>
        <p:nvGrpSpPr>
          <p:cNvPr id="7" name="Grupo 6">
            <a:extLst>
              <a:ext uri="{FF2B5EF4-FFF2-40B4-BE49-F238E27FC236}">
                <a16:creationId xmlns:a16="http://schemas.microsoft.com/office/drawing/2014/main" id="{D2E8FDE1-0CF4-4A06-AD2C-064950FBF9D6}"/>
              </a:ext>
            </a:extLst>
          </p:cNvPr>
          <p:cNvGrpSpPr/>
          <p:nvPr/>
        </p:nvGrpSpPr>
        <p:grpSpPr>
          <a:xfrm>
            <a:off x="2670624" y="3180626"/>
            <a:ext cx="3514276" cy="2352014"/>
            <a:chOff x="2670624" y="2901226"/>
            <a:chExt cx="3514276" cy="2352014"/>
          </a:xfrm>
        </p:grpSpPr>
        <p:grpSp>
          <p:nvGrpSpPr>
            <p:cNvPr id="6" name="Grupo 5">
              <a:extLst>
                <a:ext uri="{FF2B5EF4-FFF2-40B4-BE49-F238E27FC236}">
                  <a16:creationId xmlns:a16="http://schemas.microsoft.com/office/drawing/2014/main" id="{2EC3E12D-2E75-4273-9799-4C3864E7C87A}"/>
                </a:ext>
              </a:extLst>
            </p:cNvPr>
            <p:cNvGrpSpPr/>
            <p:nvPr/>
          </p:nvGrpSpPr>
          <p:grpSpPr>
            <a:xfrm>
              <a:off x="2670628" y="2908847"/>
              <a:ext cx="2648822" cy="2344393"/>
              <a:chOff x="2670628" y="2908847"/>
              <a:chExt cx="2648822" cy="2344393"/>
            </a:xfrm>
            <a:solidFill>
              <a:schemeClr val="bg1"/>
            </a:solidFill>
          </p:grpSpPr>
          <p:sp>
            <p:nvSpPr>
              <p:cNvPr id="17" name="Rectángulo 16">
                <a:extLst>
                  <a:ext uri="{FF2B5EF4-FFF2-40B4-BE49-F238E27FC236}">
                    <a16:creationId xmlns:a16="http://schemas.microsoft.com/office/drawing/2014/main" id="{8B7ED83B-AAF7-427B-B6F9-11F3F3768FB9}"/>
                  </a:ext>
                </a:extLst>
              </p:cNvPr>
              <p:cNvSpPr/>
              <p:nvPr/>
            </p:nvSpPr>
            <p:spPr>
              <a:xfrm>
                <a:off x="2670628" y="2908847"/>
                <a:ext cx="2648821" cy="1915826"/>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18" name="Rectángulo 17">
                <a:extLst>
                  <a:ext uri="{FF2B5EF4-FFF2-40B4-BE49-F238E27FC236}">
                    <a16:creationId xmlns:a16="http://schemas.microsoft.com/office/drawing/2014/main" id="{FC6E50C2-0485-47D2-AA5E-EDF10CB69EFC}"/>
                  </a:ext>
                </a:extLst>
              </p:cNvPr>
              <p:cNvSpPr/>
              <p:nvPr/>
            </p:nvSpPr>
            <p:spPr>
              <a:xfrm>
                <a:off x="4352200" y="4825553"/>
                <a:ext cx="967250" cy="427687"/>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N</a:t>
                </a:r>
              </a:p>
            </p:txBody>
          </p:sp>
        </p:grpSp>
        <p:sp>
          <p:nvSpPr>
            <p:cNvPr id="20" name="Rectángulo 19">
              <a:extLst>
                <a:ext uri="{FF2B5EF4-FFF2-40B4-BE49-F238E27FC236}">
                  <a16:creationId xmlns:a16="http://schemas.microsoft.com/office/drawing/2014/main" id="{5184A126-2428-44CE-B125-9F7E06F3C891}"/>
                </a:ext>
              </a:extLst>
            </p:cNvPr>
            <p:cNvSpPr/>
            <p:nvPr/>
          </p:nvSpPr>
          <p:spPr>
            <a:xfrm>
              <a:off x="2670626" y="2901226"/>
              <a:ext cx="2648823" cy="241099"/>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1" name="Rectángulo 20">
              <a:extLst>
                <a:ext uri="{FF2B5EF4-FFF2-40B4-BE49-F238E27FC236}">
                  <a16:creationId xmlns:a16="http://schemas.microsoft.com/office/drawing/2014/main" id="{CF165FDA-67CB-44E4-8B98-BBA28E61D4D2}"/>
                </a:ext>
              </a:extLst>
            </p:cNvPr>
            <p:cNvSpPr/>
            <p:nvPr/>
          </p:nvSpPr>
          <p:spPr>
            <a:xfrm>
              <a:off x="2670628" y="3101975"/>
              <a:ext cx="2648822" cy="200748"/>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2" name="Rectángulo 21">
              <a:extLst>
                <a:ext uri="{FF2B5EF4-FFF2-40B4-BE49-F238E27FC236}">
                  <a16:creationId xmlns:a16="http://schemas.microsoft.com/office/drawing/2014/main" id="{6FD0333C-6B8F-4B06-885D-A284203C7400}"/>
                </a:ext>
              </a:extLst>
            </p:cNvPr>
            <p:cNvSpPr/>
            <p:nvPr/>
          </p:nvSpPr>
          <p:spPr>
            <a:xfrm>
              <a:off x="2670626" y="4117584"/>
              <a:ext cx="2648824" cy="241099"/>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3" name="Rectángulo 22">
              <a:extLst>
                <a:ext uri="{FF2B5EF4-FFF2-40B4-BE49-F238E27FC236}">
                  <a16:creationId xmlns:a16="http://schemas.microsoft.com/office/drawing/2014/main" id="{DF2C51C6-865B-4E91-A948-58BCD50C5CE8}"/>
                </a:ext>
              </a:extLst>
            </p:cNvPr>
            <p:cNvSpPr/>
            <p:nvPr/>
          </p:nvSpPr>
          <p:spPr>
            <a:xfrm>
              <a:off x="2670624" y="4319061"/>
              <a:ext cx="2648825" cy="505611"/>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8" name="CuadroTexto 27">
              <a:extLst>
                <a:ext uri="{FF2B5EF4-FFF2-40B4-BE49-F238E27FC236}">
                  <a16:creationId xmlns:a16="http://schemas.microsoft.com/office/drawing/2014/main" id="{8B2BB88A-BACE-496A-B45A-5AA364282E7D}"/>
                </a:ext>
              </a:extLst>
            </p:cNvPr>
            <p:cNvSpPr txBox="1"/>
            <p:nvPr/>
          </p:nvSpPr>
          <p:spPr>
            <a:xfrm>
              <a:off x="5319450" y="4433126"/>
              <a:ext cx="865450"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Free space</a:t>
              </a:r>
              <a:endParaRPr lang="es-CO" dirty="0">
                <a:latin typeface="Roboto" panose="02000000000000000000" pitchFamily="2" charset="0"/>
                <a:ea typeface="Roboto" panose="02000000000000000000" pitchFamily="2" charset="0"/>
              </a:endParaRPr>
            </a:p>
          </p:txBody>
        </p:sp>
      </p:grpSp>
      <p:sp>
        <p:nvSpPr>
          <p:cNvPr id="56" name="CuadroTexto 55">
            <a:extLst>
              <a:ext uri="{FF2B5EF4-FFF2-40B4-BE49-F238E27FC236}">
                <a16:creationId xmlns:a16="http://schemas.microsoft.com/office/drawing/2014/main" id="{38A9D1D9-EFB3-49EF-8289-A7864374210F}"/>
              </a:ext>
            </a:extLst>
          </p:cNvPr>
          <p:cNvSpPr txBox="1"/>
          <p:nvPr/>
        </p:nvSpPr>
        <p:spPr>
          <a:xfrm>
            <a:off x="10606236" y="4104339"/>
            <a:ext cx="865450"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Free space</a:t>
            </a:r>
            <a:endParaRPr lang="es-CO" dirty="0">
              <a:latin typeface="Roboto" panose="02000000000000000000" pitchFamily="2" charset="0"/>
              <a:ea typeface="Roboto" panose="02000000000000000000" pitchFamily="2" charset="0"/>
            </a:endParaRPr>
          </a:p>
        </p:txBody>
      </p:sp>
      <p:grpSp>
        <p:nvGrpSpPr>
          <p:cNvPr id="11" name="Grupo 10">
            <a:extLst>
              <a:ext uri="{FF2B5EF4-FFF2-40B4-BE49-F238E27FC236}">
                <a16:creationId xmlns:a16="http://schemas.microsoft.com/office/drawing/2014/main" id="{FEC24790-2E77-4244-B4EF-7A1F3C8D91CF}"/>
              </a:ext>
            </a:extLst>
          </p:cNvPr>
          <p:cNvGrpSpPr/>
          <p:nvPr/>
        </p:nvGrpSpPr>
        <p:grpSpPr>
          <a:xfrm>
            <a:off x="7957412" y="3186097"/>
            <a:ext cx="2648826" cy="2346543"/>
            <a:chOff x="7957412" y="3186097"/>
            <a:chExt cx="2648826" cy="2346543"/>
          </a:xfrm>
        </p:grpSpPr>
        <p:grpSp>
          <p:nvGrpSpPr>
            <p:cNvPr id="51" name="Grupo 50">
              <a:extLst>
                <a:ext uri="{FF2B5EF4-FFF2-40B4-BE49-F238E27FC236}">
                  <a16:creationId xmlns:a16="http://schemas.microsoft.com/office/drawing/2014/main" id="{9C569B20-61E8-4619-B3C5-5C098324BD3F}"/>
                </a:ext>
              </a:extLst>
            </p:cNvPr>
            <p:cNvGrpSpPr/>
            <p:nvPr/>
          </p:nvGrpSpPr>
          <p:grpSpPr>
            <a:xfrm>
              <a:off x="7957416" y="3188247"/>
              <a:ext cx="2648822" cy="2344393"/>
              <a:chOff x="2670628" y="2908847"/>
              <a:chExt cx="2648822" cy="2344393"/>
            </a:xfrm>
            <a:solidFill>
              <a:schemeClr val="bg1"/>
            </a:solidFill>
          </p:grpSpPr>
          <p:sp>
            <p:nvSpPr>
              <p:cNvPr id="57" name="Rectángulo 56">
                <a:extLst>
                  <a:ext uri="{FF2B5EF4-FFF2-40B4-BE49-F238E27FC236}">
                    <a16:creationId xmlns:a16="http://schemas.microsoft.com/office/drawing/2014/main" id="{5AF21808-7191-41E3-A228-BF82198A7953}"/>
                  </a:ext>
                </a:extLst>
              </p:cNvPr>
              <p:cNvSpPr/>
              <p:nvPr/>
            </p:nvSpPr>
            <p:spPr>
              <a:xfrm>
                <a:off x="2670628" y="2908847"/>
                <a:ext cx="2648821" cy="191582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58" name="Rectángulo 57">
                <a:extLst>
                  <a:ext uri="{FF2B5EF4-FFF2-40B4-BE49-F238E27FC236}">
                    <a16:creationId xmlns:a16="http://schemas.microsoft.com/office/drawing/2014/main" id="{FEF4235E-D9A6-4CB2-BCB1-50067E30A5BA}"/>
                  </a:ext>
                </a:extLst>
              </p:cNvPr>
              <p:cNvSpPr/>
              <p:nvPr/>
            </p:nvSpPr>
            <p:spPr>
              <a:xfrm>
                <a:off x="3742912" y="4825553"/>
                <a:ext cx="1576538" cy="427687"/>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grpSp>
        <p:sp>
          <p:nvSpPr>
            <p:cNvPr id="52" name="Rectángulo 51">
              <a:extLst>
                <a:ext uri="{FF2B5EF4-FFF2-40B4-BE49-F238E27FC236}">
                  <a16:creationId xmlns:a16="http://schemas.microsoft.com/office/drawing/2014/main" id="{BE2CE63F-BB46-40DF-9266-D244493D1DC6}"/>
                </a:ext>
              </a:extLst>
            </p:cNvPr>
            <p:cNvSpPr/>
            <p:nvPr/>
          </p:nvSpPr>
          <p:spPr>
            <a:xfrm>
              <a:off x="7957415" y="3186976"/>
              <a:ext cx="1453286" cy="199869"/>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53" name="Rectángulo 52">
              <a:extLst>
                <a:ext uri="{FF2B5EF4-FFF2-40B4-BE49-F238E27FC236}">
                  <a16:creationId xmlns:a16="http://schemas.microsoft.com/office/drawing/2014/main" id="{D4B91F4F-CEBA-4A10-B2D5-470E98C49B20}"/>
                </a:ext>
              </a:extLst>
            </p:cNvPr>
            <p:cNvSpPr/>
            <p:nvPr/>
          </p:nvSpPr>
          <p:spPr>
            <a:xfrm>
              <a:off x="7957416" y="3381375"/>
              <a:ext cx="570634" cy="200748"/>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9" name="Rectángulo 28">
              <a:extLst>
                <a:ext uri="{FF2B5EF4-FFF2-40B4-BE49-F238E27FC236}">
                  <a16:creationId xmlns:a16="http://schemas.microsoft.com/office/drawing/2014/main" id="{1551ACEF-BBF7-4BF3-8696-D97223C36A27}"/>
                </a:ext>
              </a:extLst>
            </p:cNvPr>
            <p:cNvSpPr/>
            <p:nvPr/>
          </p:nvSpPr>
          <p:spPr>
            <a:xfrm>
              <a:off x="9410701" y="3186097"/>
              <a:ext cx="1195536" cy="200748"/>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0" name="Rectángulo 29">
              <a:extLst>
                <a:ext uri="{FF2B5EF4-FFF2-40B4-BE49-F238E27FC236}">
                  <a16:creationId xmlns:a16="http://schemas.microsoft.com/office/drawing/2014/main" id="{AE93F36D-5292-4129-B686-2DEB356D4AD4}"/>
                </a:ext>
              </a:extLst>
            </p:cNvPr>
            <p:cNvSpPr/>
            <p:nvPr/>
          </p:nvSpPr>
          <p:spPr>
            <a:xfrm>
              <a:off x="8528049" y="3382254"/>
              <a:ext cx="2078187" cy="199869"/>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1" name="Rectángulo 30">
              <a:extLst>
                <a:ext uri="{FF2B5EF4-FFF2-40B4-BE49-F238E27FC236}">
                  <a16:creationId xmlns:a16="http://schemas.microsoft.com/office/drawing/2014/main" id="{31F62FCF-DC7B-4E50-8C83-B2E4244F1DB1}"/>
                </a:ext>
              </a:extLst>
            </p:cNvPr>
            <p:cNvSpPr/>
            <p:nvPr/>
          </p:nvSpPr>
          <p:spPr>
            <a:xfrm>
              <a:off x="7957412" y="3579973"/>
              <a:ext cx="983388" cy="199869"/>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2" name="CuadroTexto 31">
              <a:extLst>
                <a:ext uri="{FF2B5EF4-FFF2-40B4-BE49-F238E27FC236}">
                  <a16:creationId xmlns:a16="http://schemas.microsoft.com/office/drawing/2014/main" id="{583F7E03-E654-458C-A736-6CB935A5A1AA}"/>
                </a:ext>
              </a:extLst>
            </p:cNvPr>
            <p:cNvSpPr txBox="1"/>
            <p:nvPr/>
          </p:nvSpPr>
          <p:spPr>
            <a:xfrm>
              <a:off x="9134417" y="4231297"/>
              <a:ext cx="432725" cy="253916"/>
            </a:xfrm>
            <a:prstGeom prst="rect">
              <a:avLst/>
            </a:prstGeom>
            <a:noFill/>
          </p:spPr>
          <p:txBody>
            <a:bodyPr wrap="square" rtlCol="0">
              <a:spAutoFit/>
            </a:bodyPr>
            <a:lstStyle/>
            <a:p>
              <a:pPr algn="ctr"/>
              <a:r>
                <a:rPr lang="es-CO" sz="1050" dirty="0">
                  <a:latin typeface="Roboto" panose="02000000000000000000" pitchFamily="2" charset="0"/>
                  <a:ea typeface="Roboto" panose="02000000000000000000" pitchFamily="2" charset="0"/>
                </a:rPr>
                <a:t>...</a:t>
              </a:r>
              <a:endParaRPr lang="es-CO" dirty="0">
                <a:latin typeface="Roboto" panose="02000000000000000000" pitchFamily="2" charset="0"/>
                <a:ea typeface="Roboto" panose="02000000000000000000" pitchFamily="2" charset="0"/>
              </a:endParaRPr>
            </a:p>
          </p:txBody>
        </p:sp>
        <p:sp>
          <p:nvSpPr>
            <p:cNvPr id="34" name="Rectángulo 33">
              <a:extLst>
                <a:ext uri="{FF2B5EF4-FFF2-40B4-BE49-F238E27FC236}">
                  <a16:creationId xmlns:a16="http://schemas.microsoft.com/office/drawing/2014/main" id="{8ECD193E-133A-456A-8C1B-D2DBF9DD4295}"/>
                </a:ext>
              </a:extLst>
            </p:cNvPr>
            <p:cNvSpPr/>
            <p:nvPr/>
          </p:nvSpPr>
          <p:spPr>
            <a:xfrm>
              <a:off x="9029698" y="5104953"/>
              <a:ext cx="190952" cy="427687"/>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5" name="Rectángulo 34">
              <a:extLst>
                <a:ext uri="{FF2B5EF4-FFF2-40B4-BE49-F238E27FC236}">
                  <a16:creationId xmlns:a16="http://schemas.microsoft.com/office/drawing/2014/main" id="{1F73C3E2-FCAC-4042-A008-F2A86981845B}"/>
                </a:ext>
              </a:extLst>
            </p:cNvPr>
            <p:cNvSpPr/>
            <p:nvPr/>
          </p:nvSpPr>
          <p:spPr>
            <a:xfrm>
              <a:off x="9220650" y="5104953"/>
              <a:ext cx="190952" cy="427687"/>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6" name="Rectángulo 35">
              <a:extLst>
                <a:ext uri="{FF2B5EF4-FFF2-40B4-BE49-F238E27FC236}">
                  <a16:creationId xmlns:a16="http://schemas.microsoft.com/office/drawing/2014/main" id="{64B1922C-F7B1-4E6B-987C-2FEFA803C053}"/>
                </a:ext>
              </a:extLst>
            </p:cNvPr>
            <p:cNvSpPr/>
            <p:nvPr/>
          </p:nvSpPr>
          <p:spPr>
            <a:xfrm>
              <a:off x="9411600" y="5104953"/>
              <a:ext cx="190952" cy="42768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8" name="Rectángulo 37">
              <a:extLst>
                <a:ext uri="{FF2B5EF4-FFF2-40B4-BE49-F238E27FC236}">
                  <a16:creationId xmlns:a16="http://schemas.microsoft.com/office/drawing/2014/main" id="{B250BFED-26AC-43D3-97AC-C20F75300EEA}"/>
                </a:ext>
              </a:extLst>
            </p:cNvPr>
            <p:cNvSpPr/>
            <p:nvPr/>
          </p:nvSpPr>
          <p:spPr>
            <a:xfrm>
              <a:off x="9602550" y="5104072"/>
              <a:ext cx="190952" cy="42768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9" name="Rectángulo 38">
              <a:extLst>
                <a:ext uri="{FF2B5EF4-FFF2-40B4-BE49-F238E27FC236}">
                  <a16:creationId xmlns:a16="http://schemas.microsoft.com/office/drawing/2014/main" id="{60F09CA4-95E3-4DB4-B2EF-897AFC1C3E17}"/>
                </a:ext>
              </a:extLst>
            </p:cNvPr>
            <p:cNvSpPr/>
            <p:nvPr/>
          </p:nvSpPr>
          <p:spPr>
            <a:xfrm>
              <a:off x="9793500" y="5104072"/>
              <a:ext cx="190952" cy="42768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40" name="Rectángulo 39">
              <a:extLst>
                <a:ext uri="{FF2B5EF4-FFF2-40B4-BE49-F238E27FC236}">
                  <a16:creationId xmlns:a16="http://schemas.microsoft.com/office/drawing/2014/main" id="{3E6E829E-23AB-4FB4-988F-F8AB5378904C}"/>
                </a:ext>
              </a:extLst>
            </p:cNvPr>
            <p:cNvSpPr/>
            <p:nvPr/>
          </p:nvSpPr>
          <p:spPr>
            <a:xfrm>
              <a:off x="9984448" y="5104072"/>
              <a:ext cx="190952" cy="42768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grpSp>
      <p:sp>
        <p:nvSpPr>
          <p:cNvPr id="5" name="Forma libre: forma 4">
            <a:extLst>
              <a:ext uri="{FF2B5EF4-FFF2-40B4-BE49-F238E27FC236}">
                <a16:creationId xmlns:a16="http://schemas.microsoft.com/office/drawing/2014/main" id="{AC3A2D1A-D038-4280-B557-BD859DC2E2C9}"/>
              </a:ext>
            </a:extLst>
          </p:cNvPr>
          <p:cNvSpPr/>
          <p:nvPr/>
        </p:nvSpPr>
        <p:spPr>
          <a:xfrm>
            <a:off x="6882438" y="3282950"/>
            <a:ext cx="2248862" cy="2266567"/>
          </a:xfrm>
          <a:custGeom>
            <a:avLst/>
            <a:gdLst>
              <a:gd name="connsiteX0" fmla="*/ 2248862 w 2248862"/>
              <a:gd name="connsiteY0" fmla="*/ 2032000 h 2266567"/>
              <a:gd name="connsiteX1" fmla="*/ 1810712 w 2248862"/>
              <a:gd name="connsiteY1" fmla="*/ 2190750 h 2266567"/>
              <a:gd name="connsiteX2" fmla="*/ 966162 w 2248862"/>
              <a:gd name="connsiteY2" fmla="*/ 2235200 h 2266567"/>
              <a:gd name="connsiteX3" fmla="*/ 305762 w 2248862"/>
              <a:gd name="connsiteY3" fmla="*/ 1720850 h 2266567"/>
              <a:gd name="connsiteX4" fmla="*/ 962 w 2248862"/>
              <a:gd name="connsiteY4" fmla="*/ 876300 h 2266567"/>
              <a:gd name="connsiteX5" fmla="*/ 394662 w 2248862"/>
              <a:gd name="connsiteY5" fmla="*/ 146050 h 2266567"/>
              <a:gd name="connsiteX6" fmla="*/ 1061412 w 2248862"/>
              <a:gd name="connsiteY6" fmla="*/ 0 h 2266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8862" h="2266567">
                <a:moveTo>
                  <a:pt x="2248862" y="2032000"/>
                </a:moveTo>
                <a:cubicBezTo>
                  <a:pt x="2136678" y="2094441"/>
                  <a:pt x="2024495" y="2156883"/>
                  <a:pt x="1810712" y="2190750"/>
                </a:cubicBezTo>
                <a:cubicBezTo>
                  <a:pt x="1596929" y="2224617"/>
                  <a:pt x="1216987" y="2313517"/>
                  <a:pt x="966162" y="2235200"/>
                </a:cubicBezTo>
                <a:cubicBezTo>
                  <a:pt x="715337" y="2156883"/>
                  <a:pt x="466629" y="1947333"/>
                  <a:pt x="305762" y="1720850"/>
                </a:cubicBezTo>
                <a:cubicBezTo>
                  <a:pt x="144895" y="1494367"/>
                  <a:pt x="-13855" y="1138767"/>
                  <a:pt x="962" y="876300"/>
                </a:cubicBezTo>
                <a:cubicBezTo>
                  <a:pt x="15779" y="613833"/>
                  <a:pt x="217920" y="292100"/>
                  <a:pt x="394662" y="146050"/>
                </a:cubicBezTo>
                <a:cubicBezTo>
                  <a:pt x="571404" y="0"/>
                  <a:pt x="816408" y="0"/>
                  <a:pt x="1061412" y="0"/>
                </a:cubicBezTo>
              </a:path>
            </a:pathLst>
          </a:custGeom>
          <a:noFill/>
          <a:ln w="12700">
            <a:solidFill>
              <a:schemeClr val="accent6"/>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Forma libre: forma 7">
            <a:extLst>
              <a:ext uri="{FF2B5EF4-FFF2-40B4-BE49-F238E27FC236}">
                <a16:creationId xmlns:a16="http://schemas.microsoft.com/office/drawing/2014/main" id="{BA7A35F7-AF30-4F5D-98BE-59A8781FD31B}"/>
              </a:ext>
            </a:extLst>
          </p:cNvPr>
          <p:cNvSpPr/>
          <p:nvPr/>
        </p:nvSpPr>
        <p:spPr>
          <a:xfrm>
            <a:off x="8557669" y="3262412"/>
            <a:ext cx="840331" cy="2052538"/>
          </a:xfrm>
          <a:custGeom>
            <a:avLst/>
            <a:gdLst>
              <a:gd name="connsiteX0" fmla="*/ 757781 w 840331"/>
              <a:gd name="connsiteY0" fmla="*/ 2052538 h 2052538"/>
              <a:gd name="connsiteX1" fmla="*/ 262481 w 840331"/>
              <a:gd name="connsiteY1" fmla="*/ 1912838 h 2052538"/>
              <a:gd name="connsiteX2" fmla="*/ 33881 w 840331"/>
              <a:gd name="connsiteY2" fmla="*/ 1481038 h 2052538"/>
              <a:gd name="connsiteX3" fmla="*/ 14831 w 840331"/>
              <a:gd name="connsiteY3" fmla="*/ 941288 h 2052538"/>
              <a:gd name="connsiteX4" fmla="*/ 167231 w 840331"/>
              <a:gd name="connsiteY4" fmla="*/ 471388 h 2052538"/>
              <a:gd name="connsiteX5" fmla="*/ 535531 w 840331"/>
              <a:gd name="connsiteY5" fmla="*/ 52288 h 2052538"/>
              <a:gd name="connsiteX6" fmla="*/ 840331 w 840331"/>
              <a:gd name="connsiteY6" fmla="*/ 20538 h 2052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40331" h="2052538">
                <a:moveTo>
                  <a:pt x="757781" y="2052538"/>
                </a:moveTo>
                <a:cubicBezTo>
                  <a:pt x="570456" y="2030313"/>
                  <a:pt x="383131" y="2008088"/>
                  <a:pt x="262481" y="1912838"/>
                </a:cubicBezTo>
                <a:cubicBezTo>
                  <a:pt x="141831" y="1817588"/>
                  <a:pt x="75156" y="1642963"/>
                  <a:pt x="33881" y="1481038"/>
                </a:cubicBezTo>
                <a:cubicBezTo>
                  <a:pt x="-7394" y="1319113"/>
                  <a:pt x="-7394" y="1109563"/>
                  <a:pt x="14831" y="941288"/>
                </a:cubicBezTo>
                <a:cubicBezTo>
                  <a:pt x="37056" y="773013"/>
                  <a:pt x="80448" y="619555"/>
                  <a:pt x="167231" y="471388"/>
                </a:cubicBezTo>
                <a:cubicBezTo>
                  <a:pt x="254014" y="323221"/>
                  <a:pt x="423348" y="127430"/>
                  <a:pt x="535531" y="52288"/>
                </a:cubicBezTo>
                <a:cubicBezTo>
                  <a:pt x="647714" y="-22854"/>
                  <a:pt x="744022" y="-1158"/>
                  <a:pt x="840331" y="20538"/>
                </a:cubicBezTo>
              </a:path>
            </a:pathLst>
          </a:custGeom>
          <a:noFill/>
          <a:ln w="12700">
            <a:solidFill>
              <a:schemeClr val="accent4">
                <a:lumMod val="75000"/>
              </a:schemeClr>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Forma libre: forma 8">
            <a:extLst>
              <a:ext uri="{FF2B5EF4-FFF2-40B4-BE49-F238E27FC236}">
                <a16:creationId xmlns:a16="http://schemas.microsoft.com/office/drawing/2014/main" id="{415E5F81-CE3E-42D5-B2D2-4C952ED23946}"/>
              </a:ext>
            </a:extLst>
          </p:cNvPr>
          <p:cNvSpPr/>
          <p:nvPr/>
        </p:nvSpPr>
        <p:spPr>
          <a:xfrm>
            <a:off x="8004794" y="3479800"/>
            <a:ext cx="1507506" cy="2277395"/>
          </a:xfrm>
          <a:custGeom>
            <a:avLst/>
            <a:gdLst>
              <a:gd name="connsiteX0" fmla="*/ 1507506 w 1507506"/>
              <a:gd name="connsiteY0" fmla="*/ 1841500 h 2277395"/>
              <a:gd name="connsiteX1" fmla="*/ 1329706 w 1507506"/>
              <a:gd name="connsiteY1" fmla="*/ 2108200 h 2277395"/>
              <a:gd name="connsiteX2" fmla="*/ 916956 w 1507506"/>
              <a:gd name="connsiteY2" fmla="*/ 2260600 h 2277395"/>
              <a:gd name="connsiteX3" fmla="*/ 453406 w 1507506"/>
              <a:gd name="connsiteY3" fmla="*/ 2209800 h 2277395"/>
              <a:gd name="connsiteX4" fmla="*/ 34306 w 1507506"/>
              <a:gd name="connsiteY4" fmla="*/ 1695450 h 2277395"/>
              <a:gd name="connsiteX5" fmla="*/ 78756 w 1507506"/>
              <a:gd name="connsiteY5" fmla="*/ 565150 h 2277395"/>
              <a:gd name="connsiteX6" fmla="*/ 510556 w 1507506"/>
              <a:gd name="connsiteY6" fmla="*/ 0 h 2277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07506" h="2277395">
                <a:moveTo>
                  <a:pt x="1507506" y="1841500"/>
                </a:moveTo>
                <a:cubicBezTo>
                  <a:pt x="1467818" y="1939925"/>
                  <a:pt x="1428131" y="2038350"/>
                  <a:pt x="1329706" y="2108200"/>
                </a:cubicBezTo>
                <a:cubicBezTo>
                  <a:pt x="1231281" y="2178050"/>
                  <a:pt x="1063006" y="2243667"/>
                  <a:pt x="916956" y="2260600"/>
                </a:cubicBezTo>
                <a:cubicBezTo>
                  <a:pt x="770906" y="2277533"/>
                  <a:pt x="600514" y="2303992"/>
                  <a:pt x="453406" y="2209800"/>
                </a:cubicBezTo>
                <a:cubicBezTo>
                  <a:pt x="306298" y="2115608"/>
                  <a:pt x="96748" y="1969558"/>
                  <a:pt x="34306" y="1695450"/>
                </a:cubicBezTo>
                <a:cubicBezTo>
                  <a:pt x="-28136" y="1421342"/>
                  <a:pt x="-619" y="847725"/>
                  <a:pt x="78756" y="565150"/>
                </a:cubicBezTo>
                <a:cubicBezTo>
                  <a:pt x="158131" y="282575"/>
                  <a:pt x="334343" y="141287"/>
                  <a:pt x="510556" y="0"/>
                </a:cubicBezTo>
              </a:path>
            </a:pathLst>
          </a:custGeom>
          <a:noFill/>
          <a:ln w="12700">
            <a:solidFill>
              <a:schemeClr val="accent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Forma libre: forma 9">
            <a:extLst>
              <a:ext uri="{FF2B5EF4-FFF2-40B4-BE49-F238E27FC236}">
                <a16:creationId xmlns:a16="http://schemas.microsoft.com/office/drawing/2014/main" id="{6724124F-7600-49ED-9BA4-572375CA4DF9}"/>
              </a:ext>
            </a:extLst>
          </p:cNvPr>
          <p:cNvSpPr/>
          <p:nvPr/>
        </p:nvSpPr>
        <p:spPr>
          <a:xfrm>
            <a:off x="7599359" y="3651250"/>
            <a:ext cx="2097091" cy="2263211"/>
          </a:xfrm>
          <a:custGeom>
            <a:avLst/>
            <a:gdLst>
              <a:gd name="connsiteX0" fmla="*/ 2097091 w 2097091"/>
              <a:gd name="connsiteY0" fmla="*/ 1682750 h 2263211"/>
              <a:gd name="connsiteX1" fmla="*/ 1976441 w 2097091"/>
              <a:gd name="connsiteY1" fmla="*/ 2012950 h 2263211"/>
              <a:gd name="connsiteX2" fmla="*/ 1506541 w 2097091"/>
              <a:gd name="connsiteY2" fmla="*/ 2228850 h 2263211"/>
              <a:gd name="connsiteX3" fmla="*/ 884241 w 2097091"/>
              <a:gd name="connsiteY3" fmla="*/ 2241550 h 2263211"/>
              <a:gd name="connsiteX4" fmla="*/ 350841 w 2097091"/>
              <a:gd name="connsiteY4" fmla="*/ 2019300 h 2263211"/>
              <a:gd name="connsiteX5" fmla="*/ 52391 w 2097091"/>
              <a:gd name="connsiteY5" fmla="*/ 1485900 h 2263211"/>
              <a:gd name="connsiteX6" fmla="*/ 1591 w 2097091"/>
              <a:gd name="connsiteY6" fmla="*/ 774700 h 2263211"/>
              <a:gd name="connsiteX7" fmla="*/ 71441 w 2097091"/>
              <a:gd name="connsiteY7" fmla="*/ 349250 h 2263211"/>
              <a:gd name="connsiteX8" fmla="*/ 236541 w 2097091"/>
              <a:gd name="connsiteY8" fmla="*/ 63500 h 2263211"/>
              <a:gd name="connsiteX9" fmla="*/ 344491 w 2097091"/>
              <a:gd name="connsiteY9" fmla="*/ 0 h 2263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97091" h="2263211">
                <a:moveTo>
                  <a:pt x="2097091" y="1682750"/>
                </a:moveTo>
                <a:cubicBezTo>
                  <a:pt x="2085978" y="1802341"/>
                  <a:pt x="2074866" y="1921933"/>
                  <a:pt x="1976441" y="2012950"/>
                </a:cubicBezTo>
                <a:cubicBezTo>
                  <a:pt x="1878016" y="2103967"/>
                  <a:pt x="1688574" y="2190750"/>
                  <a:pt x="1506541" y="2228850"/>
                </a:cubicBezTo>
                <a:cubicBezTo>
                  <a:pt x="1324508" y="2266950"/>
                  <a:pt x="1076858" y="2276475"/>
                  <a:pt x="884241" y="2241550"/>
                </a:cubicBezTo>
                <a:cubicBezTo>
                  <a:pt x="691624" y="2206625"/>
                  <a:pt x="489483" y="2145242"/>
                  <a:pt x="350841" y="2019300"/>
                </a:cubicBezTo>
                <a:cubicBezTo>
                  <a:pt x="212199" y="1893358"/>
                  <a:pt x="110599" y="1693333"/>
                  <a:pt x="52391" y="1485900"/>
                </a:cubicBezTo>
                <a:cubicBezTo>
                  <a:pt x="-5817" y="1278467"/>
                  <a:pt x="-1584" y="964142"/>
                  <a:pt x="1591" y="774700"/>
                </a:cubicBezTo>
                <a:cubicBezTo>
                  <a:pt x="4766" y="585258"/>
                  <a:pt x="32283" y="467783"/>
                  <a:pt x="71441" y="349250"/>
                </a:cubicBezTo>
                <a:cubicBezTo>
                  <a:pt x="110599" y="230717"/>
                  <a:pt x="191033" y="121708"/>
                  <a:pt x="236541" y="63500"/>
                </a:cubicBezTo>
                <a:cubicBezTo>
                  <a:pt x="282049" y="5292"/>
                  <a:pt x="313270" y="2646"/>
                  <a:pt x="344491" y="0"/>
                </a:cubicBezTo>
              </a:path>
            </a:pathLst>
          </a:custGeom>
          <a:noFill/>
          <a:ln w="12700">
            <a:solidFill>
              <a:srgbClr val="C0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6" name="CuadroTexto 45">
            <a:extLst>
              <a:ext uri="{FF2B5EF4-FFF2-40B4-BE49-F238E27FC236}">
                <a16:creationId xmlns:a16="http://schemas.microsoft.com/office/drawing/2014/main" id="{385D1DFF-D4C2-4FA1-9C03-620DB353C8A9}"/>
              </a:ext>
            </a:extLst>
          </p:cNvPr>
          <p:cNvSpPr txBox="1"/>
          <p:nvPr/>
        </p:nvSpPr>
        <p:spPr>
          <a:xfrm>
            <a:off x="10619838" y="5187992"/>
            <a:ext cx="865450"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Header</a:t>
            </a:r>
            <a:endParaRPr lang="es-CO" dirty="0">
              <a:latin typeface="Roboto" panose="02000000000000000000" pitchFamily="2" charset="0"/>
              <a:ea typeface="Roboto" panose="02000000000000000000" pitchFamily="2" charset="0"/>
            </a:endParaRPr>
          </a:p>
        </p:txBody>
      </p:sp>
      <p:sp>
        <p:nvSpPr>
          <p:cNvPr id="12" name="Cerrar llave 11">
            <a:extLst>
              <a:ext uri="{FF2B5EF4-FFF2-40B4-BE49-F238E27FC236}">
                <a16:creationId xmlns:a16="http://schemas.microsoft.com/office/drawing/2014/main" id="{DEB60308-ECFF-486A-844E-43973782963C}"/>
              </a:ext>
            </a:extLst>
          </p:cNvPr>
          <p:cNvSpPr/>
          <p:nvPr/>
        </p:nvSpPr>
        <p:spPr>
          <a:xfrm rot="5400000">
            <a:off x="9430113" y="5188314"/>
            <a:ext cx="318123" cy="1090850"/>
          </a:xfrm>
          <a:prstGeom prst="rightBrace">
            <a:avLst>
              <a:gd name="adj1" fmla="val 38037"/>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8" name="Cerrar llave 47">
            <a:extLst>
              <a:ext uri="{FF2B5EF4-FFF2-40B4-BE49-F238E27FC236}">
                <a16:creationId xmlns:a16="http://schemas.microsoft.com/office/drawing/2014/main" id="{06D59CEE-40C9-448C-9195-98BE1D75AA2E}"/>
              </a:ext>
            </a:extLst>
          </p:cNvPr>
          <p:cNvSpPr/>
          <p:nvPr/>
        </p:nvSpPr>
        <p:spPr>
          <a:xfrm rot="5400000">
            <a:off x="10256212" y="5493716"/>
            <a:ext cx="267476" cy="429100"/>
          </a:xfrm>
          <a:prstGeom prst="rightBrace">
            <a:avLst>
              <a:gd name="adj1" fmla="val 38037"/>
              <a:gd name="adj2"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9" name="CuadroTexto 48">
            <a:extLst>
              <a:ext uri="{FF2B5EF4-FFF2-40B4-BE49-F238E27FC236}">
                <a16:creationId xmlns:a16="http://schemas.microsoft.com/office/drawing/2014/main" id="{80D15FF1-977F-4144-B79B-98C1F5F4A147}"/>
              </a:ext>
            </a:extLst>
          </p:cNvPr>
          <p:cNvSpPr txBox="1"/>
          <p:nvPr/>
        </p:nvSpPr>
        <p:spPr>
          <a:xfrm>
            <a:off x="9021869" y="5948966"/>
            <a:ext cx="1090851" cy="253916"/>
          </a:xfrm>
          <a:prstGeom prst="rect">
            <a:avLst/>
          </a:prstGeom>
          <a:noFill/>
        </p:spPr>
        <p:txBody>
          <a:bodyPr wrap="square" rtlCol="0">
            <a:spAutoFit/>
          </a:bodyPr>
          <a:lstStyle/>
          <a:p>
            <a:pPr algn="ctr"/>
            <a:r>
              <a:rPr lang="es-CO" sz="1050" dirty="0">
                <a:latin typeface="Roboto" panose="02000000000000000000" pitchFamily="2" charset="0"/>
                <a:ea typeface="Roboto" panose="02000000000000000000" pitchFamily="2" charset="0"/>
              </a:rPr>
              <a:t>Slot directory</a:t>
            </a:r>
            <a:endParaRPr lang="es-CO" dirty="0">
              <a:latin typeface="Roboto" panose="02000000000000000000" pitchFamily="2" charset="0"/>
              <a:ea typeface="Roboto" panose="02000000000000000000" pitchFamily="2" charset="0"/>
            </a:endParaRPr>
          </a:p>
        </p:txBody>
      </p:sp>
      <p:sp>
        <p:nvSpPr>
          <p:cNvPr id="59" name="CuadroTexto 58">
            <a:extLst>
              <a:ext uri="{FF2B5EF4-FFF2-40B4-BE49-F238E27FC236}">
                <a16:creationId xmlns:a16="http://schemas.microsoft.com/office/drawing/2014/main" id="{C3D233B4-5DB2-473E-8810-9DB47B7A1A69}"/>
              </a:ext>
            </a:extLst>
          </p:cNvPr>
          <p:cNvSpPr txBox="1"/>
          <p:nvPr/>
        </p:nvSpPr>
        <p:spPr>
          <a:xfrm>
            <a:off x="9953740" y="5926825"/>
            <a:ext cx="865450" cy="253916"/>
          </a:xfrm>
          <a:prstGeom prst="rect">
            <a:avLst/>
          </a:prstGeom>
          <a:noFill/>
        </p:spPr>
        <p:txBody>
          <a:bodyPr wrap="square" rtlCol="0">
            <a:spAutoFit/>
          </a:bodyPr>
          <a:lstStyle/>
          <a:p>
            <a:pPr algn="ctr"/>
            <a:r>
              <a:rPr lang="es-CO" sz="1050" dirty="0">
                <a:latin typeface="Roboto" panose="02000000000000000000" pitchFamily="2" charset="0"/>
                <a:ea typeface="Roboto" panose="02000000000000000000" pitchFamily="2" charset="0"/>
              </a:rPr>
              <a:t>other info</a:t>
            </a:r>
            <a:endParaRPr lang="es-CO"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6577243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a:t>
            </a:r>
            <a:endParaRPr b="1" dirty="0">
              <a:solidFill>
                <a:srgbClr val="0B6937"/>
              </a:solidFill>
              <a:latin typeface="Roboto Slab"/>
              <a:ea typeface="Roboto Slab"/>
              <a:cs typeface="Roboto Slab"/>
              <a:sym typeface="Roboto Slab"/>
            </a:endParaRPr>
          </a:p>
        </p:txBody>
      </p:sp>
      <p:sp>
        <p:nvSpPr>
          <p:cNvPr id="5" name="Google Shape;310;p34">
            <a:extLst>
              <a:ext uri="{FF2B5EF4-FFF2-40B4-BE49-F238E27FC236}">
                <a16:creationId xmlns:a16="http://schemas.microsoft.com/office/drawing/2014/main" id="{65815137-AD04-4EC8-BF55-704CDAB1F01C}"/>
              </a:ext>
            </a:extLst>
          </p:cNvPr>
          <p:cNvSpPr txBox="1">
            <a:spLocks/>
          </p:cNvSpPr>
          <p:nvPr/>
        </p:nvSpPr>
        <p:spPr>
          <a:xfrm>
            <a:off x="783914" y="874120"/>
            <a:ext cx="10941053" cy="21738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En este formato, cada registro de una tabla tiene exactamente el mismo tamaño.</a:t>
            </a:r>
          </a:p>
          <a:p>
            <a:r>
              <a:rPr lang="es-MX" sz="2000" dirty="0"/>
              <a:t>Cada uno de los registros del archivo tienen un tipo particular de dato.</a:t>
            </a:r>
          </a:p>
          <a:p>
            <a:r>
              <a:rPr lang="es-MX" sz="2000" dirty="0"/>
              <a:t>Diferentes archivos son empleados para diferentes relaciones.</a:t>
            </a:r>
          </a:p>
          <a:p>
            <a:r>
              <a:rPr lang="es-MX" sz="2000" dirty="0"/>
              <a:t>Este es el caso mas fácil de implementar.</a:t>
            </a:r>
          </a:p>
          <a:p>
            <a:r>
              <a:rPr lang="es-MX" sz="2000" b="1" dirty="0">
                <a:solidFill>
                  <a:srgbClr val="C00000"/>
                </a:solidFill>
              </a:rPr>
              <a:t>Suposición</a:t>
            </a:r>
            <a:r>
              <a:rPr lang="es-MX" sz="2000" dirty="0">
                <a:solidFill>
                  <a:srgbClr val="C00000"/>
                </a:solidFill>
              </a:rPr>
              <a:t>:</a:t>
            </a:r>
            <a:r>
              <a:rPr lang="es-MX" sz="2000" dirty="0"/>
              <a:t> Se asumirá que los registros son mas pequeños que una pagina.</a:t>
            </a:r>
            <a:endParaRPr lang="en-US" altLang="en-US" sz="1400" dirty="0"/>
          </a:p>
          <a:p>
            <a:endParaRPr lang="es-MX" sz="2000" dirty="0"/>
          </a:p>
          <a:p>
            <a:endParaRPr lang="es-MX" sz="2000" dirty="0"/>
          </a:p>
        </p:txBody>
      </p:sp>
      <p:pic>
        <p:nvPicPr>
          <p:cNvPr id="37" name="Content Placeholder 4">
            <a:extLst>
              <a:ext uri="{FF2B5EF4-FFF2-40B4-BE49-F238E27FC236}">
                <a16:creationId xmlns:a16="http://schemas.microsoft.com/office/drawing/2014/main" id="{91514DED-6D72-4485-A97C-885A87322CA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auto">
          <a:xfrm>
            <a:off x="3337373" y="3217724"/>
            <a:ext cx="5173983" cy="3308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4635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a:t>
            </a:r>
            <a:endParaRPr b="1" dirty="0">
              <a:solidFill>
                <a:srgbClr val="0B6937"/>
              </a:solidFill>
              <a:latin typeface="Roboto Slab"/>
              <a:ea typeface="Roboto Slab"/>
              <a:cs typeface="Roboto Slab"/>
              <a:sym typeface="Roboto Slab"/>
            </a:endParaRPr>
          </a:p>
        </p:txBody>
      </p:sp>
      <p:sp>
        <p:nvSpPr>
          <p:cNvPr id="5" name="Google Shape;310;p34">
            <a:extLst>
              <a:ext uri="{FF2B5EF4-FFF2-40B4-BE49-F238E27FC236}">
                <a16:creationId xmlns:a16="http://schemas.microsoft.com/office/drawing/2014/main" id="{65815137-AD04-4EC8-BF55-704CDAB1F01C}"/>
              </a:ext>
            </a:extLst>
          </p:cNvPr>
          <p:cNvSpPr txBox="1">
            <a:spLocks/>
          </p:cNvSpPr>
          <p:nvPr/>
        </p:nvSpPr>
        <p:spPr>
          <a:xfrm>
            <a:off x="783914" y="874120"/>
            <a:ext cx="10941053" cy="133284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La pagina se divide en </a:t>
            </a:r>
            <a:r>
              <a:rPr lang="es-MX" sz="2000" b="1" dirty="0"/>
              <a:t>slots</a:t>
            </a:r>
            <a:r>
              <a:rPr lang="es-MX" sz="2000" dirty="0"/>
              <a:t>.</a:t>
            </a:r>
          </a:p>
          <a:p>
            <a:r>
              <a:rPr lang="es-MX" sz="2000" dirty="0"/>
              <a:t>Cada slot tiene una tupla (registro).</a:t>
            </a:r>
          </a:p>
          <a:p>
            <a:r>
              <a:rPr lang="es-MX" sz="2000" dirty="0"/>
              <a:t>El RecordID (rid) para cada tupla es (PageId, slotNum)</a:t>
            </a:r>
          </a:p>
          <a:p>
            <a:endParaRPr lang="es-MX" sz="2000" dirty="0"/>
          </a:p>
          <a:p>
            <a:endParaRPr lang="es-MX" sz="2000" dirty="0"/>
          </a:p>
        </p:txBody>
      </p:sp>
      <p:sp>
        <p:nvSpPr>
          <p:cNvPr id="3" name="CuadroTexto 2">
            <a:extLst>
              <a:ext uri="{FF2B5EF4-FFF2-40B4-BE49-F238E27FC236}">
                <a16:creationId xmlns:a16="http://schemas.microsoft.com/office/drawing/2014/main" id="{769100F1-A1D7-4929-BAC7-5D6CF20773F6}"/>
              </a:ext>
            </a:extLst>
          </p:cNvPr>
          <p:cNvSpPr txBox="1"/>
          <p:nvPr/>
        </p:nvSpPr>
        <p:spPr>
          <a:xfrm>
            <a:off x="6366516" y="5722111"/>
            <a:ext cx="2034531" cy="307777"/>
          </a:xfrm>
          <a:prstGeom prst="rect">
            <a:avLst/>
          </a:prstGeom>
          <a:noFill/>
        </p:spPr>
        <p:txBody>
          <a:bodyPr wrap="none" rtlCol="0">
            <a:spAutoFit/>
          </a:bodyPr>
          <a:lstStyle/>
          <a:p>
            <a:r>
              <a:rPr lang="es-CO" b="1" dirty="0"/>
              <a:t>N</a:t>
            </a:r>
            <a:r>
              <a:rPr lang="es-CO" dirty="0"/>
              <a:t>: Numero de registros</a:t>
            </a:r>
          </a:p>
        </p:txBody>
      </p:sp>
      <p:pic>
        <p:nvPicPr>
          <p:cNvPr id="94" name="Content Placeholder 4">
            <a:extLst>
              <a:ext uri="{FF2B5EF4-FFF2-40B4-BE49-F238E27FC236}">
                <a16:creationId xmlns:a16="http://schemas.microsoft.com/office/drawing/2014/main" id="{BC1BB387-3759-4366-B497-A1BA69C9E4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auto">
          <a:xfrm>
            <a:off x="1263297" y="2725537"/>
            <a:ext cx="4284846" cy="2740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Rectángulo 24">
            <a:extLst>
              <a:ext uri="{FF2B5EF4-FFF2-40B4-BE49-F238E27FC236}">
                <a16:creationId xmlns:a16="http://schemas.microsoft.com/office/drawing/2014/main" id="{543707C2-FE41-4A08-83D7-DB6A2C4C68FE}"/>
              </a:ext>
            </a:extLst>
          </p:cNvPr>
          <p:cNvSpPr/>
          <p:nvPr/>
        </p:nvSpPr>
        <p:spPr>
          <a:xfrm>
            <a:off x="6772934" y="2610170"/>
            <a:ext cx="3874102" cy="191582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50" name="CuadroTexto 49">
                <a:extLst>
                  <a:ext uri="{FF2B5EF4-FFF2-40B4-BE49-F238E27FC236}">
                    <a16:creationId xmlns:a16="http://schemas.microsoft.com/office/drawing/2014/main" id="{12C48696-A7DD-4E30-B88E-67A619D57C63}"/>
                  </a:ext>
                </a:extLst>
              </p:cNvPr>
              <p:cNvSpPr txBox="1"/>
              <p:nvPr/>
            </p:nvSpPr>
            <p:spPr>
              <a:xfrm>
                <a:off x="8252079" y="4288044"/>
                <a:ext cx="88004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Free</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Space</m:t>
                      </m:r>
                    </m:oMath>
                  </m:oMathPara>
                </a14:m>
                <a:endParaRPr lang="es-CO" dirty="0"/>
              </a:p>
            </p:txBody>
          </p:sp>
        </mc:Choice>
        <mc:Fallback xmlns="">
          <p:sp>
            <p:nvSpPr>
              <p:cNvPr id="50" name="CuadroTexto 49">
                <a:extLst>
                  <a:ext uri="{FF2B5EF4-FFF2-40B4-BE49-F238E27FC236}">
                    <a16:creationId xmlns:a16="http://schemas.microsoft.com/office/drawing/2014/main" id="{12C48696-A7DD-4E30-B88E-67A619D57C63}"/>
                  </a:ext>
                </a:extLst>
              </p:cNvPr>
              <p:cNvSpPr txBox="1">
                <a:spLocks noRot="1" noChangeAspect="1" noMove="1" noResize="1" noEditPoints="1" noAdjustHandles="1" noChangeArrowheads="1" noChangeShapeType="1" noTextEdit="1"/>
              </p:cNvSpPr>
              <p:nvPr/>
            </p:nvSpPr>
            <p:spPr>
              <a:xfrm>
                <a:off x="8252079" y="4288044"/>
                <a:ext cx="880049" cy="215444"/>
              </a:xfrm>
              <a:prstGeom prst="rect">
                <a:avLst/>
              </a:prstGeom>
              <a:blipFill>
                <a:blip r:embed="rId5"/>
                <a:stretch>
                  <a:fillRect l="-3472" r="-5556" b="-30556"/>
                </a:stretch>
              </a:blipFill>
            </p:spPr>
            <p:txBody>
              <a:bodyPr/>
              <a:lstStyle/>
              <a:p>
                <a:r>
                  <a:rPr lang="es-CO">
                    <a:noFill/>
                  </a:rPr>
                  <a:t> </a:t>
                </a:r>
              </a:p>
            </p:txBody>
          </p:sp>
        </mc:Fallback>
      </mc:AlternateContent>
      <p:sp>
        <p:nvSpPr>
          <p:cNvPr id="53" name="Rectángulo 52">
            <a:extLst>
              <a:ext uri="{FF2B5EF4-FFF2-40B4-BE49-F238E27FC236}">
                <a16:creationId xmlns:a16="http://schemas.microsoft.com/office/drawing/2014/main" id="{D542D3EC-BDF9-4739-85BE-B6022707206B}"/>
              </a:ext>
            </a:extLst>
          </p:cNvPr>
          <p:cNvSpPr/>
          <p:nvPr/>
        </p:nvSpPr>
        <p:spPr>
          <a:xfrm>
            <a:off x="10055789" y="2609034"/>
            <a:ext cx="589228" cy="25799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grpSp>
        <p:nvGrpSpPr>
          <p:cNvPr id="15" name="Grupo 14">
            <a:extLst>
              <a:ext uri="{FF2B5EF4-FFF2-40B4-BE49-F238E27FC236}">
                <a16:creationId xmlns:a16="http://schemas.microsoft.com/office/drawing/2014/main" id="{78C66AD3-3C48-421B-8C60-53F5F86CCCDD}"/>
              </a:ext>
            </a:extLst>
          </p:cNvPr>
          <p:cNvGrpSpPr/>
          <p:nvPr/>
        </p:nvGrpSpPr>
        <p:grpSpPr>
          <a:xfrm>
            <a:off x="7614903" y="2609034"/>
            <a:ext cx="2443978" cy="257418"/>
            <a:chOff x="7614903" y="2612115"/>
            <a:chExt cx="2443978" cy="257418"/>
          </a:xfrm>
        </p:grpSpPr>
        <p:sp>
          <p:nvSpPr>
            <p:cNvPr id="21" name="Rectángulo 20">
              <a:extLst>
                <a:ext uri="{FF2B5EF4-FFF2-40B4-BE49-F238E27FC236}">
                  <a16:creationId xmlns:a16="http://schemas.microsoft.com/office/drawing/2014/main" id="{06FEF8B3-3942-427B-8827-B1A457FF9D9A}"/>
                </a:ext>
              </a:extLst>
            </p:cNvPr>
            <p:cNvSpPr/>
            <p:nvPr/>
          </p:nvSpPr>
          <p:spPr>
            <a:xfrm>
              <a:off x="7614903" y="2612115"/>
              <a:ext cx="2443978" cy="257418"/>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7750369E-05AC-4D60-99F4-BFB739EF735C}"/>
                    </a:ext>
                  </a:extLst>
                </p:cNvPr>
                <p:cNvSpPr txBox="1"/>
                <p:nvPr/>
              </p:nvSpPr>
              <p:spPr>
                <a:xfrm>
                  <a:off x="7712148" y="2626314"/>
                  <a:ext cx="67492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Record</m:t>
                            </m:r>
                          </m:e>
                          <m:sub>
                            <m:r>
                              <a:rPr lang="es-MX" b="0" i="0" smtClean="0">
                                <a:latin typeface="Cambria Math" panose="02040503050406030204" pitchFamily="18" charset="0"/>
                                <a:ea typeface="Cambria Math" panose="02040503050406030204" pitchFamily="18" charset="0"/>
                              </a:rPr>
                              <m:t>1</m:t>
                            </m:r>
                          </m:sub>
                        </m:sSub>
                      </m:oMath>
                    </m:oMathPara>
                  </a14:m>
                  <a:endParaRPr lang="es-CO" dirty="0"/>
                </a:p>
              </p:txBody>
            </p:sp>
          </mc:Choice>
          <mc:Fallback xmlns="">
            <p:sp>
              <p:nvSpPr>
                <p:cNvPr id="47" name="CuadroTexto 46">
                  <a:extLst>
                    <a:ext uri="{FF2B5EF4-FFF2-40B4-BE49-F238E27FC236}">
                      <a16:creationId xmlns:a16="http://schemas.microsoft.com/office/drawing/2014/main" id="{7750369E-05AC-4D60-99F4-BFB739EF735C}"/>
                    </a:ext>
                  </a:extLst>
                </p:cNvPr>
                <p:cNvSpPr txBox="1">
                  <a:spLocks noRot="1" noChangeAspect="1" noMove="1" noResize="1" noEditPoints="1" noAdjustHandles="1" noChangeArrowheads="1" noChangeShapeType="1" noTextEdit="1"/>
                </p:cNvSpPr>
                <p:nvPr/>
              </p:nvSpPr>
              <p:spPr>
                <a:xfrm>
                  <a:off x="7712148" y="2626314"/>
                  <a:ext cx="674928" cy="215444"/>
                </a:xfrm>
                <a:prstGeom prst="rect">
                  <a:avLst/>
                </a:prstGeom>
                <a:blipFill>
                  <a:blip r:embed="rId6"/>
                  <a:stretch>
                    <a:fillRect l="-4505" b="-13889"/>
                  </a:stretch>
                </a:blipFill>
              </p:spPr>
              <p:txBody>
                <a:bodyPr/>
                <a:lstStyle/>
                <a:p>
                  <a:r>
                    <a:rPr lang="es-CO">
                      <a:noFill/>
                    </a:rPr>
                    <a:t> </a:t>
                  </a:r>
                </a:p>
              </p:txBody>
            </p:sp>
          </mc:Fallback>
        </mc:AlternateContent>
        <p:cxnSp>
          <p:nvCxnSpPr>
            <p:cNvPr id="7" name="Conector recto de flecha 6">
              <a:extLst>
                <a:ext uri="{FF2B5EF4-FFF2-40B4-BE49-F238E27FC236}">
                  <a16:creationId xmlns:a16="http://schemas.microsoft.com/office/drawing/2014/main" id="{EB0C3828-5568-4059-9838-6A1B8FA8BD29}"/>
                </a:ext>
              </a:extLst>
            </p:cNvPr>
            <p:cNvCxnSpPr>
              <a:cxnSpLocks/>
            </p:cNvCxnSpPr>
            <p:nvPr/>
          </p:nvCxnSpPr>
          <p:spPr>
            <a:xfrm>
              <a:off x="8470065" y="2740824"/>
              <a:ext cx="683909" cy="0"/>
            </a:xfrm>
            <a:prstGeom prst="straightConnector1">
              <a:avLst/>
            </a:prstGeom>
            <a:ln w="127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85" name="Rectángulo 84">
            <a:extLst>
              <a:ext uri="{FF2B5EF4-FFF2-40B4-BE49-F238E27FC236}">
                <a16:creationId xmlns:a16="http://schemas.microsoft.com/office/drawing/2014/main" id="{8696C5AA-3390-42AB-8103-01DFE0A7AF11}"/>
              </a:ext>
            </a:extLst>
          </p:cNvPr>
          <p:cNvSpPr/>
          <p:nvPr/>
        </p:nvSpPr>
        <p:spPr>
          <a:xfrm>
            <a:off x="6776671" y="3382439"/>
            <a:ext cx="3868345" cy="26664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73" name="Rectángulo 72">
                <a:extLst>
                  <a:ext uri="{FF2B5EF4-FFF2-40B4-BE49-F238E27FC236}">
                    <a16:creationId xmlns:a16="http://schemas.microsoft.com/office/drawing/2014/main" id="{F462B3DA-CA4B-4002-B0FB-4E1202518C4C}"/>
                  </a:ext>
                </a:extLst>
              </p:cNvPr>
              <p:cNvSpPr/>
              <p:nvPr/>
            </p:nvSpPr>
            <p:spPr>
              <a:xfrm>
                <a:off x="6771400" y="2609034"/>
                <a:ext cx="859185" cy="258745"/>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sty m:val="p"/>
                        </m:rPr>
                        <a:rPr lang="es-MX" b="0" i="0" smtClean="0">
                          <a:solidFill>
                            <a:schemeClr val="tx1"/>
                          </a:solidFill>
                          <a:latin typeface="Cambria Math" panose="02040503050406030204" pitchFamily="18" charset="0"/>
                          <a:ea typeface="Cambria Math" panose="02040503050406030204" pitchFamily="18" charset="0"/>
                        </a:rPr>
                        <m:t>Header</m:t>
                      </m:r>
                    </m:oMath>
                  </m:oMathPara>
                </a14:m>
                <a:endParaRPr lang="es-CO" b="1" dirty="0">
                  <a:solidFill>
                    <a:schemeClr val="tx1"/>
                  </a:solidFill>
                  <a:latin typeface="Roboto" panose="02000000000000000000" pitchFamily="2" charset="0"/>
                  <a:ea typeface="Roboto" panose="02000000000000000000" pitchFamily="2" charset="0"/>
                </a:endParaRPr>
              </a:p>
            </p:txBody>
          </p:sp>
        </mc:Choice>
        <mc:Fallback xmlns="">
          <p:sp>
            <p:nvSpPr>
              <p:cNvPr id="73" name="Rectángulo 72">
                <a:extLst>
                  <a:ext uri="{FF2B5EF4-FFF2-40B4-BE49-F238E27FC236}">
                    <a16:creationId xmlns:a16="http://schemas.microsoft.com/office/drawing/2014/main" id="{F462B3DA-CA4B-4002-B0FB-4E1202518C4C}"/>
                  </a:ext>
                </a:extLst>
              </p:cNvPr>
              <p:cNvSpPr>
                <a:spLocks noRot="1" noChangeAspect="1" noMove="1" noResize="1" noEditPoints="1" noAdjustHandles="1" noChangeArrowheads="1" noChangeShapeType="1" noTextEdit="1"/>
              </p:cNvSpPr>
              <p:nvPr/>
            </p:nvSpPr>
            <p:spPr>
              <a:xfrm>
                <a:off x="6771400" y="2609034"/>
                <a:ext cx="859185" cy="258745"/>
              </a:xfrm>
              <a:prstGeom prst="rect">
                <a:avLst/>
              </a:prstGeom>
              <a:blipFill>
                <a:blip r:embed="rId7"/>
                <a:stretch>
                  <a:fillRect/>
                </a:stretch>
              </a:blipFill>
              <a:ln>
                <a:solidFill>
                  <a:schemeClr val="tx1"/>
                </a:solidFill>
              </a:ln>
            </p:spPr>
            <p:txBody>
              <a:bodyPr/>
              <a:lstStyle/>
              <a:p>
                <a:r>
                  <a:rPr lang="es-CO">
                    <a:noFill/>
                  </a:rPr>
                  <a:t> </a:t>
                </a:r>
              </a:p>
            </p:txBody>
          </p:sp>
        </mc:Fallback>
      </mc:AlternateContent>
      <p:grpSp>
        <p:nvGrpSpPr>
          <p:cNvPr id="74" name="Grupo 73">
            <a:extLst>
              <a:ext uri="{FF2B5EF4-FFF2-40B4-BE49-F238E27FC236}">
                <a16:creationId xmlns:a16="http://schemas.microsoft.com/office/drawing/2014/main" id="{858B2077-B6DE-4B42-90DE-0341B8612EE9}"/>
              </a:ext>
            </a:extLst>
          </p:cNvPr>
          <p:cNvGrpSpPr/>
          <p:nvPr/>
        </p:nvGrpSpPr>
        <p:grpSpPr>
          <a:xfrm>
            <a:off x="6776672" y="2865199"/>
            <a:ext cx="1853162" cy="257418"/>
            <a:chOff x="7614903" y="2612115"/>
            <a:chExt cx="2443978" cy="257418"/>
          </a:xfrm>
        </p:grpSpPr>
        <p:sp>
          <p:nvSpPr>
            <p:cNvPr id="75" name="Rectángulo 74">
              <a:extLst>
                <a:ext uri="{FF2B5EF4-FFF2-40B4-BE49-F238E27FC236}">
                  <a16:creationId xmlns:a16="http://schemas.microsoft.com/office/drawing/2014/main" id="{1B3C7022-480E-4F5C-9552-D30FFA49C22D}"/>
                </a:ext>
              </a:extLst>
            </p:cNvPr>
            <p:cNvSpPr/>
            <p:nvPr/>
          </p:nvSpPr>
          <p:spPr>
            <a:xfrm>
              <a:off x="7614903" y="2612115"/>
              <a:ext cx="2443978" cy="257418"/>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76" name="CuadroTexto 75">
                  <a:extLst>
                    <a:ext uri="{FF2B5EF4-FFF2-40B4-BE49-F238E27FC236}">
                      <a16:creationId xmlns:a16="http://schemas.microsoft.com/office/drawing/2014/main" id="{6A79DD85-0586-476D-8EF5-C2FFF5F1A56B}"/>
                    </a:ext>
                  </a:extLst>
                </p:cNvPr>
                <p:cNvSpPr txBox="1"/>
                <p:nvPr/>
              </p:nvSpPr>
              <p:spPr>
                <a:xfrm>
                  <a:off x="7712148" y="2626314"/>
                  <a:ext cx="89560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Record</m:t>
                            </m:r>
                          </m:e>
                          <m:sub>
                            <m:r>
                              <a:rPr lang="es-MX" b="0" i="0" smtClean="0">
                                <a:latin typeface="Cambria Math" panose="02040503050406030204" pitchFamily="18" charset="0"/>
                                <a:ea typeface="Cambria Math" panose="02040503050406030204" pitchFamily="18" charset="0"/>
                              </a:rPr>
                              <m:t>2</m:t>
                            </m:r>
                          </m:sub>
                        </m:sSub>
                      </m:oMath>
                    </m:oMathPara>
                  </a14:m>
                  <a:endParaRPr lang="es-CO" dirty="0"/>
                </a:p>
              </p:txBody>
            </p:sp>
          </mc:Choice>
          <mc:Fallback xmlns="">
            <p:sp>
              <p:nvSpPr>
                <p:cNvPr id="76" name="CuadroTexto 75">
                  <a:extLst>
                    <a:ext uri="{FF2B5EF4-FFF2-40B4-BE49-F238E27FC236}">
                      <a16:creationId xmlns:a16="http://schemas.microsoft.com/office/drawing/2014/main" id="{6A79DD85-0586-476D-8EF5-C2FFF5F1A56B}"/>
                    </a:ext>
                  </a:extLst>
                </p:cNvPr>
                <p:cNvSpPr txBox="1">
                  <a:spLocks noRot="1" noChangeAspect="1" noMove="1" noResize="1" noEditPoints="1" noAdjustHandles="1" noChangeArrowheads="1" noChangeShapeType="1" noTextEdit="1"/>
                </p:cNvSpPr>
                <p:nvPr/>
              </p:nvSpPr>
              <p:spPr>
                <a:xfrm>
                  <a:off x="7712148" y="2626314"/>
                  <a:ext cx="895603" cy="215444"/>
                </a:xfrm>
                <a:prstGeom prst="rect">
                  <a:avLst/>
                </a:prstGeom>
                <a:blipFill>
                  <a:blip r:embed="rId8"/>
                  <a:stretch>
                    <a:fillRect l="-6306" r="-901" b="-13889"/>
                  </a:stretch>
                </a:blipFill>
              </p:spPr>
              <p:txBody>
                <a:bodyPr/>
                <a:lstStyle/>
                <a:p>
                  <a:r>
                    <a:rPr lang="es-CO">
                      <a:noFill/>
                    </a:rPr>
                    <a:t> </a:t>
                  </a:r>
                </a:p>
              </p:txBody>
            </p:sp>
          </mc:Fallback>
        </mc:AlternateContent>
        <p:cxnSp>
          <p:nvCxnSpPr>
            <p:cNvPr id="77" name="Conector recto de flecha 76">
              <a:extLst>
                <a:ext uri="{FF2B5EF4-FFF2-40B4-BE49-F238E27FC236}">
                  <a16:creationId xmlns:a16="http://schemas.microsoft.com/office/drawing/2014/main" id="{3F38A97E-E1F9-4BC7-A660-984DD80DFB5A}"/>
                </a:ext>
              </a:extLst>
            </p:cNvPr>
            <p:cNvCxnSpPr>
              <a:cxnSpLocks/>
            </p:cNvCxnSpPr>
            <p:nvPr/>
          </p:nvCxnSpPr>
          <p:spPr>
            <a:xfrm>
              <a:off x="8714093" y="2745827"/>
              <a:ext cx="683908" cy="0"/>
            </a:xfrm>
            <a:prstGeom prst="straightConnector1">
              <a:avLst/>
            </a:prstGeom>
            <a:ln w="127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80" name="Grupo 79">
            <a:extLst>
              <a:ext uri="{FF2B5EF4-FFF2-40B4-BE49-F238E27FC236}">
                <a16:creationId xmlns:a16="http://schemas.microsoft.com/office/drawing/2014/main" id="{FCACB582-9441-4E39-A9D2-0B983118FDFB}"/>
              </a:ext>
            </a:extLst>
          </p:cNvPr>
          <p:cNvGrpSpPr/>
          <p:nvPr/>
        </p:nvGrpSpPr>
        <p:grpSpPr>
          <a:xfrm>
            <a:off x="8633991" y="2865659"/>
            <a:ext cx="2011027" cy="257418"/>
            <a:chOff x="7614903" y="2612115"/>
            <a:chExt cx="2433455" cy="257418"/>
          </a:xfrm>
        </p:grpSpPr>
        <p:sp>
          <p:nvSpPr>
            <p:cNvPr id="81" name="Rectángulo 80">
              <a:extLst>
                <a:ext uri="{FF2B5EF4-FFF2-40B4-BE49-F238E27FC236}">
                  <a16:creationId xmlns:a16="http://schemas.microsoft.com/office/drawing/2014/main" id="{0003F814-E0EA-4851-BEF1-D33CF6BF72A2}"/>
                </a:ext>
              </a:extLst>
            </p:cNvPr>
            <p:cNvSpPr/>
            <p:nvPr/>
          </p:nvSpPr>
          <p:spPr>
            <a:xfrm>
              <a:off x="7614903" y="2612115"/>
              <a:ext cx="2433455" cy="257418"/>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89" name="CuadroTexto 88">
                  <a:extLst>
                    <a:ext uri="{FF2B5EF4-FFF2-40B4-BE49-F238E27FC236}">
                      <a16:creationId xmlns:a16="http://schemas.microsoft.com/office/drawing/2014/main" id="{FDF0944A-54EB-4A79-AE1B-08F221AA3365}"/>
                    </a:ext>
                  </a:extLst>
                </p:cNvPr>
                <p:cNvSpPr txBox="1"/>
                <p:nvPr/>
              </p:nvSpPr>
              <p:spPr>
                <a:xfrm>
                  <a:off x="7712148" y="2626314"/>
                  <a:ext cx="82174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Record</m:t>
                            </m:r>
                          </m:e>
                          <m:sub>
                            <m:r>
                              <a:rPr lang="es-MX" b="0" i="0" smtClean="0">
                                <a:latin typeface="Cambria Math" panose="02040503050406030204" pitchFamily="18" charset="0"/>
                                <a:ea typeface="Cambria Math" panose="02040503050406030204" pitchFamily="18" charset="0"/>
                              </a:rPr>
                              <m:t>3</m:t>
                            </m:r>
                          </m:sub>
                        </m:sSub>
                      </m:oMath>
                    </m:oMathPara>
                  </a14:m>
                  <a:endParaRPr lang="es-CO" dirty="0"/>
                </a:p>
              </p:txBody>
            </p:sp>
          </mc:Choice>
          <mc:Fallback xmlns="">
            <p:sp>
              <p:nvSpPr>
                <p:cNvPr id="89" name="CuadroTexto 88">
                  <a:extLst>
                    <a:ext uri="{FF2B5EF4-FFF2-40B4-BE49-F238E27FC236}">
                      <a16:creationId xmlns:a16="http://schemas.microsoft.com/office/drawing/2014/main" id="{FDF0944A-54EB-4A79-AE1B-08F221AA3365}"/>
                    </a:ext>
                  </a:extLst>
                </p:cNvPr>
                <p:cNvSpPr txBox="1">
                  <a:spLocks noRot="1" noChangeAspect="1" noMove="1" noResize="1" noEditPoints="1" noAdjustHandles="1" noChangeArrowheads="1" noChangeShapeType="1" noTextEdit="1"/>
                </p:cNvSpPr>
                <p:nvPr/>
              </p:nvSpPr>
              <p:spPr>
                <a:xfrm>
                  <a:off x="7712148" y="2626314"/>
                  <a:ext cx="821745" cy="215444"/>
                </a:xfrm>
                <a:prstGeom prst="rect">
                  <a:avLst/>
                </a:prstGeom>
                <a:blipFill>
                  <a:blip r:embed="rId9"/>
                  <a:stretch>
                    <a:fillRect l="-6306" r="-901" b="-13889"/>
                  </a:stretch>
                </a:blipFill>
              </p:spPr>
              <p:txBody>
                <a:bodyPr/>
                <a:lstStyle/>
                <a:p>
                  <a:r>
                    <a:rPr lang="es-CO">
                      <a:noFill/>
                    </a:rPr>
                    <a:t> </a:t>
                  </a:r>
                </a:p>
              </p:txBody>
            </p:sp>
          </mc:Fallback>
        </mc:AlternateContent>
        <p:cxnSp>
          <p:nvCxnSpPr>
            <p:cNvPr id="90" name="Conector recto de flecha 89">
              <a:extLst>
                <a:ext uri="{FF2B5EF4-FFF2-40B4-BE49-F238E27FC236}">
                  <a16:creationId xmlns:a16="http://schemas.microsoft.com/office/drawing/2014/main" id="{3FC5D5AB-59E9-4499-B42B-63DF5442178E}"/>
                </a:ext>
              </a:extLst>
            </p:cNvPr>
            <p:cNvCxnSpPr>
              <a:cxnSpLocks/>
            </p:cNvCxnSpPr>
            <p:nvPr/>
          </p:nvCxnSpPr>
          <p:spPr>
            <a:xfrm>
              <a:off x="8654573" y="2740364"/>
              <a:ext cx="683909" cy="0"/>
            </a:xfrm>
            <a:prstGeom prst="straightConnector1">
              <a:avLst/>
            </a:prstGeom>
            <a:ln w="127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96" name="Rectángulo 95">
            <a:extLst>
              <a:ext uri="{FF2B5EF4-FFF2-40B4-BE49-F238E27FC236}">
                <a16:creationId xmlns:a16="http://schemas.microsoft.com/office/drawing/2014/main" id="{29EF052A-B591-4D8B-BDEB-E9EA00F6F483}"/>
              </a:ext>
            </a:extLst>
          </p:cNvPr>
          <p:cNvSpPr/>
          <p:nvPr/>
        </p:nvSpPr>
        <p:spPr>
          <a:xfrm>
            <a:off x="6772933" y="3126793"/>
            <a:ext cx="428196" cy="25799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grpSp>
        <p:nvGrpSpPr>
          <p:cNvPr id="97" name="Grupo 96">
            <a:extLst>
              <a:ext uri="{FF2B5EF4-FFF2-40B4-BE49-F238E27FC236}">
                <a16:creationId xmlns:a16="http://schemas.microsoft.com/office/drawing/2014/main" id="{CF054618-7AEC-4B7A-9AC7-860439D7940F}"/>
              </a:ext>
            </a:extLst>
          </p:cNvPr>
          <p:cNvGrpSpPr/>
          <p:nvPr/>
        </p:nvGrpSpPr>
        <p:grpSpPr>
          <a:xfrm>
            <a:off x="7203931" y="3127317"/>
            <a:ext cx="2443978" cy="257418"/>
            <a:chOff x="7614903" y="2612115"/>
            <a:chExt cx="2443978" cy="257418"/>
          </a:xfrm>
        </p:grpSpPr>
        <p:sp>
          <p:nvSpPr>
            <p:cNvPr id="98" name="Rectángulo 97">
              <a:extLst>
                <a:ext uri="{FF2B5EF4-FFF2-40B4-BE49-F238E27FC236}">
                  <a16:creationId xmlns:a16="http://schemas.microsoft.com/office/drawing/2014/main" id="{BCAFDF79-776E-4F10-A938-F214271E2D82}"/>
                </a:ext>
              </a:extLst>
            </p:cNvPr>
            <p:cNvSpPr/>
            <p:nvPr/>
          </p:nvSpPr>
          <p:spPr>
            <a:xfrm>
              <a:off x="7614903" y="2612115"/>
              <a:ext cx="2443978" cy="257418"/>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99" name="CuadroTexto 98">
                  <a:extLst>
                    <a:ext uri="{FF2B5EF4-FFF2-40B4-BE49-F238E27FC236}">
                      <a16:creationId xmlns:a16="http://schemas.microsoft.com/office/drawing/2014/main" id="{CD50EBDD-7246-4060-A8E7-FF2156BC7B24}"/>
                    </a:ext>
                  </a:extLst>
                </p:cNvPr>
                <p:cNvSpPr txBox="1"/>
                <p:nvPr/>
              </p:nvSpPr>
              <p:spPr>
                <a:xfrm>
                  <a:off x="7712148" y="2626314"/>
                  <a:ext cx="67492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Record</m:t>
                            </m:r>
                          </m:e>
                          <m:sub>
                            <m:r>
                              <a:rPr lang="es-MX" b="0" i="0" smtClean="0">
                                <a:latin typeface="Cambria Math" panose="02040503050406030204" pitchFamily="18" charset="0"/>
                                <a:ea typeface="Cambria Math" panose="02040503050406030204" pitchFamily="18" charset="0"/>
                              </a:rPr>
                              <m:t>4</m:t>
                            </m:r>
                          </m:sub>
                        </m:sSub>
                      </m:oMath>
                    </m:oMathPara>
                  </a14:m>
                  <a:endParaRPr lang="es-CO" dirty="0"/>
                </a:p>
              </p:txBody>
            </p:sp>
          </mc:Choice>
          <mc:Fallback xmlns="">
            <p:sp>
              <p:nvSpPr>
                <p:cNvPr id="99" name="CuadroTexto 98">
                  <a:extLst>
                    <a:ext uri="{FF2B5EF4-FFF2-40B4-BE49-F238E27FC236}">
                      <a16:creationId xmlns:a16="http://schemas.microsoft.com/office/drawing/2014/main" id="{CD50EBDD-7246-4060-A8E7-FF2156BC7B24}"/>
                    </a:ext>
                  </a:extLst>
                </p:cNvPr>
                <p:cNvSpPr txBox="1">
                  <a:spLocks noRot="1" noChangeAspect="1" noMove="1" noResize="1" noEditPoints="1" noAdjustHandles="1" noChangeArrowheads="1" noChangeShapeType="1" noTextEdit="1"/>
                </p:cNvSpPr>
                <p:nvPr/>
              </p:nvSpPr>
              <p:spPr>
                <a:xfrm>
                  <a:off x="7712148" y="2626314"/>
                  <a:ext cx="674928" cy="215444"/>
                </a:xfrm>
                <a:prstGeom prst="rect">
                  <a:avLst/>
                </a:prstGeom>
                <a:blipFill>
                  <a:blip r:embed="rId10"/>
                  <a:stretch>
                    <a:fillRect l="-6364" r="-909" b="-13889"/>
                  </a:stretch>
                </a:blipFill>
              </p:spPr>
              <p:txBody>
                <a:bodyPr/>
                <a:lstStyle/>
                <a:p>
                  <a:r>
                    <a:rPr lang="es-CO">
                      <a:noFill/>
                    </a:rPr>
                    <a:t> </a:t>
                  </a:r>
                </a:p>
              </p:txBody>
            </p:sp>
          </mc:Fallback>
        </mc:AlternateContent>
        <p:cxnSp>
          <p:nvCxnSpPr>
            <p:cNvPr id="100" name="Conector recto de flecha 99">
              <a:extLst>
                <a:ext uri="{FF2B5EF4-FFF2-40B4-BE49-F238E27FC236}">
                  <a16:creationId xmlns:a16="http://schemas.microsoft.com/office/drawing/2014/main" id="{23850A61-8BAD-42EE-8D1B-26A52D03FEDE}"/>
                </a:ext>
              </a:extLst>
            </p:cNvPr>
            <p:cNvCxnSpPr>
              <a:cxnSpLocks/>
            </p:cNvCxnSpPr>
            <p:nvPr/>
          </p:nvCxnSpPr>
          <p:spPr>
            <a:xfrm>
              <a:off x="8470065" y="2740824"/>
              <a:ext cx="683909" cy="0"/>
            </a:xfrm>
            <a:prstGeom prst="straightConnector1">
              <a:avLst/>
            </a:prstGeom>
            <a:ln w="127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01" name="Rectángulo 100">
            <a:extLst>
              <a:ext uri="{FF2B5EF4-FFF2-40B4-BE49-F238E27FC236}">
                <a16:creationId xmlns:a16="http://schemas.microsoft.com/office/drawing/2014/main" id="{4EE3E3D5-A375-425C-8204-15D16278A041}"/>
              </a:ext>
            </a:extLst>
          </p:cNvPr>
          <p:cNvSpPr/>
          <p:nvPr/>
        </p:nvSpPr>
        <p:spPr>
          <a:xfrm>
            <a:off x="9650235" y="3126793"/>
            <a:ext cx="994782" cy="25799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102" name="CuadroTexto 101">
                <a:extLst>
                  <a:ext uri="{FF2B5EF4-FFF2-40B4-BE49-F238E27FC236}">
                    <a16:creationId xmlns:a16="http://schemas.microsoft.com/office/drawing/2014/main" id="{C0128B73-2D36-4B94-A167-8AB6F4E0FC94}"/>
                  </a:ext>
                </a:extLst>
              </p:cNvPr>
              <p:cNvSpPr txBox="1"/>
              <p:nvPr/>
            </p:nvSpPr>
            <p:spPr>
              <a:xfrm>
                <a:off x="10037528" y="3129214"/>
                <a:ext cx="2035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102" name="CuadroTexto 101">
                <a:extLst>
                  <a:ext uri="{FF2B5EF4-FFF2-40B4-BE49-F238E27FC236}">
                    <a16:creationId xmlns:a16="http://schemas.microsoft.com/office/drawing/2014/main" id="{C0128B73-2D36-4B94-A167-8AB6F4E0FC94}"/>
                  </a:ext>
                </a:extLst>
              </p:cNvPr>
              <p:cNvSpPr txBox="1">
                <a:spLocks noRot="1" noChangeAspect="1" noMove="1" noResize="1" noEditPoints="1" noAdjustHandles="1" noChangeArrowheads="1" noChangeShapeType="1" noTextEdit="1"/>
              </p:cNvSpPr>
              <p:nvPr/>
            </p:nvSpPr>
            <p:spPr>
              <a:xfrm>
                <a:off x="10037528" y="3129214"/>
                <a:ext cx="203581" cy="215444"/>
              </a:xfrm>
              <a:prstGeom prst="rect">
                <a:avLst/>
              </a:prstGeom>
              <a:blipFill>
                <a:blip r:embed="rId11"/>
                <a:stretch>
                  <a:fillRect l="-6061" r="-303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3" name="CuadroTexto 102">
                <a:extLst>
                  <a:ext uri="{FF2B5EF4-FFF2-40B4-BE49-F238E27FC236}">
                    <a16:creationId xmlns:a16="http://schemas.microsoft.com/office/drawing/2014/main" id="{B7B87C32-1FA1-4056-BF37-C00DD12F7E2D}"/>
                  </a:ext>
                </a:extLst>
              </p:cNvPr>
              <p:cNvSpPr txBox="1"/>
              <p:nvPr/>
            </p:nvSpPr>
            <p:spPr>
              <a:xfrm>
                <a:off x="8528043" y="3398385"/>
                <a:ext cx="2035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103" name="CuadroTexto 102">
                <a:extLst>
                  <a:ext uri="{FF2B5EF4-FFF2-40B4-BE49-F238E27FC236}">
                    <a16:creationId xmlns:a16="http://schemas.microsoft.com/office/drawing/2014/main" id="{B7B87C32-1FA1-4056-BF37-C00DD12F7E2D}"/>
                  </a:ext>
                </a:extLst>
              </p:cNvPr>
              <p:cNvSpPr txBox="1">
                <a:spLocks noRot="1" noChangeAspect="1" noMove="1" noResize="1" noEditPoints="1" noAdjustHandles="1" noChangeArrowheads="1" noChangeShapeType="1" noTextEdit="1"/>
              </p:cNvSpPr>
              <p:nvPr/>
            </p:nvSpPr>
            <p:spPr>
              <a:xfrm>
                <a:off x="8528043" y="3398385"/>
                <a:ext cx="203581" cy="215444"/>
              </a:xfrm>
              <a:prstGeom prst="rect">
                <a:avLst/>
              </a:prstGeom>
              <a:blipFill>
                <a:blip r:embed="rId12"/>
                <a:stretch>
                  <a:fillRect l="-6061" r="-3030"/>
                </a:stretch>
              </a:blipFill>
            </p:spPr>
            <p:txBody>
              <a:bodyPr/>
              <a:lstStyle/>
              <a:p>
                <a:r>
                  <a:rPr lang="es-CO">
                    <a:noFill/>
                  </a:rPr>
                  <a:t> </a:t>
                </a:r>
              </a:p>
            </p:txBody>
          </p:sp>
        </mc:Fallback>
      </mc:AlternateContent>
      <p:sp>
        <p:nvSpPr>
          <p:cNvPr id="104" name="Rectángulo 103">
            <a:extLst>
              <a:ext uri="{FF2B5EF4-FFF2-40B4-BE49-F238E27FC236}">
                <a16:creationId xmlns:a16="http://schemas.microsoft.com/office/drawing/2014/main" id="{5A603B11-E928-4F61-8460-886625C5FCC6}"/>
              </a:ext>
            </a:extLst>
          </p:cNvPr>
          <p:cNvSpPr/>
          <p:nvPr/>
        </p:nvSpPr>
        <p:spPr>
          <a:xfrm>
            <a:off x="6777037" y="3657908"/>
            <a:ext cx="1421981" cy="253692"/>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105" name="CuadroTexto 104">
                <a:extLst>
                  <a:ext uri="{FF2B5EF4-FFF2-40B4-BE49-F238E27FC236}">
                    <a16:creationId xmlns:a16="http://schemas.microsoft.com/office/drawing/2014/main" id="{FAC2CA6E-CF27-4FD1-B0D5-0EE6A70053C6}"/>
                  </a:ext>
                </a:extLst>
              </p:cNvPr>
              <p:cNvSpPr txBox="1"/>
              <p:nvPr/>
            </p:nvSpPr>
            <p:spPr>
              <a:xfrm>
                <a:off x="7419093" y="3669361"/>
                <a:ext cx="2035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105" name="CuadroTexto 104">
                <a:extLst>
                  <a:ext uri="{FF2B5EF4-FFF2-40B4-BE49-F238E27FC236}">
                    <a16:creationId xmlns:a16="http://schemas.microsoft.com/office/drawing/2014/main" id="{FAC2CA6E-CF27-4FD1-B0D5-0EE6A70053C6}"/>
                  </a:ext>
                </a:extLst>
              </p:cNvPr>
              <p:cNvSpPr txBox="1">
                <a:spLocks noRot="1" noChangeAspect="1" noMove="1" noResize="1" noEditPoints="1" noAdjustHandles="1" noChangeArrowheads="1" noChangeShapeType="1" noTextEdit="1"/>
              </p:cNvSpPr>
              <p:nvPr/>
            </p:nvSpPr>
            <p:spPr>
              <a:xfrm>
                <a:off x="7419093" y="3669361"/>
                <a:ext cx="203581" cy="215444"/>
              </a:xfrm>
              <a:prstGeom prst="rect">
                <a:avLst/>
              </a:prstGeom>
              <a:blipFill>
                <a:blip r:embed="rId13"/>
                <a:stretch>
                  <a:fillRect l="-3030" r="-6061"/>
                </a:stretch>
              </a:blipFill>
            </p:spPr>
            <p:txBody>
              <a:bodyPr/>
              <a:lstStyle/>
              <a:p>
                <a:r>
                  <a:rPr lang="es-CO">
                    <a:noFill/>
                  </a:rPr>
                  <a:t> </a:t>
                </a:r>
              </a:p>
            </p:txBody>
          </p:sp>
        </mc:Fallback>
      </mc:AlternateContent>
      <p:grpSp>
        <p:nvGrpSpPr>
          <p:cNvPr id="106" name="Grupo 105">
            <a:extLst>
              <a:ext uri="{FF2B5EF4-FFF2-40B4-BE49-F238E27FC236}">
                <a16:creationId xmlns:a16="http://schemas.microsoft.com/office/drawing/2014/main" id="{79E523A6-F9B3-4052-9389-27B8CF80C188}"/>
              </a:ext>
            </a:extLst>
          </p:cNvPr>
          <p:cNvGrpSpPr/>
          <p:nvPr/>
        </p:nvGrpSpPr>
        <p:grpSpPr>
          <a:xfrm>
            <a:off x="8201038" y="3653317"/>
            <a:ext cx="2443978" cy="257418"/>
            <a:chOff x="7614903" y="2612115"/>
            <a:chExt cx="2443978" cy="257418"/>
          </a:xfrm>
        </p:grpSpPr>
        <p:sp>
          <p:nvSpPr>
            <p:cNvPr id="107" name="Rectángulo 106">
              <a:extLst>
                <a:ext uri="{FF2B5EF4-FFF2-40B4-BE49-F238E27FC236}">
                  <a16:creationId xmlns:a16="http://schemas.microsoft.com/office/drawing/2014/main" id="{A22D7658-9BEE-408B-9B9E-1D082C7069E9}"/>
                </a:ext>
              </a:extLst>
            </p:cNvPr>
            <p:cNvSpPr/>
            <p:nvPr/>
          </p:nvSpPr>
          <p:spPr>
            <a:xfrm>
              <a:off x="7614903" y="2612115"/>
              <a:ext cx="2443978" cy="257418"/>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108" name="CuadroTexto 107">
                  <a:extLst>
                    <a:ext uri="{FF2B5EF4-FFF2-40B4-BE49-F238E27FC236}">
                      <a16:creationId xmlns:a16="http://schemas.microsoft.com/office/drawing/2014/main" id="{FD03E948-87B0-4D86-8137-2A63F6911503}"/>
                    </a:ext>
                  </a:extLst>
                </p:cNvPr>
                <p:cNvSpPr txBox="1"/>
                <p:nvPr/>
              </p:nvSpPr>
              <p:spPr>
                <a:xfrm>
                  <a:off x="7712148" y="2626314"/>
                  <a:ext cx="70314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Record</m:t>
                            </m:r>
                          </m:e>
                          <m:sub>
                            <m:r>
                              <m:rPr>
                                <m:sty m:val="p"/>
                              </m:rPr>
                              <a:rPr lang="es-MX" b="0" i="0" smtClean="0">
                                <a:latin typeface="Cambria Math" panose="02040503050406030204" pitchFamily="18" charset="0"/>
                                <a:ea typeface="Cambria Math" panose="02040503050406030204" pitchFamily="18" charset="0"/>
                              </a:rPr>
                              <m:t>N</m:t>
                            </m:r>
                          </m:sub>
                        </m:sSub>
                      </m:oMath>
                    </m:oMathPara>
                  </a14:m>
                  <a:endParaRPr lang="es-CO" dirty="0"/>
                </a:p>
              </p:txBody>
            </p:sp>
          </mc:Choice>
          <mc:Fallback xmlns="">
            <p:sp>
              <p:nvSpPr>
                <p:cNvPr id="108" name="CuadroTexto 107">
                  <a:extLst>
                    <a:ext uri="{FF2B5EF4-FFF2-40B4-BE49-F238E27FC236}">
                      <a16:creationId xmlns:a16="http://schemas.microsoft.com/office/drawing/2014/main" id="{FD03E948-87B0-4D86-8137-2A63F6911503}"/>
                    </a:ext>
                  </a:extLst>
                </p:cNvPr>
                <p:cNvSpPr txBox="1">
                  <a:spLocks noRot="1" noChangeAspect="1" noMove="1" noResize="1" noEditPoints="1" noAdjustHandles="1" noChangeArrowheads="1" noChangeShapeType="1" noTextEdit="1"/>
                </p:cNvSpPr>
                <p:nvPr/>
              </p:nvSpPr>
              <p:spPr>
                <a:xfrm>
                  <a:off x="7712148" y="2626314"/>
                  <a:ext cx="703141" cy="215444"/>
                </a:xfrm>
                <a:prstGeom prst="rect">
                  <a:avLst/>
                </a:prstGeom>
                <a:blipFill>
                  <a:blip r:embed="rId14"/>
                  <a:stretch>
                    <a:fillRect l="-5172" b="-17143"/>
                  </a:stretch>
                </a:blipFill>
              </p:spPr>
              <p:txBody>
                <a:bodyPr/>
                <a:lstStyle/>
                <a:p>
                  <a:r>
                    <a:rPr lang="es-CO">
                      <a:noFill/>
                    </a:rPr>
                    <a:t> </a:t>
                  </a:r>
                </a:p>
              </p:txBody>
            </p:sp>
          </mc:Fallback>
        </mc:AlternateContent>
        <p:cxnSp>
          <p:nvCxnSpPr>
            <p:cNvPr id="109" name="Conector recto de flecha 108">
              <a:extLst>
                <a:ext uri="{FF2B5EF4-FFF2-40B4-BE49-F238E27FC236}">
                  <a16:creationId xmlns:a16="http://schemas.microsoft.com/office/drawing/2014/main" id="{32E1AF17-5D7D-4666-BD09-AA38C44F1A45}"/>
                </a:ext>
              </a:extLst>
            </p:cNvPr>
            <p:cNvCxnSpPr>
              <a:cxnSpLocks/>
            </p:cNvCxnSpPr>
            <p:nvPr/>
          </p:nvCxnSpPr>
          <p:spPr>
            <a:xfrm>
              <a:off x="8470065" y="2740824"/>
              <a:ext cx="683909" cy="0"/>
            </a:xfrm>
            <a:prstGeom prst="straightConnector1">
              <a:avLst/>
            </a:prstGeom>
            <a:ln w="127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6" name="Grupo 15">
            <a:extLst>
              <a:ext uri="{FF2B5EF4-FFF2-40B4-BE49-F238E27FC236}">
                <a16:creationId xmlns:a16="http://schemas.microsoft.com/office/drawing/2014/main" id="{FA9B93D5-9372-4A2D-AFFB-BE59A5A0B8E1}"/>
              </a:ext>
            </a:extLst>
          </p:cNvPr>
          <p:cNvGrpSpPr/>
          <p:nvPr/>
        </p:nvGrpSpPr>
        <p:grpSpPr>
          <a:xfrm>
            <a:off x="6392968" y="4979584"/>
            <a:ext cx="5216912" cy="666914"/>
            <a:chOff x="6585538" y="5107970"/>
            <a:chExt cx="5216912" cy="666914"/>
          </a:xfrm>
        </p:grpSpPr>
        <p:grpSp>
          <p:nvGrpSpPr>
            <p:cNvPr id="4" name="Grupo 3">
              <a:extLst>
                <a:ext uri="{FF2B5EF4-FFF2-40B4-BE49-F238E27FC236}">
                  <a16:creationId xmlns:a16="http://schemas.microsoft.com/office/drawing/2014/main" id="{66841636-DCDF-4C75-AC70-EE6CD1264352}"/>
                </a:ext>
              </a:extLst>
            </p:cNvPr>
            <p:cNvGrpSpPr/>
            <p:nvPr/>
          </p:nvGrpSpPr>
          <p:grpSpPr>
            <a:xfrm>
              <a:off x="6585538" y="5107970"/>
              <a:ext cx="4357727" cy="666914"/>
              <a:chOff x="6546602" y="2962834"/>
              <a:chExt cx="4357727" cy="666914"/>
            </a:xfrm>
          </p:grpSpPr>
          <p:sp>
            <p:nvSpPr>
              <p:cNvPr id="29" name="Rectángulo 28">
                <a:extLst>
                  <a:ext uri="{FF2B5EF4-FFF2-40B4-BE49-F238E27FC236}">
                    <a16:creationId xmlns:a16="http://schemas.microsoft.com/office/drawing/2014/main" id="{29AD897D-1D3F-4FFB-9475-1E9438AC381D}"/>
                  </a:ext>
                </a:extLst>
              </p:cNvPr>
              <p:cNvSpPr/>
              <p:nvPr/>
            </p:nvSpPr>
            <p:spPr>
              <a:xfrm>
                <a:off x="6546602" y="3228252"/>
                <a:ext cx="717755"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0" name="Rectángulo 29">
                <a:extLst>
                  <a:ext uri="{FF2B5EF4-FFF2-40B4-BE49-F238E27FC236}">
                    <a16:creationId xmlns:a16="http://schemas.microsoft.com/office/drawing/2014/main" id="{6744B16C-BB81-4930-B66F-CDEE73A57152}"/>
                  </a:ext>
                </a:extLst>
              </p:cNvPr>
              <p:cNvSpPr/>
              <p:nvPr/>
            </p:nvSpPr>
            <p:spPr>
              <a:xfrm>
                <a:off x="7265683" y="3228252"/>
                <a:ext cx="717755"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2" name="Rectángulo 31">
                <a:extLst>
                  <a:ext uri="{FF2B5EF4-FFF2-40B4-BE49-F238E27FC236}">
                    <a16:creationId xmlns:a16="http://schemas.microsoft.com/office/drawing/2014/main" id="{ABE9452C-CAC1-446D-8276-8363571A542B}"/>
                  </a:ext>
                </a:extLst>
              </p:cNvPr>
              <p:cNvSpPr/>
              <p:nvPr/>
            </p:nvSpPr>
            <p:spPr>
              <a:xfrm>
                <a:off x="9939731" y="3228252"/>
                <a:ext cx="964598" cy="40036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6" name="Rectángulo 35">
                <a:extLst>
                  <a:ext uri="{FF2B5EF4-FFF2-40B4-BE49-F238E27FC236}">
                    <a16:creationId xmlns:a16="http://schemas.microsoft.com/office/drawing/2014/main" id="{3611F064-7447-4F63-969C-92CBBBDE251C}"/>
                  </a:ext>
                </a:extLst>
              </p:cNvPr>
              <p:cNvSpPr/>
              <p:nvPr/>
            </p:nvSpPr>
            <p:spPr>
              <a:xfrm>
                <a:off x="7983438" y="3228252"/>
                <a:ext cx="1237212"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7" name="Rectángulo 26">
                <a:extLst>
                  <a:ext uri="{FF2B5EF4-FFF2-40B4-BE49-F238E27FC236}">
                    <a16:creationId xmlns:a16="http://schemas.microsoft.com/office/drawing/2014/main" id="{74F314F9-258C-4F4F-8175-EF84E2CF86A7}"/>
                  </a:ext>
                </a:extLst>
              </p:cNvPr>
              <p:cNvSpPr/>
              <p:nvPr/>
            </p:nvSpPr>
            <p:spPr>
              <a:xfrm>
                <a:off x="9220650" y="3228252"/>
                <a:ext cx="717755"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38" name="CuadroTexto 37">
                    <a:extLst>
                      <a:ext uri="{FF2B5EF4-FFF2-40B4-BE49-F238E27FC236}">
                        <a16:creationId xmlns:a16="http://schemas.microsoft.com/office/drawing/2014/main" id="{F3EAADBC-1878-456A-A0DF-2864E9D60E15}"/>
                      </a:ext>
                    </a:extLst>
                  </p:cNvPr>
                  <p:cNvSpPr txBox="1"/>
                  <p:nvPr/>
                </p:nvSpPr>
                <p:spPr>
                  <a:xfrm>
                    <a:off x="8500253" y="3320710"/>
                    <a:ext cx="2035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38" name="CuadroTexto 37">
                    <a:extLst>
                      <a:ext uri="{FF2B5EF4-FFF2-40B4-BE49-F238E27FC236}">
                        <a16:creationId xmlns:a16="http://schemas.microsoft.com/office/drawing/2014/main" id="{F3EAADBC-1878-456A-A0DF-2864E9D60E15}"/>
                      </a:ext>
                    </a:extLst>
                  </p:cNvPr>
                  <p:cNvSpPr txBox="1">
                    <a:spLocks noRot="1" noChangeAspect="1" noMove="1" noResize="1" noEditPoints="1" noAdjustHandles="1" noChangeArrowheads="1" noChangeShapeType="1" noTextEdit="1"/>
                  </p:cNvSpPr>
                  <p:nvPr/>
                </p:nvSpPr>
                <p:spPr>
                  <a:xfrm>
                    <a:off x="8500253" y="3320710"/>
                    <a:ext cx="203581" cy="215444"/>
                  </a:xfrm>
                  <a:prstGeom prst="rect">
                    <a:avLst/>
                  </a:prstGeom>
                  <a:blipFill>
                    <a:blip r:embed="rId15"/>
                    <a:stretch>
                      <a:fillRect l="-2941" r="-294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3859FD93-B7AE-4F8C-BBE3-0F7665ADFEB5}"/>
                      </a:ext>
                    </a:extLst>
                  </p:cNvPr>
                  <p:cNvSpPr txBox="1"/>
                  <p:nvPr/>
                </p:nvSpPr>
                <p:spPr>
                  <a:xfrm>
                    <a:off x="6731167" y="2970182"/>
                    <a:ext cx="41581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slo</m:t>
                          </m:r>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t</m:t>
                              </m:r>
                            </m:e>
                            <m:sub>
                              <m:r>
                                <a:rPr lang="es-MX" b="0" i="0" smtClean="0">
                                  <a:latin typeface="Cambria Math" panose="02040503050406030204" pitchFamily="18" charset="0"/>
                                  <a:ea typeface="Cambria Math" panose="02040503050406030204" pitchFamily="18" charset="0"/>
                                </a:rPr>
                                <m:t>1</m:t>
                              </m:r>
                            </m:sub>
                          </m:sSub>
                        </m:oMath>
                      </m:oMathPara>
                    </a14:m>
                    <a:endParaRPr lang="es-CO" dirty="0"/>
                  </a:p>
                </p:txBody>
              </p:sp>
            </mc:Choice>
            <mc:Fallback xmlns="">
              <p:sp>
                <p:nvSpPr>
                  <p:cNvPr id="39" name="CuadroTexto 38">
                    <a:extLst>
                      <a:ext uri="{FF2B5EF4-FFF2-40B4-BE49-F238E27FC236}">
                        <a16:creationId xmlns:a16="http://schemas.microsoft.com/office/drawing/2014/main" id="{3859FD93-B7AE-4F8C-BBE3-0F7665ADFEB5}"/>
                      </a:ext>
                    </a:extLst>
                  </p:cNvPr>
                  <p:cNvSpPr txBox="1">
                    <a:spLocks noRot="1" noChangeAspect="1" noMove="1" noResize="1" noEditPoints="1" noAdjustHandles="1" noChangeArrowheads="1" noChangeShapeType="1" noTextEdit="1"/>
                  </p:cNvSpPr>
                  <p:nvPr/>
                </p:nvSpPr>
                <p:spPr>
                  <a:xfrm>
                    <a:off x="6731167" y="2970182"/>
                    <a:ext cx="415819" cy="215444"/>
                  </a:xfrm>
                  <a:prstGeom prst="rect">
                    <a:avLst/>
                  </a:prstGeom>
                  <a:blipFill>
                    <a:blip r:embed="rId16"/>
                    <a:stretch>
                      <a:fillRect l="-8824" r="-1471" b="-1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7842AAB4-865D-4934-9A2A-532AC2B97E9C}"/>
                      </a:ext>
                    </a:extLst>
                  </p:cNvPr>
                  <p:cNvSpPr txBox="1"/>
                  <p:nvPr/>
                </p:nvSpPr>
                <p:spPr>
                  <a:xfrm>
                    <a:off x="7416650" y="2970182"/>
                    <a:ext cx="41998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slo</m:t>
                          </m:r>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t</m:t>
                              </m:r>
                            </m:e>
                            <m:sub>
                              <m:r>
                                <a:rPr lang="es-MX" b="0" i="0" smtClean="0">
                                  <a:latin typeface="Cambria Math" panose="02040503050406030204" pitchFamily="18" charset="0"/>
                                  <a:ea typeface="Cambria Math" panose="02040503050406030204" pitchFamily="18" charset="0"/>
                                </a:rPr>
                                <m:t>2</m:t>
                              </m:r>
                            </m:sub>
                          </m:sSub>
                        </m:oMath>
                      </m:oMathPara>
                    </a14:m>
                    <a:endParaRPr lang="es-CO" dirty="0"/>
                  </a:p>
                </p:txBody>
              </p:sp>
            </mc:Choice>
            <mc:Fallback xmlns="">
              <p:sp>
                <p:nvSpPr>
                  <p:cNvPr id="40" name="CuadroTexto 39">
                    <a:extLst>
                      <a:ext uri="{FF2B5EF4-FFF2-40B4-BE49-F238E27FC236}">
                        <a16:creationId xmlns:a16="http://schemas.microsoft.com/office/drawing/2014/main" id="{7842AAB4-865D-4934-9A2A-532AC2B97E9C}"/>
                      </a:ext>
                    </a:extLst>
                  </p:cNvPr>
                  <p:cNvSpPr txBox="1">
                    <a:spLocks noRot="1" noChangeAspect="1" noMove="1" noResize="1" noEditPoints="1" noAdjustHandles="1" noChangeArrowheads="1" noChangeShapeType="1" noTextEdit="1"/>
                  </p:cNvSpPr>
                  <p:nvPr/>
                </p:nvSpPr>
                <p:spPr>
                  <a:xfrm>
                    <a:off x="7416650" y="2970182"/>
                    <a:ext cx="419987" cy="215444"/>
                  </a:xfrm>
                  <a:prstGeom prst="rect">
                    <a:avLst/>
                  </a:prstGeom>
                  <a:blipFill>
                    <a:blip r:embed="rId17"/>
                    <a:stretch>
                      <a:fillRect l="-10294" r="-2941" b="-1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A235388D-14E2-406C-983B-87DBA8E72968}"/>
                      </a:ext>
                    </a:extLst>
                  </p:cNvPr>
                  <p:cNvSpPr txBox="1"/>
                  <p:nvPr/>
                </p:nvSpPr>
                <p:spPr>
                  <a:xfrm>
                    <a:off x="8500253" y="2970921"/>
                    <a:ext cx="2035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41" name="CuadroTexto 40">
                    <a:extLst>
                      <a:ext uri="{FF2B5EF4-FFF2-40B4-BE49-F238E27FC236}">
                        <a16:creationId xmlns:a16="http://schemas.microsoft.com/office/drawing/2014/main" id="{A235388D-14E2-406C-983B-87DBA8E72968}"/>
                      </a:ext>
                    </a:extLst>
                  </p:cNvPr>
                  <p:cNvSpPr txBox="1">
                    <a:spLocks noRot="1" noChangeAspect="1" noMove="1" noResize="1" noEditPoints="1" noAdjustHandles="1" noChangeArrowheads="1" noChangeShapeType="1" noTextEdit="1"/>
                  </p:cNvSpPr>
                  <p:nvPr/>
                </p:nvSpPr>
                <p:spPr>
                  <a:xfrm>
                    <a:off x="8500253" y="2970921"/>
                    <a:ext cx="203581" cy="215444"/>
                  </a:xfrm>
                  <a:prstGeom prst="rect">
                    <a:avLst/>
                  </a:prstGeom>
                  <a:blipFill>
                    <a:blip r:embed="rId18"/>
                    <a:stretch>
                      <a:fillRect l="-2941" r="-2941"/>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6174AB55-8B32-4555-9766-0A12FDF642DD}"/>
                      </a:ext>
                    </a:extLst>
                  </p:cNvPr>
                  <p:cNvSpPr txBox="1"/>
                  <p:nvPr/>
                </p:nvSpPr>
                <p:spPr>
                  <a:xfrm>
                    <a:off x="9369533" y="2962834"/>
                    <a:ext cx="44403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slo</m:t>
                          </m:r>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t</m:t>
                              </m:r>
                            </m:e>
                            <m:sub>
                              <m:r>
                                <m:rPr>
                                  <m:sty m:val="p"/>
                                </m:rPr>
                                <a:rPr lang="es-MX" b="0" i="0" smtClean="0">
                                  <a:latin typeface="Cambria Math" panose="02040503050406030204" pitchFamily="18" charset="0"/>
                                  <a:ea typeface="Cambria Math" panose="02040503050406030204" pitchFamily="18" charset="0"/>
                                </a:rPr>
                                <m:t>N</m:t>
                              </m:r>
                            </m:sub>
                          </m:sSub>
                        </m:oMath>
                      </m:oMathPara>
                    </a14:m>
                    <a:endParaRPr lang="es-CO" dirty="0"/>
                  </a:p>
                </p:txBody>
              </p:sp>
            </mc:Choice>
            <mc:Fallback xmlns="">
              <p:sp>
                <p:nvSpPr>
                  <p:cNvPr id="42" name="CuadroTexto 41">
                    <a:extLst>
                      <a:ext uri="{FF2B5EF4-FFF2-40B4-BE49-F238E27FC236}">
                        <a16:creationId xmlns:a16="http://schemas.microsoft.com/office/drawing/2014/main" id="{6174AB55-8B32-4555-9766-0A12FDF642DD}"/>
                      </a:ext>
                    </a:extLst>
                  </p:cNvPr>
                  <p:cNvSpPr txBox="1">
                    <a:spLocks noRot="1" noChangeAspect="1" noMove="1" noResize="1" noEditPoints="1" noAdjustHandles="1" noChangeArrowheads="1" noChangeShapeType="1" noTextEdit="1"/>
                  </p:cNvSpPr>
                  <p:nvPr/>
                </p:nvSpPr>
                <p:spPr>
                  <a:xfrm>
                    <a:off x="9369533" y="2962834"/>
                    <a:ext cx="444031" cy="215444"/>
                  </a:xfrm>
                  <a:prstGeom prst="rect">
                    <a:avLst/>
                  </a:prstGeom>
                  <a:blipFill>
                    <a:blip r:embed="rId19"/>
                    <a:stretch>
                      <a:fillRect l="-9589" r="-1370" b="-1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DAF0D6AE-E1B4-4E68-BDC2-C5380E325945}"/>
                      </a:ext>
                    </a:extLst>
                  </p:cNvPr>
                  <p:cNvSpPr txBox="1"/>
                  <p:nvPr/>
                </p:nvSpPr>
                <p:spPr>
                  <a:xfrm>
                    <a:off x="9992140" y="3328454"/>
                    <a:ext cx="88004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Free</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Space</m:t>
                          </m:r>
                        </m:oMath>
                      </m:oMathPara>
                    </a14:m>
                    <a:endParaRPr lang="es-CO" dirty="0"/>
                  </a:p>
                </p:txBody>
              </p:sp>
            </mc:Choice>
            <mc:Fallback xmlns="">
              <p:sp>
                <p:nvSpPr>
                  <p:cNvPr id="43" name="CuadroTexto 42">
                    <a:extLst>
                      <a:ext uri="{FF2B5EF4-FFF2-40B4-BE49-F238E27FC236}">
                        <a16:creationId xmlns:a16="http://schemas.microsoft.com/office/drawing/2014/main" id="{DAF0D6AE-E1B4-4E68-BDC2-C5380E325945}"/>
                      </a:ext>
                    </a:extLst>
                  </p:cNvPr>
                  <p:cNvSpPr txBox="1">
                    <a:spLocks noRot="1" noChangeAspect="1" noMove="1" noResize="1" noEditPoints="1" noAdjustHandles="1" noChangeArrowheads="1" noChangeShapeType="1" noTextEdit="1"/>
                  </p:cNvSpPr>
                  <p:nvPr/>
                </p:nvSpPr>
                <p:spPr>
                  <a:xfrm>
                    <a:off x="9992140" y="3328454"/>
                    <a:ext cx="880049" cy="215444"/>
                  </a:xfrm>
                  <a:prstGeom prst="rect">
                    <a:avLst/>
                  </a:prstGeom>
                  <a:blipFill>
                    <a:blip r:embed="rId20"/>
                    <a:stretch>
                      <a:fillRect l="-3472" r="-5556" b="-34286"/>
                    </a:stretch>
                  </a:blipFill>
                </p:spPr>
                <p:txBody>
                  <a:bodyPr/>
                  <a:lstStyle/>
                  <a:p>
                    <a:r>
                      <a:rPr lang="es-CO">
                        <a:noFill/>
                      </a:rPr>
                      <a:t> </a:t>
                    </a:r>
                  </a:p>
                </p:txBody>
              </p:sp>
            </mc:Fallback>
          </mc:AlternateContent>
        </p:grpSp>
        <mc:AlternateContent xmlns:mc="http://schemas.openxmlformats.org/markup-compatibility/2006" xmlns:a14="http://schemas.microsoft.com/office/drawing/2010/main">
          <mc:Choice Requires="a14">
            <p:sp>
              <p:nvSpPr>
                <p:cNvPr id="110" name="Rectángulo 109">
                  <a:extLst>
                    <a:ext uri="{FF2B5EF4-FFF2-40B4-BE49-F238E27FC236}">
                      <a16:creationId xmlns:a16="http://schemas.microsoft.com/office/drawing/2014/main" id="{36ED846C-2489-41C4-B0EE-4130232A30F3}"/>
                    </a:ext>
                  </a:extLst>
                </p:cNvPr>
                <p:cNvSpPr/>
                <p:nvPr/>
              </p:nvSpPr>
              <p:spPr>
                <a:xfrm>
                  <a:off x="10943265" y="5372252"/>
                  <a:ext cx="859185" cy="400360"/>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MX" b="1" i="0" smtClean="0">
                            <a:solidFill>
                              <a:schemeClr val="tx1"/>
                            </a:solidFill>
                            <a:latin typeface="Cambria Math" panose="02040503050406030204" pitchFamily="18" charset="0"/>
                            <a:ea typeface="Cambria Math" panose="02040503050406030204" pitchFamily="18" charset="0"/>
                          </a:rPr>
                          <m:t>𝐍</m:t>
                        </m:r>
                      </m:oMath>
                    </m:oMathPara>
                  </a14:m>
                  <a:endParaRPr lang="es-CO" b="1" dirty="0">
                    <a:solidFill>
                      <a:schemeClr val="tx1"/>
                    </a:solidFill>
                    <a:latin typeface="Roboto" panose="02000000000000000000" pitchFamily="2" charset="0"/>
                    <a:ea typeface="Roboto" panose="02000000000000000000" pitchFamily="2" charset="0"/>
                  </a:endParaRPr>
                </a:p>
              </p:txBody>
            </p:sp>
          </mc:Choice>
          <mc:Fallback xmlns="">
            <p:sp>
              <p:nvSpPr>
                <p:cNvPr id="110" name="Rectángulo 109">
                  <a:extLst>
                    <a:ext uri="{FF2B5EF4-FFF2-40B4-BE49-F238E27FC236}">
                      <a16:creationId xmlns:a16="http://schemas.microsoft.com/office/drawing/2014/main" id="{36ED846C-2489-41C4-B0EE-4130232A30F3}"/>
                    </a:ext>
                  </a:extLst>
                </p:cNvPr>
                <p:cNvSpPr>
                  <a:spLocks noRot="1" noChangeAspect="1" noMove="1" noResize="1" noEditPoints="1" noAdjustHandles="1" noChangeArrowheads="1" noChangeShapeType="1" noTextEdit="1"/>
                </p:cNvSpPr>
                <p:nvPr/>
              </p:nvSpPr>
              <p:spPr>
                <a:xfrm>
                  <a:off x="10943265" y="5372252"/>
                  <a:ext cx="859185" cy="400360"/>
                </a:xfrm>
                <a:prstGeom prst="rect">
                  <a:avLst/>
                </a:prstGeom>
                <a:blipFill>
                  <a:blip r:embed="rId21"/>
                  <a:stretch>
                    <a:fillRect/>
                  </a:stretch>
                </a:blipFill>
                <a:ln>
                  <a:solidFill>
                    <a:schemeClr val="tx1"/>
                  </a:solidFill>
                </a:ln>
              </p:spPr>
              <p:txBody>
                <a:bodyPr/>
                <a:lstStyle/>
                <a:p>
                  <a:r>
                    <a:rPr lang="es-CO">
                      <a:noFill/>
                    </a:rPr>
                    <a:t> </a:t>
                  </a:r>
                </a:p>
              </p:txBody>
            </p:sp>
          </mc:Fallback>
        </mc:AlternateContent>
      </p:grpSp>
    </p:spTree>
    <p:extLst>
      <p:ext uri="{BB962C8B-B14F-4D97-AF65-F5344CB8AC3E}">
        <p14:creationId xmlns:p14="http://schemas.microsoft.com/office/powerpoint/2010/main" val="18844771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a:t>
            </a:r>
            <a:endParaRPr b="1" dirty="0">
              <a:solidFill>
                <a:srgbClr val="0B6937"/>
              </a:solidFill>
              <a:latin typeface="Roboto Slab"/>
              <a:ea typeface="Roboto Slab"/>
              <a:cs typeface="Roboto Slab"/>
              <a:sym typeface="Roboto Slab"/>
            </a:endParaRPr>
          </a:p>
        </p:txBody>
      </p:sp>
      <p:sp>
        <p:nvSpPr>
          <p:cNvPr id="5" name="Google Shape;310;p34">
            <a:extLst>
              <a:ext uri="{FF2B5EF4-FFF2-40B4-BE49-F238E27FC236}">
                <a16:creationId xmlns:a16="http://schemas.microsoft.com/office/drawing/2014/main" id="{65815137-AD04-4EC8-BF55-704CDAB1F01C}"/>
              </a:ext>
            </a:extLst>
          </p:cNvPr>
          <p:cNvSpPr txBox="1">
            <a:spLocks/>
          </p:cNvSpPr>
          <p:nvPr/>
        </p:nvSpPr>
        <p:spPr>
          <a:xfrm>
            <a:off x="625473" y="722972"/>
            <a:ext cx="10941053" cy="12693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La información sobre los tipos de campos es la misma para todos los registros en un archivo; se almacena en los </a:t>
            </a:r>
            <a:r>
              <a:rPr lang="es-MX" sz="2000" b="1" dirty="0"/>
              <a:t>catálogos del sistema</a:t>
            </a:r>
            <a:r>
              <a:rPr lang="es-MX" sz="2000" dirty="0"/>
              <a:t>.</a:t>
            </a:r>
          </a:p>
          <a:p>
            <a:r>
              <a:rPr lang="es-MX" sz="2000" dirty="0"/>
              <a:t>Encontrar el campo </a:t>
            </a:r>
            <a:r>
              <a:rPr lang="es-MX" sz="2000" i="1" dirty="0"/>
              <a:t>i-</a:t>
            </a:r>
            <a:r>
              <a:rPr lang="es-MX" sz="2000" i="1" dirty="0" err="1"/>
              <a:t>ésimo</a:t>
            </a:r>
            <a:r>
              <a:rPr lang="es-MX" sz="2000" dirty="0"/>
              <a:t> se realiza mediante aritmética.</a:t>
            </a:r>
          </a:p>
          <a:p>
            <a:endParaRPr lang="es-MX" sz="2000" dirty="0"/>
          </a:p>
          <a:p>
            <a:endParaRPr lang="es-MX" sz="2000" dirty="0"/>
          </a:p>
        </p:txBody>
      </p:sp>
      <mc:AlternateContent xmlns:mc="http://schemas.openxmlformats.org/markup-compatibility/2006" xmlns:a14="http://schemas.microsoft.com/office/drawing/2010/main">
        <mc:Choice Requires="a14">
          <p:sp>
            <p:nvSpPr>
              <p:cNvPr id="3" name="CuadroTexto 2">
                <a:extLst>
                  <a:ext uri="{FF2B5EF4-FFF2-40B4-BE49-F238E27FC236}">
                    <a16:creationId xmlns:a16="http://schemas.microsoft.com/office/drawing/2014/main" id="{769100F1-A1D7-4929-BAC7-5D6CF20773F6}"/>
                  </a:ext>
                </a:extLst>
              </p:cNvPr>
              <p:cNvSpPr txBox="1"/>
              <p:nvPr/>
            </p:nvSpPr>
            <p:spPr>
              <a:xfrm>
                <a:off x="7356633" y="3377484"/>
                <a:ext cx="2315057" cy="338554"/>
              </a:xfrm>
              <a:prstGeom prst="rect">
                <a:avLst/>
              </a:prstGeom>
              <a:noFill/>
            </p:spPr>
            <p:txBody>
              <a:bodyPr wrap="none" rtlCol="0">
                <a:spAutoFit/>
              </a:bodyPr>
              <a:lstStyle/>
              <a:p>
                <a14:m>
                  <m:oMath xmlns:m="http://schemas.openxmlformats.org/officeDocument/2006/math">
                    <m:r>
                      <a:rPr lang="es-MX" sz="1600" b="1" i="1" smtClean="0">
                        <a:latin typeface="Cambria Math" panose="02040503050406030204" pitchFamily="18" charset="0"/>
                        <a:ea typeface="Cambria Math" panose="02040503050406030204" pitchFamily="18" charset="0"/>
                      </a:rPr>
                      <m:t>𝑵</m:t>
                    </m:r>
                  </m:oMath>
                </a14:m>
                <a:r>
                  <a:rPr lang="es-CO" sz="1600" dirty="0"/>
                  <a:t>: Numero de registros</a:t>
                </a:r>
              </a:p>
            </p:txBody>
          </p:sp>
        </mc:Choice>
        <mc:Fallback xmlns="">
          <p:sp>
            <p:nvSpPr>
              <p:cNvPr id="3" name="CuadroTexto 2">
                <a:extLst>
                  <a:ext uri="{FF2B5EF4-FFF2-40B4-BE49-F238E27FC236}">
                    <a16:creationId xmlns:a16="http://schemas.microsoft.com/office/drawing/2014/main" id="{769100F1-A1D7-4929-BAC7-5D6CF20773F6}"/>
                  </a:ext>
                </a:extLst>
              </p:cNvPr>
              <p:cNvSpPr txBox="1">
                <a:spLocks noRot="1" noChangeAspect="1" noMove="1" noResize="1" noEditPoints="1" noAdjustHandles="1" noChangeArrowheads="1" noChangeShapeType="1" noTextEdit="1"/>
              </p:cNvSpPr>
              <p:nvPr/>
            </p:nvSpPr>
            <p:spPr>
              <a:xfrm>
                <a:off x="7356633" y="3377484"/>
                <a:ext cx="2315057" cy="338554"/>
              </a:xfrm>
              <a:prstGeom prst="rect">
                <a:avLst/>
              </a:prstGeom>
              <a:blipFill>
                <a:blip r:embed="rId3"/>
                <a:stretch>
                  <a:fillRect t="-5357" b="-21429"/>
                </a:stretch>
              </a:blipFill>
            </p:spPr>
            <p:txBody>
              <a:bodyPr/>
              <a:lstStyle/>
              <a:p>
                <a:r>
                  <a:rPr lang="es-CO">
                    <a:noFill/>
                  </a:rPr>
                  <a:t> </a:t>
                </a:r>
              </a:p>
            </p:txBody>
          </p:sp>
        </mc:Fallback>
      </mc:AlternateContent>
      <p:grpSp>
        <p:nvGrpSpPr>
          <p:cNvPr id="15" name="Grupo 14">
            <a:extLst>
              <a:ext uri="{FF2B5EF4-FFF2-40B4-BE49-F238E27FC236}">
                <a16:creationId xmlns:a16="http://schemas.microsoft.com/office/drawing/2014/main" id="{B0426B02-759F-4FEF-AAF5-C3ED3CA9FBD8}"/>
              </a:ext>
            </a:extLst>
          </p:cNvPr>
          <p:cNvGrpSpPr/>
          <p:nvPr/>
        </p:nvGrpSpPr>
        <p:grpSpPr>
          <a:xfrm>
            <a:off x="1377862" y="4497839"/>
            <a:ext cx="4642589" cy="1266953"/>
            <a:chOff x="1268851" y="2442000"/>
            <a:chExt cx="4642589" cy="1266953"/>
          </a:xfrm>
        </p:grpSpPr>
        <p:sp>
          <p:nvSpPr>
            <p:cNvPr id="56" name="Rectangle 139">
              <a:extLst>
                <a:ext uri="{FF2B5EF4-FFF2-40B4-BE49-F238E27FC236}">
                  <a16:creationId xmlns:a16="http://schemas.microsoft.com/office/drawing/2014/main" id="{7C57331E-A048-443C-8CD8-CEBCBAC3146B}"/>
                </a:ext>
              </a:extLst>
            </p:cNvPr>
            <p:cNvSpPr/>
            <p:nvPr/>
          </p:nvSpPr>
          <p:spPr bwMode="auto">
            <a:xfrm>
              <a:off x="1962150" y="2746550"/>
              <a:ext cx="1355672" cy="333327"/>
            </a:xfrm>
            <a:prstGeom prst="rect">
              <a:avLst/>
            </a:prstGeom>
            <a:solidFill>
              <a:schemeClr val="accent6">
                <a:lumMod val="20000"/>
                <a:lumOff val="80000"/>
              </a:schemeClr>
            </a:solidFill>
            <a:ln w="254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050" kern="0" dirty="0">
                <a:solidFill>
                  <a:srgbClr val="000000"/>
                </a:solidFill>
                <a:latin typeface="Consolas" panose="020B0609020204030204" pitchFamily="49" charset="0"/>
                <a:ea typeface="Roboto" panose="02000000000000000000" pitchFamily="2" charset="0"/>
                <a:cs typeface="Helvetica Neue" charset="0"/>
              </a:endParaRPr>
            </a:p>
          </p:txBody>
        </p:sp>
        <p:sp>
          <p:nvSpPr>
            <p:cNvPr id="57" name="Rectangle 140">
              <a:extLst>
                <a:ext uri="{FF2B5EF4-FFF2-40B4-BE49-F238E27FC236}">
                  <a16:creationId xmlns:a16="http://schemas.microsoft.com/office/drawing/2014/main" id="{A65B078A-5B27-4718-B2F1-B88B5FDED32A}"/>
                </a:ext>
              </a:extLst>
            </p:cNvPr>
            <p:cNvSpPr/>
            <p:nvPr/>
          </p:nvSpPr>
          <p:spPr bwMode="auto">
            <a:xfrm>
              <a:off x="4170709" y="2746550"/>
              <a:ext cx="914641" cy="333327"/>
            </a:xfrm>
            <a:prstGeom prst="rect">
              <a:avLst/>
            </a:prstGeom>
            <a:solidFill>
              <a:schemeClr val="accent2">
                <a:lumMod val="20000"/>
                <a:lumOff val="80000"/>
              </a:schemeClr>
            </a:solidFill>
            <a:ln w="254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050" kern="0" dirty="0">
                <a:solidFill>
                  <a:srgbClr val="000000"/>
                </a:solidFill>
                <a:latin typeface="Consolas" panose="020B0609020204030204" pitchFamily="49" charset="0"/>
                <a:ea typeface="Roboto" panose="02000000000000000000" pitchFamily="2" charset="0"/>
                <a:cs typeface="Helvetica Neue" charset="0"/>
              </a:endParaRPr>
            </a:p>
          </p:txBody>
        </p:sp>
        <p:sp>
          <p:nvSpPr>
            <p:cNvPr id="58" name="Rectangle 142">
              <a:extLst>
                <a:ext uri="{FF2B5EF4-FFF2-40B4-BE49-F238E27FC236}">
                  <a16:creationId xmlns:a16="http://schemas.microsoft.com/office/drawing/2014/main" id="{F94E21C0-4E62-46BD-80DD-BD8C9D2C987E}"/>
                </a:ext>
              </a:extLst>
            </p:cNvPr>
            <p:cNvSpPr/>
            <p:nvPr/>
          </p:nvSpPr>
          <p:spPr bwMode="auto">
            <a:xfrm>
              <a:off x="5085351" y="2746550"/>
              <a:ext cx="826089" cy="333327"/>
            </a:xfrm>
            <a:prstGeom prst="rect">
              <a:avLst/>
            </a:prstGeom>
            <a:solidFill>
              <a:schemeClr val="accent1">
                <a:lumMod val="20000"/>
                <a:lumOff val="80000"/>
              </a:schemeClr>
            </a:solidFill>
            <a:ln w="254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050" kern="0" dirty="0">
                <a:solidFill>
                  <a:srgbClr val="000000"/>
                </a:solidFill>
                <a:latin typeface="Consolas" panose="020B0609020204030204" pitchFamily="49" charset="0"/>
                <a:ea typeface="Roboto" panose="02000000000000000000" pitchFamily="2" charset="0"/>
                <a:cs typeface="Helvetica Neue" charset="0"/>
              </a:endParaRPr>
            </a:p>
          </p:txBody>
        </p:sp>
        <p:sp>
          <p:nvSpPr>
            <p:cNvPr id="59" name="Rectangle 143">
              <a:extLst>
                <a:ext uri="{FF2B5EF4-FFF2-40B4-BE49-F238E27FC236}">
                  <a16:creationId xmlns:a16="http://schemas.microsoft.com/office/drawing/2014/main" id="{D355DC5E-E2B2-4771-8713-09C1BC74146C}"/>
                </a:ext>
              </a:extLst>
            </p:cNvPr>
            <p:cNvSpPr/>
            <p:nvPr/>
          </p:nvSpPr>
          <p:spPr bwMode="auto">
            <a:xfrm>
              <a:off x="3317822" y="2746550"/>
              <a:ext cx="852888" cy="333327"/>
            </a:xfrm>
            <a:prstGeom prst="rect">
              <a:avLst/>
            </a:prstGeom>
            <a:solidFill>
              <a:schemeClr val="accent4">
                <a:lumMod val="20000"/>
                <a:lumOff val="80000"/>
              </a:schemeClr>
            </a:solidFill>
            <a:ln w="25400" cap="flat" cmpd="sng" algn="ctr">
              <a:solidFill>
                <a:schemeClr val="tx1"/>
              </a:solidFill>
              <a:prstDash val="solid"/>
              <a:headEnd type="none" w="med" len="med"/>
              <a:tailEnd type="none" w="med" len="med"/>
            </a:ln>
            <a:effectLst/>
          </p:spPr>
          <p:txBody>
            <a:bodyPr anchor="ctr"/>
            <a:lstStyle/>
            <a:p>
              <a:pPr algn="ctr" defTabSz="685800">
                <a:tabLst>
                  <a:tab pos="266700" algn="l"/>
                  <a:tab pos="533400" algn="l"/>
                  <a:tab pos="800100" algn="l"/>
                  <a:tab pos="1066800" algn="l"/>
                  <a:tab pos="1333500" algn="l"/>
                  <a:tab pos="1600200" algn="l"/>
                  <a:tab pos="1866900" algn="l"/>
                  <a:tab pos="2133600" algn="l"/>
                  <a:tab pos="2400300" algn="l"/>
                  <a:tab pos="2667000" algn="l"/>
                  <a:tab pos="2933700" algn="l"/>
                  <a:tab pos="3200400" algn="l"/>
                </a:tabLst>
                <a:defRPr/>
              </a:pPr>
              <a:endParaRPr lang="en-US" sz="1050" kern="0" dirty="0">
                <a:solidFill>
                  <a:srgbClr val="000000"/>
                </a:solidFill>
                <a:latin typeface="Consolas" panose="020B0609020204030204" pitchFamily="49" charset="0"/>
                <a:ea typeface="Roboto" panose="02000000000000000000" pitchFamily="2" charset="0"/>
                <a:cs typeface="Helvetica Neue" charset="0"/>
              </a:endParaRPr>
            </a:p>
          </p:txBody>
        </p:sp>
        <mc:AlternateContent xmlns:mc="http://schemas.openxmlformats.org/markup-compatibility/2006" xmlns:a14="http://schemas.microsoft.com/office/drawing/2010/main">
          <mc:Choice Requires="a14">
            <p:sp>
              <p:nvSpPr>
                <p:cNvPr id="60" name="CuadroTexto 59">
                  <a:extLst>
                    <a:ext uri="{FF2B5EF4-FFF2-40B4-BE49-F238E27FC236}">
                      <a16:creationId xmlns:a16="http://schemas.microsoft.com/office/drawing/2014/main" id="{9311B63E-2266-4F2D-9503-716F8DFB70EA}"/>
                    </a:ext>
                  </a:extLst>
                </p:cNvPr>
                <p:cNvSpPr txBox="1"/>
                <p:nvPr/>
              </p:nvSpPr>
              <p:spPr>
                <a:xfrm>
                  <a:off x="2534120" y="2442000"/>
                  <a:ext cx="22448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F</m:t>
                            </m:r>
                          </m:e>
                          <m:sub>
                            <m:r>
                              <a:rPr lang="es-MX" b="0" i="0" smtClean="0">
                                <a:latin typeface="Cambria Math" panose="02040503050406030204" pitchFamily="18" charset="0"/>
                                <a:ea typeface="Cambria Math" panose="02040503050406030204" pitchFamily="18" charset="0"/>
                              </a:rPr>
                              <m:t>1</m:t>
                            </m:r>
                          </m:sub>
                        </m:sSub>
                      </m:oMath>
                    </m:oMathPara>
                  </a14:m>
                  <a:endParaRPr lang="es-CO" dirty="0"/>
                </a:p>
              </p:txBody>
            </p:sp>
          </mc:Choice>
          <mc:Fallback xmlns="">
            <p:sp>
              <p:nvSpPr>
                <p:cNvPr id="60" name="CuadroTexto 59">
                  <a:extLst>
                    <a:ext uri="{FF2B5EF4-FFF2-40B4-BE49-F238E27FC236}">
                      <a16:creationId xmlns:a16="http://schemas.microsoft.com/office/drawing/2014/main" id="{9311B63E-2266-4F2D-9503-716F8DFB70EA}"/>
                    </a:ext>
                  </a:extLst>
                </p:cNvPr>
                <p:cNvSpPr txBox="1">
                  <a:spLocks noRot="1" noChangeAspect="1" noMove="1" noResize="1" noEditPoints="1" noAdjustHandles="1" noChangeArrowheads="1" noChangeShapeType="1" noTextEdit="1"/>
                </p:cNvSpPr>
                <p:nvPr/>
              </p:nvSpPr>
              <p:spPr>
                <a:xfrm>
                  <a:off x="2534120" y="2442000"/>
                  <a:ext cx="224484" cy="215444"/>
                </a:xfrm>
                <a:prstGeom prst="rect">
                  <a:avLst/>
                </a:prstGeom>
                <a:blipFill>
                  <a:blip r:embed="rId11"/>
                  <a:stretch>
                    <a:fillRect l="-16667" r="-5556" b="-1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1" name="CuadroTexto 60">
                  <a:extLst>
                    <a:ext uri="{FF2B5EF4-FFF2-40B4-BE49-F238E27FC236}">
                      <a16:creationId xmlns:a16="http://schemas.microsoft.com/office/drawing/2014/main" id="{255793D2-51FC-4363-8549-F034E3F22938}"/>
                    </a:ext>
                  </a:extLst>
                </p:cNvPr>
                <p:cNvSpPr txBox="1"/>
                <p:nvPr/>
              </p:nvSpPr>
              <p:spPr>
                <a:xfrm>
                  <a:off x="3647215" y="2442000"/>
                  <a:ext cx="22865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F</m:t>
                            </m:r>
                          </m:e>
                          <m:sub>
                            <m:r>
                              <a:rPr lang="es-MX" b="0" i="0" smtClean="0">
                                <a:latin typeface="Cambria Math" panose="02040503050406030204" pitchFamily="18" charset="0"/>
                                <a:ea typeface="Cambria Math" panose="02040503050406030204" pitchFamily="18" charset="0"/>
                              </a:rPr>
                              <m:t>2</m:t>
                            </m:r>
                          </m:sub>
                        </m:sSub>
                      </m:oMath>
                    </m:oMathPara>
                  </a14:m>
                  <a:endParaRPr lang="es-CO" dirty="0"/>
                </a:p>
              </p:txBody>
            </p:sp>
          </mc:Choice>
          <mc:Fallback xmlns="">
            <p:sp>
              <p:nvSpPr>
                <p:cNvPr id="61" name="CuadroTexto 60">
                  <a:extLst>
                    <a:ext uri="{FF2B5EF4-FFF2-40B4-BE49-F238E27FC236}">
                      <a16:creationId xmlns:a16="http://schemas.microsoft.com/office/drawing/2014/main" id="{255793D2-51FC-4363-8549-F034E3F22938}"/>
                    </a:ext>
                  </a:extLst>
                </p:cNvPr>
                <p:cNvSpPr txBox="1">
                  <a:spLocks noRot="1" noChangeAspect="1" noMove="1" noResize="1" noEditPoints="1" noAdjustHandles="1" noChangeArrowheads="1" noChangeShapeType="1" noTextEdit="1"/>
                </p:cNvSpPr>
                <p:nvPr/>
              </p:nvSpPr>
              <p:spPr>
                <a:xfrm>
                  <a:off x="3647215" y="2442000"/>
                  <a:ext cx="228652" cy="215444"/>
                </a:xfrm>
                <a:prstGeom prst="rect">
                  <a:avLst/>
                </a:prstGeom>
                <a:blipFill>
                  <a:blip r:embed="rId12"/>
                  <a:stretch>
                    <a:fillRect l="-15789" r="-2632" b="-1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2" name="CuadroTexto 61">
                  <a:extLst>
                    <a:ext uri="{FF2B5EF4-FFF2-40B4-BE49-F238E27FC236}">
                      <a16:creationId xmlns:a16="http://schemas.microsoft.com/office/drawing/2014/main" id="{CB162371-F298-4F1C-B718-6FF86F3D287E}"/>
                    </a:ext>
                  </a:extLst>
                </p:cNvPr>
                <p:cNvSpPr txBox="1"/>
                <p:nvPr/>
              </p:nvSpPr>
              <p:spPr>
                <a:xfrm>
                  <a:off x="4490948" y="2442000"/>
                  <a:ext cx="22865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F</m:t>
                            </m:r>
                          </m:e>
                          <m:sub>
                            <m:r>
                              <a:rPr lang="es-MX" b="0" i="0" smtClean="0">
                                <a:latin typeface="Cambria Math" panose="02040503050406030204" pitchFamily="18" charset="0"/>
                                <a:ea typeface="Cambria Math" panose="02040503050406030204" pitchFamily="18" charset="0"/>
                              </a:rPr>
                              <m:t>3</m:t>
                            </m:r>
                          </m:sub>
                        </m:sSub>
                      </m:oMath>
                    </m:oMathPara>
                  </a14:m>
                  <a:endParaRPr lang="es-CO" dirty="0"/>
                </a:p>
              </p:txBody>
            </p:sp>
          </mc:Choice>
          <mc:Fallback xmlns="">
            <p:sp>
              <p:nvSpPr>
                <p:cNvPr id="62" name="CuadroTexto 61">
                  <a:extLst>
                    <a:ext uri="{FF2B5EF4-FFF2-40B4-BE49-F238E27FC236}">
                      <a16:creationId xmlns:a16="http://schemas.microsoft.com/office/drawing/2014/main" id="{CB162371-F298-4F1C-B718-6FF86F3D287E}"/>
                    </a:ext>
                  </a:extLst>
                </p:cNvPr>
                <p:cNvSpPr txBox="1">
                  <a:spLocks noRot="1" noChangeAspect="1" noMove="1" noResize="1" noEditPoints="1" noAdjustHandles="1" noChangeArrowheads="1" noChangeShapeType="1" noTextEdit="1"/>
                </p:cNvSpPr>
                <p:nvPr/>
              </p:nvSpPr>
              <p:spPr>
                <a:xfrm>
                  <a:off x="4490948" y="2442000"/>
                  <a:ext cx="228652" cy="215444"/>
                </a:xfrm>
                <a:prstGeom prst="rect">
                  <a:avLst/>
                </a:prstGeom>
                <a:blipFill>
                  <a:blip r:embed="rId13"/>
                  <a:stretch>
                    <a:fillRect l="-16216" r="-5405" b="-1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3" name="CuadroTexto 62">
                  <a:extLst>
                    <a:ext uri="{FF2B5EF4-FFF2-40B4-BE49-F238E27FC236}">
                      <a16:creationId xmlns:a16="http://schemas.microsoft.com/office/drawing/2014/main" id="{AED76F18-0099-44EC-9B3C-3E2D753B8F0C}"/>
                    </a:ext>
                  </a:extLst>
                </p:cNvPr>
                <p:cNvSpPr txBox="1"/>
                <p:nvPr/>
              </p:nvSpPr>
              <p:spPr>
                <a:xfrm>
                  <a:off x="5384069" y="2442454"/>
                  <a:ext cx="22865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F</m:t>
                            </m:r>
                          </m:e>
                          <m:sub>
                            <m:r>
                              <a:rPr lang="es-MX" b="0" i="0" smtClean="0">
                                <a:latin typeface="Cambria Math" panose="02040503050406030204" pitchFamily="18" charset="0"/>
                                <a:ea typeface="Cambria Math" panose="02040503050406030204" pitchFamily="18" charset="0"/>
                              </a:rPr>
                              <m:t>4</m:t>
                            </m:r>
                          </m:sub>
                        </m:sSub>
                      </m:oMath>
                    </m:oMathPara>
                  </a14:m>
                  <a:endParaRPr lang="es-CO" dirty="0"/>
                </a:p>
              </p:txBody>
            </p:sp>
          </mc:Choice>
          <mc:Fallback xmlns="">
            <p:sp>
              <p:nvSpPr>
                <p:cNvPr id="63" name="CuadroTexto 62">
                  <a:extLst>
                    <a:ext uri="{FF2B5EF4-FFF2-40B4-BE49-F238E27FC236}">
                      <a16:creationId xmlns:a16="http://schemas.microsoft.com/office/drawing/2014/main" id="{AED76F18-0099-44EC-9B3C-3E2D753B8F0C}"/>
                    </a:ext>
                  </a:extLst>
                </p:cNvPr>
                <p:cNvSpPr txBox="1">
                  <a:spLocks noRot="1" noChangeAspect="1" noMove="1" noResize="1" noEditPoints="1" noAdjustHandles="1" noChangeArrowheads="1" noChangeShapeType="1" noTextEdit="1"/>
                </p:cNvSpPr>
                <p:nvPr/>
              </p:nvSpPr>
              <p:spPr>
                <a:xfrm>
                  <a:off x="5384069" y="2442454"/>
                  <a:ext cx="228652" cy="215444"/>
                </a:xfrm>
                <a:prstGeom prst="rect">
                  <a:avLst/>
                </a:prstGeom>
                <a:blipFill>
                  <a:blip r:embed="rId14"/>
                  <a:stretch>
                    <a:fillRect l="-15789" r="-2632" b="-1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4" name="CuadroTexto 63">
                  <a:extLst>
                    <a:ext uri="{FF2B5EF4-FFF2-40B4-BE49-F238E27FC236}">
                      <a16:creationId xmlns:a16="http://schemas.microsoft.com/office/drawing/2014/main" id="{0F59022E-7ECD-4CE5-A61B-B3BA8F6014E1}"/>
                    </a:ext>
                  </a:extLst>
                </p:cNvPr>
                <p:cNvSpPr txBox="1"/>
                <p:nvPr/>
              </p:nvSpPr>
              <p:spPr>
                <a:xfrm>
                  <a:off x="2542224" y="2805492"/>
                  <a:ext cx="224484"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L</m:t>
                            </m:r>
                          </m:e>
                          <m:sub>
                            <m:r>
                              <a:rPr lang="es-MX" b="0" i="0" smtClean="0">
                                <a:latin typeface="Cambria Math" panose="02040503050406030204" pitchFamily="18" charset="0"/>
                                <a:ea typeface="Cambria Math" panose="02040503050406030204" pitchFamily="18" charset="0"/>
                              </a:rPr>
                              <m:t>1</m:t>
                            </m:r>
                          </m:sub>
                        </m:sSub>
                      </m:oMath>
                    </m:oMathPara>
                  </a14:m>
                  <a:endParaRPr lang="es-CO" dirty="0"/>
                </a:p>
              </p:txBody>
            </p:sp>
          </mc:Choice>
          <mc:Fallback xmlns="">
            <p:sp>
              <p:nvSpPr>
                <p:cNvPr id="64" name="CuadroTexto 63">
                  <a:extLst>
                    <a:ext uri="{FF2B5EF4-FFF2-40B4-BE49-F238E27FC236}">
                      <a16:creationId xmlns:a16="http://schemas.microsoft.com/office/drawing/2014/main" id="{0F59022E-7ECD-4CE5-A61B-B3BA8F6014E1}"/>
                    </a:ext>
                  </a:extLst>
                </p:cNvPr>
                <p:cNvSpPr txBox="1">
                  <a:spLocks noRot="1" noChangeAspect="1" noMove="1" noResize="1" noEditPoints="1" noAdjustHandles="1" noChangeArrowheads="1" noChangeShapeType="1" noTextEdit="1"/>
                </p:cNvSpPr>
                <p:nvPr/>
              </p:nvSpPr>
              <p:spPr>
                <a:xfrm>
                  <a:off x="2542224" y="2805492"/>
                  <a:ext cx="224484" cy="215444"/>
                </a:xfrm>
                <a:prstGeom prst="rect">
                  <a:avLst/>
                </a:prstGeom>
                <a:blipFill>
                  <a:blip r:embed="rId15"/>
                  <a:stretch>
                    <a:fillRect l="-16216" r="-2703" b="-1388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5" name="CuadroTexto 64">
                  <a:extLst>
                    <a:ext uri="{FF2B5EF4-FFF2-40B4-BE49-F238E27FC236}">
                      <a16:creationId xmlns:a16="http://schemas.microsoft.com/office/drawing/2014/main" id="{8833BEB8-D540-4EBF-BD3F-59FCBD684580}"/>
                    </a:ext>
                  </a:extLst>
                </p:cNvPr>
                <p:cNvSpPr txBox="1"/>
                <p:nvPr/>
              </p:nvSpPr>
              <p:spPr>
                <a:xfrm>
                  <a:off x="3643530" y="2801150"/>
                  <a:ext cx="22865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L</m:t>
                            </m:r>
                          </m:e>
                          <m:sub>
                            <m:r>
                              <a:rPr lang="es-MX" b="0" i="0" smtClean="0">
                                <a:latin typeface="Cambria Math" panose="02040503050406030204" pitchFamily="18" charset="0"/>
                                <a:ea typeface="Cambria Math" panose="02040503050406030204" pitchFamily="18" charset="0"/>
                              </a:rPr>
                              <m:t>2</m:t>
                            </m:r>
                          </m:sub>
                        </m:sSub>
                      </m:oMath>
                    </m:oMathPara>
                  </a14:m>
                  <a:endParaRPr lang="es-CO" dirty="0"/>
                </a:p>
              </p:txBody>
            </p:sp>
          </mc:Choice>
          <mc:Fallback xmlns="">
            <p:sp>
              <p:nvSpPr>
                <p:cNvPr id="65" name="CuadroTexto 64">
                  <a:extLst>
                    <a:ext uri="{FF2B5EF4-FFF2-40B4-BE49-F238E27FC236}">
                      <a16:creationId xmlns:a16="http://schemas.microsoft.com/office/drawing/2014/main" id="{8833BEB8-D540-4EBF-BD3F-59FCBD684580}"/>
                    </a:ext>
                  </a:extLst>
                </p:cNvPr>
                <p:cNvSpPr txBox="1">
                  <a:spLocks noRot="1" noChangeAspect="1" noMove="1" noResize="1" noEditPoints="1" noAdjustHandles="1" noChangeArrowheads="1" noChangeShapeType="1" noTextEdit="1"/>
                </p:cNvSpPr>
                <p:nvPr/>
              </p:nvSpPr>
              <p:spPr>
                <a:xfrm>
                  <a:off x="3643530" y="2801150"/>
                  <a:ext cx="228652" cy="215444"/>
                </a:xfrm>
                <a:prstGeom prst="rect">
                  <a:avLst/>
                </a:prstGeom>
                <a:blipFill>
                  <a:blip r:embed="rId16"/>
                  <a:stretch>
                    <a:fillRect l="-16216" r="-5405" b="-1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6" name="CuadroTexto 65">
                  <a:extLst>
                    <a:ext uri="{FF2B5EF4-FFF2-40B4-BE49-F238E27FC236}">
                      <a16:creationId xmlns:a16="http://schemas.microsoft.com/office/drawing/2014/main" id="{3ACFAC02-786F-403D-B69F-48EC8FC14227}"/>
                    </a:ext>
                  </a:extLst>
                </p:cNvPr>
                <p:cNvSpPr txBox="1"/>
                <p:nvPr/>
              </p:nvSpPr>
              <p:spPr>
                <a:xfrm>
                  <a:off x="4529755" y="2793706"/>
                  <a:ext cx="22865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L</m:t>
                            </m:r>
                          </m:e>
                          <m:sub>
                            <m:r>
                              <a:rPr lang="es-MX" b="0" i="0" smtClean="0">
                                <a:latin typeface="Cambria Math" panose="02040503050406030204" pitchFamily="18" charset="0"/>
                                <a:ea typeface="Cambria Math" panose="02040503050406030204" pitchFamily="18" charset="0"/>
                              </a:rPr>
                              <m:t>3</m:t>
                            </m:r>
                          </m:sub>
                        </m:sSub>
                      </m:oMath>
                    </m:oMathPara>
                  </a14:m>
                  <a:endParaRPr lang="es-CO" dirty="0"/>
                </a:p>
              </p:txBody>
            </p:sp>
          </mc:Choice>
          <mc:Fallback xmlns="">
            <p:sp>
              <p:nvSpPr>
                <p:cNvPr id="66" name="CuadroTexto 65">
                  <a:extLst>
                    <a:ext uri="{FF2B5EF4-FFF2-40B4-BE49-F238E27FC236}">
                      <a16:creationId xmlns:a16="http://schemas.microsoft.com/office/drawing/2014/main" id="{3ACFAC02-786F-403D-B69F-48EC8FC14227}"/>
                    </a:ext>
                  </a:extLst>
                </p:cNvPr>
                <p:cNvSpPr txBox="1">
                  <a:spLocks noRot="1" noChangeAspect="1" noMove="1" noResize="1" noEditPoints="1" noAdjustHandles="1" noChangeArrowheads="1" noChangeShapeType="1" noTextEdit="1"/>
                </p:cNvSpPr>
                <p:nvPr/>
              </p:nvSpPr>
              <p:spPr>
                <a:xfrm>
                  <a:off x="4529755" y="2793706"/>
                  <a:ext cx="228652" cy="215444"/>
                </a:xfrm>
                <a:prstGeom prst="rect">
                  <a:avLst/>
                </a:prstGeom>
                <a:blipFill>
                  <a:blip r:embed="rId17"/>
                  <a:stretch>
                    <a:fillRect l="-16216" r="-5405" b="-1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67" name="CuadroTexto 66">
                  <a:extLst>
                    <a:ext uri="{FF2B5EF4-FFF2-40B4-BE49-F238E27FC236}">
                      <a16:creationId xmlns:a16="http://schemas.microsoft.com/office/drawing/2014/main" id="{F9A431AB-277A-4A88-B8F5-2D3ED7A4EF3C}"/>
                    </a:ext>
                  </a:extLst>
                </p:cNvPr>
                <p:cNvSpPr txBox="1"/>
                <p:nvPr/>
              </p:nvSpPr>
              <p:spPr>
                <a:xfrm>
                  <a:off x="5412056" y="2793706"/>
                  <a:ext cx="22865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L</m:t>
                            </m:r>
                          </m:e>
                          <m:sub>
                            <m:r>
                              <a:rPr lang="es-MX" b="0" i="0" smtClean="0">
                                <a:latin typeface="Cambria Math" panose="02040503050406030204" pitchFamily="18" charset="0"/>
                                <a:ea typeface="Cambria Math" panose="02040503050406030204" pitchFamily="18" charset="0"/>
                              </a:rPr>
                              <m:t>4</m:t>
                            </m:r>
                          </m:sub>
                        </m:sSub>
                      </m:oMath>
                    </m:oMathPara>
                  </a14:m>
                  <a:endParaRPr lang="es-CO" dirty="0"/>
                </a:p>
              </p:txBody>
            </p:sp>
          </mc:Choice>
          <mc:Fallback xmlns="">
            <p:sp>
              <p:nvSpPr>
                <p:cNvPr id="67" name="CuadroTexto 66">
                  <a:extLst>
                    <a:ext uri="{FF2B5EF4-FFF2-40B4-BE49-F238E27FC236}">
                      <a16:creationId xmlns:a16="http://schemas.microsoft.com/office/drawing/2014/main" id="{F9A431AB-277A-4A88-B8F5-2D3ED7A4EF3C}"/>
                    </a:ext>
                  </a:extLst>
                </p:cNvPr>
                <p:cNvSpPr txBox="1">
                  <a:spLocks noRot="1" noChangeAspect="1" noMove="1" noResize="1" noEditPoints="1" noAdjustHandles="1" noChangeArrowheads="1" noChangeShapeType="1" noTextEdit="1"/>
                </p:cNvSpPr>
                <p:nvPr/>
              </p:nvSpPr>
              <p:spPr>
                <a:xfrm>
                  <a:off x="5412056" y="2793706"/>
                  <a:ext cx="228652" cy="215444"/>
                </a:xfrm>
                <a:prstGeom prst="rect">
                  <a:avLst/>
                </a:prstGeom>
                <a:blipFill>
                  <a:blip r:embed="rId18"/>
                  <a:stretch>
                    <a:fillRect l="-16216" r="-5405" b="-17143"/>
                  </a:stretch>
                </a:blipFill>
              </p:spPr>
              <p:txBody>
                <a:bodyPr/>
                <a:lstStyle/>
                <a:p>
                  <a:r>
                    <a:rPr lang="es-CO">
                      <a:noFill/>
                    </a:rPr>
                    <a:t> </a:t>
                  </a:r>
                </a:p>
              </p:txBody>
            </p:sp>
          </mc:Fallback>
        </mc:AlternateContent>
        <p:cxnSp>
          <p:nvCxnSpPr>
            <p:cNvPr id="7" name="Conector recto de flecha 6">
              <a:extLst>
                <a:ext uri="{FF2B5EF4-FFF2-40B4-BE49-F238E27FC236}">
                  <a16:creationId xmlns:a16="http://schemas.microsoft.com/office/drawing/2014/main" id="{F37EEBE4-2A96-47DB-835F-275B2072C38F}"/>
                </a:ext>
              </a:extLst>
            </p:cNvPr>
            <p:cNvCxnSpPr>
              <a:stCxn id="64" idx="1"/>
              <a:endCxn id="56" idx="1"/>
            </p:cNvCxnSpPr>
            <p:nvPr/>
          </p:nvCxnSpPr>
          <p:spPr>
            <a:xfrm flipH="1">
              <a:off x="1962150" y="2913214"/>
              <a:ext cx="58007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ector recto de flecha 67">
              <a:extLst>
                <a:ext uri="{FF2B5EF4-FFF2-40B4-BE49-F238E27FC236}">
                  <a16:creationId xmlns:a16="http://schemas.microsoft.com/office/drawing/2014/main" id="{F9E21727-1BE8-421C-9AE6-65F055B6C2F6}"/>
                </a:ext>
              </a:extLst>
            </p:cNvPr>
            <p:cNvCxnSpPr>
              <a:cxnSpLocks/>
              <a:stCxn id="64" idx="3"/>
              <a:endCxn id="56" idx="3"/>
            </p:cNvCxnSpPr>
            <p:nvPr/>
          </p:nvCxnSpPr>
          <p:spPr>
            <a:xfrm>
              <a:off x="2766708" y="2913214"/>
              <a:ext cx="55111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ector recto de flecha 68">
              <a:extLst>
                <a:ext uri="{FF2B5EF4-FFF2-40B4-BE49-F238E27FC236}">
                  <a16:creationId xmlns:a16="http://schemas.microsoft.com/office/drawing/2014/main" id="{8B0B7B46-6752-4B03-A090-84455431C626}"/>
                </a:ext>
              </a:extLst>
            </p:cNvPr>
            <p:cNvCxnSpPr>
              <a:cxnSpLocks/>
            </p:cNvCxnSpPr>
            <p:nvPr/>
          </p:nvCxnSpPr>
          <p:spPr>
            <a:xfrm flipV="1">
              <a:off x="1955800" y="3105718"/>
              <a:ext cx="0" cy="3619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CuadroTexto 69">
                  <a:extLst>
                    <a:ext uri="{FF2B5EF4-FFF2-40B4-BE49-F238E27FC236}">
                      <a16:creationId xmlns:a16="http://schemas.microsoft.com/office/drawing/2014/main" id="{EBC8F3BB-A3FB-4490-815C-C1F8A0922BA2}"/>
                    </a:ext>
                  </a:extLst>
                </p:cNvPr>
                <p:cNvSpPr txBox="1"/>
                <p:nvPr/>
              </p:nvSpPr>
              <p:spPr>
                <a:xfrm>
                  <a:off x="1268851" y="3493509"/>
                  <a:ext cx="138659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solidFill>
                              <a:srgbClr val="FF0000"/>
                            </a:solidFill>
                            <a:latin typeface="Cambria Math" panose="02040503050406030204" pitchFamily="18" charset="0"/>
                            <a:ea typeface="Cambria Math" panose="02040503050406030204" pitchFamily="18" charset="0"/>
                          </a:rPr>
                          <m:t>Address</m:t>
                        </m:r>
                        <m:r>
                          <a:rPr lang="es-MX" b="0" i="0" smtClean="0">
                            <a:solidFill>
                              <a:srgbClr val="FF0000"/>
                            </a:solidFill>
                            <a:latin typeface="Cambria Math" panose="02040503050406030204" pitchFamily="18" charset="0"/>
                            <a:ea typeface="Cambria Math" panose="02040503050406030204" pitchFamily="18" charset="0"/>
                          </a:rPr>
                          <m:t> </m:t>
                        </m:r>
                        <m:r>
                          <m:rPr>
                            <m:sty m:val="p"/>
                          </m:rPr>
                          <a:rPr lang="es-MX" b="0" i="0" smtClean="0">
                            <a:solidFill>
                              <a:srgbClr val="FF0000"/>
                            </a:solidFill>
                            <a:latin typeface="Cambria Math" panose="02040503050406030204" pitchFamily="18" charset="0"/>
                            <a:ea typeface="Cambria Math" panose="02040503050406030204" pitchFamily="18" charset="0"/>
                          </a:rPr>
                          <m:t>Base</m:t>
                        </m:r>
                        <m:r>
                          <a:rPr lang="es-MX" b="0" i="0" smtClean="0">
                            <a:solidFill>
                              <a:srgbClr val="FF0000"/>
                            </a:solidFill>
                            <a:latin typeface="Cambria Math" panose="02040503050406030204" pitchFamily="18" charset="0"/>
                            <a:ea typeface="Cambria Math" panose="02040503050406030204" pitchFamily="18" charset="0"/>
                          </a:rPr>
                          <m:t> (</m:t>
                        </m:r>
                        <m:r>
                          <a:rPr lang="es-MX" b="1" i="0" smtClean="0">
                            <a:solidFill>
                              <a:srgbClr val="FF0000"/>
                            </a:solidFill>
                            <a:latin typeface="Cambria Math" panose="02040503050406030204" pitchFamily="18" charset="0"/>
                            <a:ea typeface="Cambria Math" panose="02040503050406030204" pitchFamily="18" charset="0"/>
                          </a:rPr>
                          <m:t>𝐁</m:t>
                        </m:r>
                        <m:r>
                          <a:rPr lang="es-MX" b="0" i="0" smtClean="0">
                            <a:solidFill>
                              <a:srgbClr val="FF0000"/>
                            </a:solidFill>
                            <a:latin typeface="Cambria Math" panose="02040503050406030204" pitchFamily="18" charset="0"/>
                            <a:ea typeface="Cambria Math" panose="02040503050406030204" pitchFamily="18" charset="0"/>
                          </a:rPr>
                          <m:t>)</m:t>
                        </m:r>
                      </m:oMath>
                    </m:oMathPara>
                  </a14:m>
                  <a:endParaRPr lang="es-CO" dirty="0">
                    <a:solidFill>
                      <a:srgbClr val="FF0000"/>
                    </a:solidFill>
                  </a:endParaRPr>
                </a:p>
              </p:txBody>
            </p:sp>
          </mc:Choice>
          <mc:Fallback xmlns="">
            <p:sp>
              <p:nvSpPr>
                <p:cNvPr id="70" name="CuadroTexto 69">
                  <a:extLst>
                    <a:ext uri="{FF2B5EF4-FFF2-40B4-BE49-F238E27FC236}">
                      <a16:creationId xmlns:a16="http://schemas.microsoft.com/office/drawing/2014/main" id="{EBC8F3BB-A3FB-4490-815C-C1F8A0922BA2}"/>
                    </a:ext>
                  </a:extLst>
                </p:cNvPr>
                <p:cNvSpPr txBox="1">
                  <a:spLocks noRot="1" noChangeAspect="1" noMove="1" noResize="1" noEditPoints="1" noAdjustHandles="1" noChangeArrowheads="1" noChangeShapeType="1" noTextEdit="1"/>
                </p:cNvSpPr>
                <p:nvPr/>
              </p:nvSpPr>
              <p:spPr>
                <a:xfrm>
                  <a:off x="1268851" y="3493509"/>
                  <a:ext cx="1386597" cy="215444"/>
                </a:xfrm>
                <a:prstGeom prst="rect">
                  <a:avLst/>
                </a:prstGeom>
                <a:blipFill>
                  <a:blip r:embed="rId19"/>
                  <a:stretch>
                    <a:fillRect l="-2203" r="-3965" b="-33333"/>
                  </a:stretch>
                </a:blipFill>
              </p:spPr>
              <p:txBody>
                <a:bodyPr/>
                <a:lstStyle/>
                <a:p>
                  <a:r>
                    <a:rPr lang="es-CO">
                      <a:noFill/>
                    </a:rPr>
                    <a:t> </a:t>
                  </a:r>
                </a:p>
              </p:txBody>
            </p:sp>
          </mc:Fallback>
        </mc:AlternateContent>
        <p:cxnSp>
          <p:nvCxnSpPr>
            <p:cNvPr id="71" name="Conector recto de flecha 70">
              <a:extLst>
                <a:ext uri="{FF2B5EF4-FFF2-40B4-BE49-F238E27FC236}">
                  <a16:creationId xmlns:a16="http://schemas.microsoft.com/office/drawing/2014/main" id="{B1AA458D-A423-463A-BE58-8ABF38FE3AC8}"/>
                </a:ext>
              </a:extLst>
            </p:cNvPr>
            <p:cNvCxnSpPr>
              <a:cxnSpLocks/>
            </p:cNvCxnSpPr>
            <p:nvPr/>
          </p:nvCxnSpPr>
          <p:spPr>
            <a:xfrm flipV="1">
              <a:off x="4170709" y="3105718"/>
              <a:ext cx="0" cy="36195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CuadroTexto 71">
                  <a:extLst>
                    <a:ext uri="{FF2B5EF4-FFF2-40B4-BE49-F238E27FC236}">
                      <a16:creationId xmlns:a16="http://schemas.microsoft.com/office/drawing/2014/main" id="{9E3CB486-29B5-4B28-903F-89F391312638}"/>
                    </a:ext>
                  </a:extLst>
                </p:cNvPr>
                <p:cNvSpPr txBox="1"/>
                <p:nvPr/>
              </p:nvSpPr>
              <p:spPr>
                <a:xfrm>
                  <a:off x="3536410" y="3493509"/>
                  <a:ext cx="180248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solidFill>
                              <a:srgbClr val="7030A0"/>
                            </a:solidFill>
                            <a:latin typeface="Cambria Math" panose="02040503050406030204" pitchFamily="18" charset="0"/>
                            <a:ea typeface="Cambria Math" panose="02040503050406030204" pitchFamily="18" charset="0"/>
                          </a:rPr>
                          <m:t>Address</m:t>
                        </m:r>
                        <m:r>
                          <a:rPr lang="es-MX" b="0" i="0" smtClean="0">
                            <a:solidFill>
                              <a:srgbClr val="7030A0"/>
                            </a:solidFill>
                            <a:latin typeface="Cambria Math" panose="02040503050406030204" pitchFamily="18" charset="0"/>
                            <a:ea typeface="Cambria Math" panose="02040503050406030204" pitchFamily="18" charset="0"/>
                          </a:rPr>
                          <m:t>=</m:t>
                        </m:r>
                        <m:r>
                          <m:rPr>
                            <m:sty m:val="p"/>
                          </m:rPr>
                          <a:rPr lang="es-MX" b="0" i="0" smtClean="0">
                            <a:solidFill>
                              <a:srgbClr val="7030A0"/>
                            </a:solidFill>
                            <a:latin typeface="Cambria Math" panose="02040503050406030204" pitchFamily="18" charset="0"/>
                            <a:ea typeface="Cambria Math" panose="02040503050406030204" pitchFamily="18" charset="0"/>
                          </a:rPr>
                          <m:t>B</m:t>
                        </m:r>
                        <m:r>
                          <a:rPr lang="es-MX" b="0" i="0" smtClean="0">
                            <a:solidFill>
                              <a:srgbClr val="7030A0"/>
                            </a:solidFill>
                            <a:latin typeface="Cambria Math" panose="02040503050406030204" pitchFamily="18" charset="0"/>
                            <a:ea typeface="Cambria Math" panose="02040503050406030204" pitchFamily="18" charset="0"/>
                          </a:rPr>
                          <m:t>+</m:t>
                        </m:r>
                        <m:sSub>
                          <m:sSubPr>
                            <m:ctrlPr>
                              <a:rPr lang="es-MX" b="0" i="1" smtClean="0">
                                <a:solidFill>
                                  <a:srgbClr val="7030A0"/>
                                </a:solidFill>
                                <a:latin typeface="Cambria Math" panose="02040503050406030204" pitchFamily="18" charset="0"/>
                                <a:ea typeface="Cambria Math" panose="02040503050406030204" pitchFamily="18" charset="0"/>
                              </a:rPr>
                            </m:ctrlPr>
                          </m:sSubPr>
                          <m:e>
                            <m:r>
                              <m:rPr>
                                <m:sty m:val="p"/>
                              </m:rPr>
                              <a:rPr lang="es-MX" b="0" i="0" smtClean="0">
                                <a:solidFill>
                                  <a:srgbClr val="7030A0"/>
                                </a:solidFill>
                                <a:latin typeface="Cambria Math" panose="02040503050406030204" pitchFamily="18" charset="0"/>
                                <a:ea typeface="Cambria Math" panose="02040503050406030204" pitchFamily="18" charset="0"/>
                              </a:rPr>
                              <m:t>L</m:t>
                            </m:r>
                          </m:e>
                          <m:sub>
                            <m:r>
                              <a:rPr lang="es-MX" b="0" i="1" smtClean="0">
                                <a:solidFill>
                                  <a:srgbClr val="7030A0"/>
                                </a:solidFill>
                                <a:latin typeface="Cambria Math" panose="02040503050406030204" pitchFamily="18" charset="0"/>
                                <a:ea typeface="Cambria Math" panose="02040503050406030204" pitchFamily="18" charset="0"/>
                              </a:rPr>
                              <m:t>1</m:t>
                            </m:r>
                          </m:sub>
                        </m:sSub>
                        <m:r>
                          <a:rPr lang="es-MX" b="0" i="1" smtClean="0">
                            <a:solidFill>
                              <a:srgbClr val="7030A0"/>
                            </a:solidFill>
                            <a:latin typeface="Cambria Math" panose="02040503050406030204" pitchFamily="18" charset="0"/>
                            <a:ea typeface="Cambria Math" panose="02040503050406030204" pitchFamily="18" charset="0"/>
                          </a:rPr>
                          <m:t>+</m:t>
                        </m:r>
                        <m:sSub>
                          <m:sSubPr>
                            <m:ctrlPr>
                              <a:rPr lang="es-MX" b="0" i="1" smtClean="0">
                                <a:solidFill>
                                  <a:srgbClr val="7030A0"/>
                                </a:solidFill>
                                <a:latin typeface="Cambria Math" panose="02040503050406030204" pitchFamily="18" charset="0"/>
                                <a:ea typeface="Cambria Math" panose="02040503050406030204" pitchFamily="18" charset="0"/>
                              </a:rPr>
                            </m:ctrlPr>
                          </m:sSubPr>
                          <m:e>
                            <m:r>
                              <a:rPr lang="es-MX" b="0" i="1" smtClean="0">
                                <a:solidFill>
                                  <a:srgbClr val="7030A0"/>
                                </a:solidFill>
                                <a:latin typeface="Cambria Math" panose="02040503050406030204" pitchFamily="18" charset="0"/>
                                <a:ea typeface="Cambria Math" panose="02040503050406030204" pitchFamily="18" charset="0"/>
                              </a:rPr>
                              <m:t>𝐿</m:t>
                            </m:r>
                          </m:e>
                          <m:sub>
                            <m:r>
                              <a:rPr lang="es-MX" b="0" i="1" smtClean="0">
                                <a:solidFill>
                                  <a:srgbClr val="7030A0"/>
                                </a:solidFill>
                                <a:latin typeface="Cambria Math" panose="02040503050406030204" pitchFamily="18" charset="0"/>
                                <a:ea typeface="Cambria Math" panose="02040503050406030204" pitchFamily="18" charset="0"/>
                              </a:rPr>
                              <m:t>2</m:t>
                            </m:r>
                          </m:sub>
                        </m:sSub>
                      </m:oMath>
                    </m:oMathPara>
                  </a14:m>
                  <a:endParaRPr lang="es-CO" dirty="0">
                    <a:solidFill>
                      <a:srgbClr val="7030A0"/>
                    </a:solidFill>
                  </a:endParaRPr>
                </a:p>
              </p:txBody>
            </p:sp>
          </mc:Choice>
          <mc:Fallback xmlns="">
            <p:sp>
              <p:nvSpPr>
                <p:cNvPr id="72" name="CuadroTexto 71">
                  <a:extLst>
                    <a:ext uri="{FF2B5EF4-FFF2-40B4-BE49-F238E27FC236}">
                      <a16:creationId xmlns:a16="http://schemas.microsoft.com/office/drawing/2014/main" id="{9E3CB486-29B5-4B28-903F-89F391312638}"/>
                    </a:ext>
                  </a:extLst>
                </p:cNvPr>
                <p:cNvSpPr txBox="1">
                  <a:spLocks noRot="1" noChangeAspect="1" noMove="1" noResize="1" noEditPoints="1" noAdjustHandles="1" noChangeArrowheads="1" noChangeShapeType="1" noTextEdit="1"/>
                </p:cNvSpPr>
                <p:nvPr/>
              </p:nvSpPr>
              <p:spPr>
                <a:xfrm>
                  <a:off x="3536410" y="3493509"/>
                  <a:ext cx="1802480" cy="215444"/>
                </a:xfrm>
                <a:prstGeom prst="rect">
                  <a:avLst/>
                </a:prstGeom>
                <a:blipFill>
                  <a:blip r:embed="rId20"/>
                  <a:stretch>
                    <a:fillRect l="-1689" b="-13889"/>
                  </a:stretch>
                </a:blipFill>
              </p:spPr>
              <p:txBody>
                <a:bodyPr/>
                <a:lstStyle/>
                <a:p>
                  <a:r>
                    <a:rPr lang="es-CO">
                      <a:noFill/>
                    </a:rPr>
                    <a:t> </a:t>
                  </a:r>
                </a:p>
              </p:txBody>
            </p:sp>
          </mc:Fallback>
        </mc:AlternateContent>
      </p:grpSp>
      <p:cxnSp>
        <p:nvCxnSpPr>
          <p:cNvPr id="17" name="Conector recto 16">
            <a:extLst>
              <a:ext uri="{FF2B5EF4-FFF2-40B4-BE49-F238E27FC236}">
                <a16:creationId xmlns:a16="http://schemas.microsoft.com/office/drawing/2014/main" id="{BA04DA0C-433E-469C-A875-B464863461C2}"/>
              </a:ext>
            </a:extLst>
          </p:cNvPr>
          <p:cNvCxnSpPr>
            <a:cxnSpLocks/>
          </p:cNvCxnSpPr>
          <p:nvPr/>
        </p:nvCxnSpPr>
        <p:spPr>
          <a:xfrm flipV="1">
            <a:off x="2064811" y="3285026"/>
            <a:ext cx="3854986" cy="1508681"/>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p:cxnSp>
        <p:nvCxnSpPr>
          <p:cNvPr id="73" name="Conector recto 72">
            <a:extLst>
              <a:ext uri="{FF2B5EF4-FFF2-40B4-BE49-F238E27FC236}">
                <a16:creationId xmlns:a16="http://schemas.microsoft.com/office/drawing/2014/main" id="{489CC5C0-6017-4B9D-A4F9-7C785D5D4BE5}"/>
              </a:ext>
            </a:extLst>
          </p:cNvPr>
          <p:cNvCxnSpPr>
            <a:cxnSpLocks/>
          </p:cNvCxnSpPr>
          <p:nvPr/>
        </p:nvCxnSpPr>
        <p:spPr>
          <a:xfrm flipV="1">
            <a:off x="6020451" y="3285026"/>
            <a:ext cx="617101" cy="1491522"/>
          </a:xfrm>
          <a:prstGeom prst="line">
            <a:avLst/>
          </a:prstGeom>
          <a:ln>
            <a:solidFill>
              <a:schemeClr val="accent2"/>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CuadroTexto 76">
                <a:extLst>
                  <a:ext uri="{FF2B5EF4-FFF2-40B4-BE49-F238E27FC236}">
                    <a16:creationId xmlns:a16="http://schemas.microsoft.com/office/drawing/2014/main" id="{002E004C-5EAF-45F3-BA62-E20E6A3C0C67}"/>
                  </a:ext>
                </a:extLst>
              </p:cNvPr>
              <p:cNvSpPr txBox="1"/>
              <p:nvPr/>
            </p:nvSpPr>
            <p:spPr>
              <a:xfrm>
                <a:off x="1432803" y="6279148"/>
                <a:ext cx="1856790" cy="246221"/>
              </a:xfrm>
              <a:prstGeom prst="rect">
                <a:avLst/>
              </a:prstGeom>
              <a:noFill/>
            </p:spPr>
            <p:txBody>
              <a:bodyPr wrap="none" lIns="0" tIns="0" rIns="0" bIns="0" rtlCol="0">
                <a:spAutoFit/>
              </a:bodyPr>
              <a:lstStyle/>
              <a:p>
                <a14:m>
                  <m:oMath xmlns:m="http://schemas.openxmlformats.org/officeDocument/2006/math">
                    <m:sSub>
                      <m:sSubPr>
                        <m:ctrlPr>
                          <a:rPr lang="es-MX" sz="1600" b="1" i="1" smtClean="0">
                            <a:latin typeface="Cambria Math" panose="02040503050406030204" pitchFamily="18" charset="0"/>
                            <a:ea typeface="Cambria Math" panose="02040503050406030204" pitchFamily="18" charset="0"/>
                          </a:rPr>
                        </m:ctrlPr>
                      </m:sSubPr>
                      <m:e>
                        <m:r>
                          <a:rPr lang="es-MX" sz="1600" b="1" i="0" smtClean="0">
                            <a:latin typeface="Cambria Math" panose="02040503050406030204" pitchFamily="18" charset="0"/>
                            <a:ea typeface="Cambria Math" panose="02040503050406030204" pitchFamily="18" charset="0"/>
                          </a:rPr>
                          <m:t>𝐋</m:t>
                        </m:r>
                      </m:e>
                      <m:sub>
                        <m:r>
                          <a:rPr lang="es-MX" sz="1600" b="1" i="1" smtClean="0">
                            <a:latin typeface="Cambria Math" panose="02040503050406030204" pitchFamily="18" charset="0"/>
                            <a:ea typeface="Cambria Math" panose="02040503050406030204" pitchFamily="18" charset="0"/>
                          </a:rPr>
                          <m:t>𝒊</m:t>
                        </m:r>
                      </m:sub>
                    </m:sSub>
                  </m:oMath>
                </a14:m>
                <a:r>
                  <a:rPr lang="es-CO" sz="1600" dirty="0"/>
                  <a:t>: Longitud campo </a:t>
                </a:r>
                <a:r>
                  <a:rPr lang="es-CO" sz="1600" i="1" dirty="0"/>
                  <a:t>i</a:t>
                </a:r>
              </a:p>
            </p:txBody>
          </p:sp>
        </mc:Choice>
        <mc:Fallback xmlns="">
          <p:sp>
            <p:nvSpPr>
              <p:cNvPr id="77" name="CuadroTexto 76">
                <a:extLst>
                  <a:ext uri="{FF2B5EF4-FFF2-40B4-BE49-F238E27FC236}">
                    <a16:creationId xmlns:a16="http://schemas.microsoft.com/office/drawing/2014/main" id="{002E004C-5EAF-45F3-BA62-E20E6A3C0C67}"/>
                  </a:ext>
                </a:extLst>
              </p:cNvPr>
              <p:cNvSpPr txBox="1">
                <a:spLocks noRot="1" noChangeAspect="1" noMove="1" noResize="1" noEditPoints="1" noAdjustHandles="1" noChangeArrowheads="1" noChangeShapeType="1" noTextEdit="1"/>
              </p:cNvSpPr>
              <p:nvPr/>
            </p:nvSpPr>
            <p:spPr>
              <a:xfrm>
                <a:off x="1432803" y="6279148"/>
                <a:ext cx="1856790" cy="246221"/>
              </a:xfrm>
              <a:prstGeom prst="rect">
                <a:avLst/>
              </a:prstGeom>
              <a:blipFill>
                <a:blip r:embed="rId21"/>
                <a:stretch>
                  <a:fillRect l="-3607" t="-25000" r="-5246" b="-525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78" name="CuadroTexto 77">
                <a:extLst>
                  <a:ext uri="{FF2B5EF4-FFF2-40B4-BE49-F238E27FC236}">
                    <a16:creationId xmlns:a16="http://schemas.microsoft.com/office/drawing/2014/main" id="{3091E51E-39AA-4519-B3D5-9A1063FD6689}"/>
                  </a:ext>
                </a:extLst>
              </p:cNvPr>
              <p:cNvSpPr txBox="1"/>
              <p:nvPr/>
            </p:nvSpPr>
            <p:spPr>
              <a:xfrm>
                <a:off x="1408422" y="5978697"/>
                <a:ext cx="1042080" cy="246221"/>
              </a:xfrm>
              <a:prstGeom prst="rect">
                <a:avLst/>
              </a:prstGeom>
              <a:noFill/>
            </p:spPr>
            <p:txBody>
              <a:bodyPr wrap="none" lIns="0" tIns="0" rIns="0" bIns="0" rtlCol="0">
                <a:spAutoFit/>
              </a:bodyPr>
              <a:lstStyle/>
              <a:p>
                <a14:m>
                  <m:oMath xmlns:m="http://schemas.openxmlformats.org/officeDocument/2006/math">
                    <m:sSub>
                      <m:sSubPr>
                        <m:ctrlPr>
                          <a:rPr lang="es-MX" sz="1600" b="1" i="1" smtClean="0">
                            <a:latin typeface="Cambria Math" panose="02040503050406030204" pitchFamily="18" charset="0"/>
                            <a:ea typeface="Cambria Math" panose="02040503050406030204" pitchFamily="18" charset="0"/>
                          </a:rPr>
                        </m:ctrlPr>
                      </m:sSubPr>
                      <m:e>
                        <m:r>
                          <a:rPr lang="es-MX" sz="1600" b="1" i="0" smtClean="0">
                            <a:latin typeface="Cambria Math" panose="02040503050406030204" pitchFamily="18" charset="0"/>
                            <a:ea typeface="Cambria Math" panose="02040503050406030204" pitchFamily="18" charset="0"/>
                          </a:rPr>
                          <m:t>𝐅</m:t>
                        </m:r>
                      </m:e>
                      <m:sub>
                        <m:r>
                          <a:rPr lang="es-MX" sz="1600" b="1" i="1" smtClean="0">
                            <a:latin typeface="Cambria Math" panose="02040503050406030204" pitchFamily="18" charset="0"/>
                            <a:ea typeface="Cambria Math" panose="02040503050406030204" pitchFamily="18" charset="0"/>
                          </a:rPr>
                          <m:t>𝒊</m:t>
                        </m:r>
                      </m:sub>
                    </m:sSub>
                  </m:oMath>
                </a14:m>
                <a:r>
                  <a:rPr lang="es-CO" sz="1600" dirty="0"/>
                  <a:t>: Campo </a:t>
                </a:r>
                <a:r>
                  <a:rPr lang="es-CO" sz="1600" i="1" dirty="0"/>
                  <a:t>i</a:t>
                </a:r>
              </a:p>
            </p:txBody>
          </p:sp>
        </mc:Choice>
        <mc:Fallback xmlns="">
          <p:sp>
            <p:nvSpPr>
              <p:cNvPr id="78" name="CuadroTexto 77">
                <a:extLst>
                  <a:ext uri="{FF2B5EF4-FFF2-40B4-BE49-F238E27FC236}">
                    <a16:creationId xmlns:a16="http://schemas.microsoft.com/office/drawing/2014/main" id="{3091E51E-39AA-4519-B3D5-9A1063FD6689}"/>
                  </a:ext>
                </a:extLst>
              </p:cNvPr>
              <p:cNvSpPr txBox="1">
                <a:spLocks noRot="1" noChangeAspect="1" noMove="1" noResize="1" noEditPoints="1" noAdjustHandles="1" noChangeArrowheads="1" noChangeShapeType="1" noTextEdit="1"/>
              </p:cNvSpPr>
              <p:nvPr/>
            </p:nvSpPr>
            <p:spPr>
              <a:xfrm>
                <a:off x="1408422" y="5978697"/>
                <a:ext cx="1042080" cy="246221"/>
              </a:xfrm>
              <a:prstGeom prst="rect">
                <a:avLst/>
              </a:prstGeom>
              <a:blipFill>
                <a:blip r:embed="rId22"/>
                <a:stretch>
                  <a:fillRect l="-6433" t="-27500" r="-10526" b="-50000"/>
                </a:stretch>
              </a:blipFill>
            </p:spPr>
            <p:txBody>
              <a:bodyPr/>
              <a:lstStyle/>
              <a:p>
                <a:r>
                  <a:rPr lang="es-CO">
                    <a:noFill/>
                  </a:rPr>
                  <a:t> </a:t>
                </a:r>
              </a:p>
            </p:txBody>
          </p:sp>
        </mc:Fallback>
      </mc:AlternateContent>
      <p:grpSp>
        <p:nvGrpSpPr>
          <p:cNvPr id="2" name="Grupo 1">
            <a:extLst>
              <a:ext uri="{FF2B5EF4-FFF2-40B4-BE49-F238E27FC236}">
                <a16:creationId xmlns:a16="http://schemas.microsoft.com/office/drawing/2014/main" id="{B0D202A4-73E0-426A-A9F2-939BC18C885F}"/>
              </a:ext>
            </a:extLst>
          </p:cNvPr>
          <p:cNvGrpSpPr/>
          <p:nvPr/>
        </p:nvGrpSpPr>
        <p:grpSpPr>
          <a:xfrm>
            <a:off x="5919797" y="2619248"/>
            <a:ext cx="5092118" cy="666914"/>
            <a:chOff x="5919797" y="2619248"/>
            <a:chExt cx="5092118" cy="666914"/>
          </a:xfrm>
        </p:grpSpPr>
        <p:sp>
          <p:nvSpPr>
            <p:cNvPr id="29" name="Rectángulo 28">
              <a:extLst>
                <a:ext uri="{FF2B5EF4-FFF2-40B4-BE49-F238E27FC236}">
                  <a16:creationId xmlns:a16="http://schemas.microsoft.com/office/drawing/2014/main" id="{29AD897D-1D3F-4FFB-9475-1E9438AC381D}"/>
                </a:ext>
              </a:extLst>
            </p:cNvPr>
            <p:cNvSpPr/>
            <p:nvPr/>
          </p:nvSpPr>
          <p:spPr>
            <a:xfrm>
              <a:off x="5919797" y="2884666"/>
              <a:ext cx="717755"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0" name="Rectángulo 29">
              <a:extLst>
                <a:ext uri="{FF2B5EF4-FFF2-40B4-BE49-F238E27FC236}">
                  <a16:creationId xmlns:a16="http://schemas.microsoft.com/office/drawing/2014/main" id="{6744B16C-BB81-4930-B66F-CDEE73A57152}"/>
                </a:ext>
              </a:extLst>
            </p:cNvPr>
            <p:cNvSpPr/>
            <p:nvPr/>
          </p:nvSpPr>
          <p:spPr>
            <a:xfrm>
              <a:off x="6638878" y="2884666"/>
              <a:ext cx="717755"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2" name="Rectángulo 31">
              <a:extLst>
                <a:ext uri="{FF2B5EF4-FFF2-40B4-BE49-F238E27FC236}">
                  <a16:creationId xmlns:a16="http://schemas.microsoft.com/office/drawing/2014/main" id="{ABE9452C-CAC1-446D-8276-8363571A542B}"/>
                </a:ext>
              </a:extLst>
            </p:cNvPr>
            <p:cNvSpPr/>
            <p:nvPr/>
          </p:nvSpPr>
          <p:spPr>
            <a:xfrm>
              <a:off x="9312926" y="2884666"/>
              <a:ext cx="964598" cy="400360"/>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6" name="Rectángulo 35">
              <a:extLst>
                <a:ext uri="{FF2B5EF4-FFF2-40B4-BE49-F238E27FC236}">
                  <a16:creationId xmlns:a16="http://schemas.microsoft.com/office/drawing/2014/main" id="{3611F064-7447-4F63-969C-92CBBBDE251C}"/>
                </a:ext>
              </a:extLst>
            </p:cNvPr>
            <p:cNvSpPr/>
            <p:nvPr/>
          </p:nvSpPr>
          <p:spPr>
            <a:xfrm>
              <a:off x="7356633" y="2884666"/>
              <a:ext cx="1237212"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7" name="Rectángulo 26">
              <a:extLst>
                <a:ext uri="{FF2B5EF4-FFF2-40B4-BE49-F238E27FC236}">
                  <a16:creationId xmlns:a16="http://schemas.microsoft.com/office/drawing/2014/main" id="{74F314F9-258C-4F4F-8175-EF84E2CF86A7}"/>
                </a:ext>
              </a:extLst>
            </p:cNvPr>
            <p:cNvSpPr/>
            <p:nvPr/>
          </p:nvSpPr>
          <p:spPr>
            <a:xfrm>
              <a:off x="8593845" y="2884666"/>
              <a:ext cx="717755"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38" name="CuadroTexto 37">
                  <a:extLst>
                    <a:ext uri="{FF2B5EF4-FFF2-40B4-BE49-F238E27FC236}">
                      <a16:creationId xmlns:a16="http://schemas.microsoft.com/office/drawing/2014/main" id="{F3EAADBC-1878-456A-A0DF-2864E9D60E15}"/>
                    </a:ext>
                  </a:extLst>
                </p:cNvPr>
                <p:cNvSpPr txBox="1"/>
                <p:nvPr/>
              </p:nvSpPr>
              <p:spPr>
                <a:xfrm>
                  <a:off x="7873448" y="2977124"/>
                  <a:ext cx="2035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38" name="CuadroTexto 37">
                  <a:extLst>
                    <a:ext uri="{FF2B5EF4-FFF2-40B4-BE49-F238E27FC236}">
                      <a16:creationId xmlns:a16="http://schemas.microsoft.com/office/drawing/2014/main" id="{F3EAADBC-1878-456A-A0DF-2864E9D60E15}"/>
                    </a:ext>
                  </a:extLst>
                </p:cNvPr>
                <p:cNvSpPr txBox="1">
                  <a:spLocks noRot="1" noChangeAspect="1" noMove="1" noResize="1" noEditPoints="1" noAdjustHandles="1" noChangeArrowheads="1" noChangeShapeType="1" noTextEdit="1"/>
                </p:cNvSpPr>
                <p:nvPr/>
              </p:nvSpPr>
              <p:spPr>
                <a:xfrm>
                  <a:off x="7873448" y="2977124"/>
                  <a:ext cx="203581" cy="215444"/>
                </a:xfrm>
                <a:prstGeom prst="rect">
                  <a:avLst/>
                </a:prstGeom>
                <a:blipFill>
                  <a:blip r:embed="rId23"/>
                  <a:stretch>
                    <a:fillRect l="-6061" r="-303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9" name="CuadroTexto 38">
                  <a:extLst>
                    <a:ext uri="{FF2B5EF4-FFF2-40B4-BE49-F238E27FC236}">
                      <a16:creationId xmlns:a16="http://schemas.microsoft.com/office/drawing/2014/main" id="{3859FD93-B7AE-4F8C-BBE3-0F7665ADFEB5}"/>
                    </a:ext>
                  </a:extLst>
                </p:cNvPr>
                <p:cNvSpPr txBox="1"/>
                <p:nvPr/>
              </p:nvSpPr>
              <p:spPr>
                <a:xfrm>
                  <a:off x="6104362" y="2626596"/>
                  <a:ext cx="41581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slo</m:t>
                        </m:r>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t</m:t>
                            </m:r>
                          </m:e>
                          <m:sub>
                            <m:r>
                              <a:rPr lang="es-MX" b="0" i="0" smtClean="0">
                                <a:latin typeface="Cambria Math" panose="02040503050406030204" pitchFamily="18" charset="0"/>
                                <a:ea typeface="Cambria Math" panose="02040503050406030204" pitchFamily="18" charset="0"/>
                              </a:rPr>
                              <m:t>1</m:t>
                            </m:r>
                          </m:sub>
                        </m:sSub>
                      </m:oMath>
                    </m:oMathPara>
                  </a14:m>
                  <a:endParaRPr lang="es-CO" dirty="0"/>
                </a:p>
              </p:txBody>
            </p:sp>
          </mc:Choice>
          <mc:Fallback xmlns="">
            <p:sp>
              <p:nvSpPr>
                <p:cNvPr id="39" name="CuadroTexto 38">
                  <a:extLst>
                    <a:ext uri="{FF2B5EF4-FFF2-40B4-BE49-F238E27FC236}">
                      <a16:creationId xmlns:a16="http://schemas.microsoft.com/office/drawing/2014/main" id="{3859FD93-B7AE-4F8C-BBE3-0F7665ADFEB5}"/>
                    </a:ext>
                  </a:extLst>
                </p:cNvPr>
                <p:cNvSpPr txBox="1">
                  <a:spLocks noRot="1" noChangeAspect="1" noMove="1" noResize="1" noEditPoints="1" noAdjustHandles="1" noChangeArrowheads="1" noChangeShapeType="1" noTextEdit="1"/>
                </p:cNvSpPr>
                <p:nvPr/>
              </p:nvSpPr>
              <p:spPr>
                <a:xfrm>
                  <a:off x="6104362" y="2626596"/>
                  <a:ext cx="415819" cy="215444"/>
                </a:xfrm>
                <a:prstGeom prst="rect">
                  <a:avLst/>
                </a:prstGeom>
                <a:blipFill>
                  <a:blip r:embed="rId24"/>
                  <a:stretch>
                    <a:fillRect l="-8696" b="-1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7842AAB4-865D-4934-9A2A-532AC2B97E9C}"/>
                    </a:ext>
                  </a:extLst>
                </p:cNvPr>
                <p:cNvSpPr txBox="1"/>
                <p:nvPr/>
              </p:nvSpPr>
              <p:spPr>
                <a:xfrm>
                  <a:off x="6789845" y="2626596"/>
                  <a:ext cx="41998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slo</m:t>
                        </m:r>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t</m:t>
                            </m:r>
                          </m:e>
                          <m:sub>
                            <m:r>
                              <a:rPr lang="es-MX" b="0" i="0" smtClean="0">
                                <a:latin typeface="Cambria Math" panose="02040503050406030204" pitchFamily="18" charset="0"/>
                                <a:ea typeface="Cambria Math" panose="02040503050406030204" pitchFamily="18" charset="0"/>
                              </a:rPr>
                              <m:t>2</m:t>
                            </m:r>
                          </m:sub>
                        </m:sSub>
                      </m:oMath>
                    </m:oMathPara>
                  </a14:m>
                  <a:endParaRPr lang="es-CO" dirty="0"/>
                </a:p>
              </p:txBody>
            </p:sp>
          </mc:Choice>
          <mc:Fallback xmlns="">
            <p:sp>
              <p:nvSpPr>
                <p:cNvPr id="40" name="CuadroTexto 39">
                  <a:extLst>
                    <a:ext uri="{FF2B5EF4-FFF2-40B4-BE49-F238E27FC236}">
                      <a16:creationId xmlns:a16="http://schemas.microsoft.com/office/drawing/2014/main" id="{7842AAB4-865D-4934-9A2A-532AC2B97E9C}"/>
                    </a:ext>
                  </a:extLst>
                </p:cNvPr>
                <p:cNvSpPr txBox="1">
                  <a:spLocks noRot="1" noChangeAspect="1" noMove="1" noResize="1" noEditPoints="1" noAdjustHandles="1" noChangeArrowheads="1" noChangeShapeType="1" noTextEdit="1"/>
                </p:cNvSpPr>
                <p:nvPr/>
              </p:nvSpPr>
              <p:spPr>
                <a:xfrm>
                  <a:off x="6789845" y="2626596"/>
                  <a:ext cx="419987" cy="215444"/>
                </a:xfrm>
                <a:prstGeom prst="rect">
                  <a:avLst/>
                </a:prstGeom>
                <a:blipFill>
                  <a:blip r:embed="rId25"/>
                  <a:stretch>
                    <a:fillRect l="-10145" r="-1449" b="-1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A235388D-14E2-406C-983B-87DBA8E72968}"/>
                    </a:ext>
                  </a:extLst>
                </p:cNvPr>
                <p:cNvSpPr txBox="1"/>
                <p:nvPr/>
              </p:nvSpPr>
              <p:spPr>
                <a:xfrm>
                  <a:off x="7873448" y="2627335"/>
                  <a:ext cx="2035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41" name="CuadroTexto 40">
                  <a:extLst>
                    <a:ext uri="{FF2B5EF4-FFF2-40B4-BE49-F238E27FC236}">
                      <a16:creationId xmlns:a16="http://schemas.microsoft.com/office/drawing/2014/main" id="{A235388D-14E2-406C-983B-87DBA8E72968}"/>
                    </a:ext>
                  </a:extLst>
                </p:cNvPr>
                <p:cNvSpPr txBox="1">
                  <a:spLocks noRot="1" noChangeAspect="1" noMove="1" noResize="1" noEditPoints="1" noAdjustHandles="1" noChangeArrowheads="1" noChangeShapeType="1" noTextEdit="1"/>
                </p:cNvSpPr>
                <p:nvPr/>
              </p:nvSpPr>
              <p:spPr>
                <a:xfrm>
                  <a:off x="7873448" y="2627335"/>
                  <a:ext cx="203581" cy="215444"/>
                </a:xfrm>
                <a:prstGeom prst="rect">
                  <a:avLst/>
                </a:prstGeom>
                <a:blipFill>
                  <a:blip r:embed="rId26"/>
                  <a:stretch>
                    <a:fillRect l="-6061" r="-303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6174AB55-8B32-4555-9766-0A12FDF642DD}"/>
                    </a:ext>
                  </a:extLst>
                </p:cNvPr>
                <p:cNvSpPr txBox="1"/>
                <p:nvPr/>
              </p:nvSpPr>
              <p:spPr>
                <a:xfrm>
                  <a:off x="8742728" y="2619248"/>
                  <a:ext cx="44403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slo</m:t>
                        </m:r>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t</m:t>
                            </m:r>
                          </m:e>
                          <m:sub>
                            <m:r>
                              <m:rPr>
                                <m:sty m:val="p"/>
                              </m:rPr>
                              <a:rPr lang="es-MX" b="0" i="0" smtClean="0">
                                <a:latin typeface="Cambria Math" panose="02040503050406030204" pitchFamily="18" charset="0"/>
                                <a:ea typeface="Cambria Math" panose="02040503050406030204" pitchFamily="18" charset="0"/>
                              </a:rPr>
                              <m:t>N</m:t>
                            </m:r>
                          </m:sub>
                        </m:sSub>
                      </m:oMath>
                    </m:oMathPara>
                  </a14:m>
                  <a:endParaRPr lang="es-CO" dirty="0"/>
                </a:p>
              </p:txBody>
            </p:sp>
          </mc:Choice>
          <mc:Fallback xmlns="">
            <p:sp>
              <p:nvSpPr>
                <p:cNvPr id="42" name="CuadroTexto 41">
                  <a:extLst>
                    <a:ext uri="{FF2B5EF4-FFF2-40B4-BE49-F238E27FC236}">
                      <a16:creationId xmlns:a16="http://schemas.microsoft.com/office/drawing/2014/main" id="{6174AB55-8B32-4555-9766-0A12FDF642DD}"/>
                    </a:ext>
                  </a:extLst>
                </p:cNvPr>
                <p:cNvSpPr txBox="1">
                  <a:spLocks noRot="1" noChangeAspect="1" noMove="1" noResize="1" noEditPoints="1" noAdjustHandles="1" noChangeArrowheads="1" noChangeShapeType="1" noTextEdit="1"/>
                </p:cNvSpPr>
                <p:nvPr/>
              </p:nvSpPr>
              <p:spPr>
                <a:xfrm>
                  <a:off x="8742728" y="2619248"/>
                  <a:ext cx="444031" cy="215444"/>
                </a:xfrm>
                <a:prstGeom prst="rect">
                  <a:avLst/>
                </a:prstGeom>
                <a:blipFill>
                  <a:blip r:embed="rId27"/>
                  <a:stretch>
                    <a:fillRect l="-8219" r="-2740" b="-1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3" name="CuadroTexto 42">
                  <a:extLst>
                    <a:ext uri="{FF2B5EF4-FFF2-40B4-BE49-F238E27FC236}">
                      <a16:creationId xmlns:a16="http://schemas.microsoft.com/office/drawing/2014/main" id="{DAF0D6AE-E1B4-4E68-BDC2-C5380E325945}"/>
                    </a:ext>
                  </a:extLst>
                </p:cNvPr>
                <p:cNvSpPr txBox="1"/>
                <p:nvPr/>
              </p:nvSpPr>
              <p:spPr>
                <a:xfrm>
                  <a:off x="9365335" y="2984868"/>
                  <a:ext cx="88004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Free</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Space</m:t>
                        </m:r>
                      </m:oMath>
                    </m:oMathPara>
                  </a14:m>
                  <a:endParaRPr lang="es-CO" dirty="0"/>
                </a:p>
              </p:txBody>
            </p:sp>
          </mc:Choice>
          <mc:Fallback xmlns="">
            <p:sp>
              <p:nvSpPr>
                <p:cNvPr id="43" name="CuadroTexto 42">
                  <a:extLst>
                    <a:ext uri="{FF2B5EF4-FFF2-40B4-BE49-F238E27FC236}">
                      <a16:creationId xmlns:a16="http://schemas.microsoft.com/office/drawing/2014/main" id="{DAF0D6AE-E1B4-4E68-BDC2-C5380E325945}"/>
                    </a:ext>
                  </a:extLst>
                </p:cNvPr>
                <p:cNvSpPr txBox="1">
                  <a:spLocks noRot="1" noChangeAspect="1" noMove="1" noResize="1" noEditPoints="1" noAdjustHandles="1" noChangeArrowheads="1" noChangeShapeType="1" noTextEdit="1"/>
                </p:cNvSpPr>
                <p:nvPr/>
              </p:nvSpPr>
              <p:spPr>
                <a:xfrm>
                  <a:off x="9365335" y="2984868"/>
                  <a:ext cx="880049" cy="215444"/>
                </a:xfrm>
                <a:prstGeom prst="rect">
                  <a:avLst/>
                </a:prstGeom>
                <a:blipFill>
                  <a:blip r:embed="rId28"/>
                  <a:stretch>
                    <a:fillRect l="-3448" r="-4828" b="-3428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4" name="Rectángulo 43">
                  <a:extLst>
                    <a:ext uri="{FF2B5EF4-FFF2-40B4-BE49-F238E27FC236}">
                      <a16:creationId xmlns:a16="http://schemas.microsoft.com/office/drawing/2014/main" id="{E13383EB-F923-4700-891D-0008C50141AD}"/>
                    </a:ext>
                  </a:extLst>
                </p:cNvPr>
                <p:cNvSpPr/>
                <p:nvPr/>
              </p:nvSpPr>
              <p:spPr>
                <a:xfrm>
                  <a:off x="10277524" y="2892410"/>
                  <a:ext cx="734391" cy="387820"/>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MX" b="1" i="0" smtClean="0">
                            <a:solidFill>
                              <a:schemeClr val="tx1"/>
                            </a:solidFill>
                            <a:latin typeface="Cambria Math" panose="02040503050406030204" pitchFamily="18" charset="0"/>
                            <a:ea typeface="Cambria Math" panose="02040503050406030204" pitchFamily="18" charset="0"/>
                          </a:rPr>
                          <m:t>𝐍</m:t>
                        </m:r>
                      </m:oMath>
                    </m:oMathPara>
                  </a14:m>
                  <a:endParaRPr lang="es-CO" b="1" dirty="0">
                    <a:solidFill>
                      <a:schemeClr val="tx1"/>
                    </a:solidFill>
                    <a:latin typeface="Roboto" panose="02000000000000000000" pitchFamily="2" charset="0"/>
                    <a:ea typeface="Roboto" panose="02000000000000000000" pitchFamily="2" charset="0"/>
                  </a:endParaRPr>
                </a:p>
              </p:txBody>
            </p:sp>
          </mc:Choice>
          <mc:Fallback xmlns="">
            <p:sp>
              <p:nvSpPr>
                <p:cNvPr id="44" name="Rectángulo 43">
                  <a:extLst>
                    <a:ext uri="{FF2B5EF4-FFF2-40B4-BE49-F238E27FC236}">
                      <a16:creationId xmlns:a16="http://schemas.microsoft.com/office/drawing/2014/main" id="{E13383EB-F923-4700-891D-0008C50141AD}"/>
                    </a:ext>
                  </a:extLst>
                </p:cNvPr>
                <p:cNvSpPr>
                  <a:spLocks noRot="1" noChangeAspect="1" noMove="1" noResize="1" noEditPoints="1" noAdjustHandles="1" noChangeArrowheads="1" noChangeShapeType="1" noTextEdit="1"/>
                </p:cNvSpPr>
                <p:nvPr/>
              </p:nvSpPr>
              <p:spPr>
                <a:xfrm>
                  <a:off x="10277524" y="2892410"/>
                  <a:ext cx="734391" cy="387820"/>
                </a:xfrm>
                <a:prstGeom prst="rect">
                  <a:avLst/>
                </a:prstGeom>
                <a:blipFill>
                  <a:blip r:embed="rId29"/>
                  <a:stretch>
                    <a:fillRect/>
                  </a:stretch>
                </a:blipFill>
                <a:ln>
                  <a:solidFill>
                    <a:schemeClr val="tx1"/>
                  </a:solidFill>
                </a:ln>
              </p:spPr>
              <p:txBody>
                <a:bodyPr/>
                <a:lstStyle/>
                <a:p>
                  <a:r>
                    <a:rPr lang="es-CO">
                      <a:noFill/>
                    </a:rPr>
                    <a:t> </a:t>
                  </a:r>
                </a:p>
              </p:txBody>
            </p:sp>
          </mc:Fallback>
        </mc:AlternateContent>
      </p:grpSp>
    </p:spTree>
    <p:extLst>
      <p:ext uri="{BB962C8B-B14F-4D97-AF65-F5344CB8AC3E}">
        <p14:creationId xmlns:p14="http://schemas.microsoft.com/office/powerpoint/2010/main" val="48373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 - Inserción</a:t>
            </a:r>
            <a:endParaRPr b="1" dirty="0">
              <a:solidFill>
                <a:srgbClr val="0B6937"/>
              </a:solidFill>
              <a:latin typeface="Roboto Slab"/>
              <a:ea typeface="Roboto Slab"/>
              <a:cs typeface="Roboto Slab"/>
              <a:sym typeface="Roboto Slab"/>
            </a:endParaRPr>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65815137-AD04-4EC8-BF55-704CDAB1F01C}"/>
                  </a:ext>
                </a:extLst>
              </p:cNvPr>
              <p:cNvSpPr txBox="1">
                <a:spLocks/>
              </p:cNvSpPr>
              <p:nvPr/>
            </p:nvSpPr>
            <p:spPr>
              <a:xfrm>
                <a:off x="770736" y="989199"/>
                <a:ext cx="11421263" cy="197171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t>Almacenar el registro </a:t>
                </a:r>
                <a:r>
                  <a:rPr lang="es-MX" sz="2000" b="1" i="1" dirty="0"/>
                  <a:t>i</a:t>
                </a:r>
                <a:r>
                  <a:rPr lang="es-MX" sz="2000" dirty="0"/>
                  <a:t> comenzando desde el byte </a:t>
                </a:r>
                <a:r>
                  <a:rPr lang="es-MX" sz="2000" b="1" dirty="0"/>
                  <a:t>n × (i − 1)</a:t>
                </a:r>
                <a:r>
                  <a:rPr lang="es-MX" sz="2000" dirty="0"/>
                  <a:t>, donde </a:t>
                </a:r>
                <a:r>
                  <a:rPr lang="es-MX" sz="2000" b="1" i="1" dirty="0"/>
                  <a:t>n</a:t>
                </a:r>
                <a:r>
                  <a:rPr lang="es-MX" sz="2000" dirty="0"/>
                  <a:t> es el tamaño de cada registro.</a:t>
                </a:r>
              </a:p>
              <a:p>
                <a:r>
                  <a:rPr lang="es-MX" sz="2000" dirty="0"/>
                  <a:t>El acceso al registro es simple: </a:t>
                </a:r>
                <a:endParaRPr lang="es-MX" sz="2000" b="0" i="1" dirty="0">
                  <a:latin typeface="Cambria Math" panose="02040503050406030204" pitchFamily="18" charset="0"/>
                </a:endParaRPr>
              </a:p>
              <a:p>
                <a:pPr marL="127000" indent="0">
                  <a:buNone/>
                </a:pPr>
                <a:endParaRPr lang="es-MX" sz="2000" b="0" i="1" dirty="0">
                  <a:latin typeface="Cambria Math" panose="02040503050406030204" pitchFamily="18" charset="0"/>
                </a:endParaRPr>
              </a:p>
              <a:p>
                <a:pPr marL="127000" indent="0">
                  <a:buNone/>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rPr>
                        <m:t>𝐴𝑑𝑑𝑟𝑒𝑠𝑠</m:t>
                      </m:r>
                      <m:d>
                        <m:dPr>
                          <m:ctrlPr>
                            <a:rPr lang="es-MX" sz="2000" b="0" i="1" smtClean="0">
                              <a:latin typeface="Cambria Math" panose="02040503050406030204" pitchFamily="18" charset="0"/>
                            </a:rPr>
                          </m:ctrlPr>
                        </m:dPr>
                        <m:e>
                          <m:r>
                            <a:rPr lang="es-MX" sz="2000" b="0" i="1" smtClean="0">
                              <a:latin typeface="Cambria Math" panose="02040503050406030204" pitchFamily="18" charset="0"/>
                            </a:rPr>
                            <m:t>𝑅𝑒</m:t>
                          </m:r>
                          <m:sSub>
                            <m:sSubPr>
                              <m:ctrlPr>
                                <a:rPr lang="es-MX" sz="2000" b="0" i="1" smtClean="0">
                                  <a:latin typeface="Cambria Math" panose="02040503050406030204" pitchFamily="18" charset="0"/>
                                </a:rPr>
                              </m:ctrlPr>
                            </m:sSubPr>
                            <m:e>
                              <m:r>
                                <a:rPr lang="es-MX" sz="2000" b="0" i="1" smtClean="0">
                                  <a:latin typeface="Cambria Math" panose="02040503050406030204" pitchFamily="18" charset="0"/>
                                </a:rPr>
                                <m:t>𝑐</m:t>
                              </m:r>
                            </m:e>
                            <m:sub>
                              <m:r>
                                <a:rPr lang="es-MX" sz="2000" b="0" i="1" smtClean="0">
                                  <a:latin typeface="Cambria Math" panose="02040503050406030204" pitchFamily="18" charset="0"/>
                                </a:rPr>
                                <m:t>𝑖</m:t>
                              </m:r>
                            </m:sub>
                          </m:sSub>
                        </m:e>
                      </m:d>
                      <m:r>
                        <a:rPr lang="es-MX" sz="2000" b="0" i="1" smtClean="0">
                          <a:latin typeface="Cambria Math" panose="02040503050406030204" pitchFamily="18" charset="0"/>
                        </a:rPr>
                        <m:t>=</m:t>
                      </m:r>
                      <m:r>
                        <a:rPr lang="es-MX" sz="2000" b="0" i="1" smtClean="0">
                          <a:latin typeface="Cambria Math" panose="02040503050406030204" pitchFamily="18" charset="0"/>
                        </a:rPr>
                        <m:t>𝐴𝑑𝑑𝑟𝑒𝑠𝑠</m:t>
                      </m:r>
                      <m:d>
                        <m:dPr>
                          <m:ctrlPr>
                            <a:rPr lang="es-MX" sz="2000" b="0" i="1" smtClean="0">
                              <a:latin typeface="Cambria Math" panose="02040503050406030204" pitchFamily="18" charset="0"/>
                            </a:rPr>
                          </m:ctrlPr>
                        </m:dPr>
                        <m:e>
                          <m:r>
                            <a:rPr lang="es-MX" sz="2000" b="0" i="1" smtClean="0">
                              <a:latin typeface="Cambria Math" panose="02040503050406030204" pitchFamily="18" charset="0"/>
                            </a:rPr>
                            <m:t>𝑝𝑎𝑔𝑒</m:t>
                          </m:r>
                        </m:e>
                      </m:d>
                      <m:r>
                        <a:rPr lang="es-MX" sz="2000" b="0" i="1" smtClean="0">
                          <a:latin typeface="Cambria Math" panose="02040503050406030204" pitchFamily="18" charset="0"/>
                        </a:rPr>
                        <m:t>+</m:t>
                      </m:r>
                      <m:d>
                        <m:dPr>
                          <m:ctrlPr>
                            <a:rPr lang="es-MX" sz="2000" b="0" i="1" smtClean="0">
                              <a:latin typeface="Cambria Math" panose="02040503050406030204" pitchFamily="18" charset="0"/>
                            </a:rPr>
                          </m:ctrlPr>
                        </m:dPr>
                        <m:e>
                          <m:r>
                            <a:rPr lang="es-MX" sz="2000" b="0" i="1" smtClean="0">
                              <a:latin typeface="Cambria Math" panose="02040503050406030204" pitchFamily="18" charset="0"/>
                            </a:rPr>
                            <m:t>𝐴𝑑𝑟𝑒𝑠𝑠</m:t>
                          </m:r>
                          <m:d>
                            <m:dPr>
                              <m:ctrlPr>
                                <a:rPr lang="es-MX" sz="2000" b="0" i="1" smtClean="0">
                                  <a:latin typeface="Cambria Math" panose="02040503050406030204" pitchFamily="18" charset="0"/>
                                </a:rPr>
                              </m:ctrlPr>
                            </m:dPr>
                            <m:e>
                              <m:r>
                                <a:rPr lang="es-MX" sz="2000" b="0" i="1" smtClean="0">
                                  <a:latin typeface="Cambria Math" panose="02040503050406030204" pitchFamily="18" charset="0"/>
                                </a:rPr>
                                <m:t>𝑠𝑙𝑜𝑡</m:t>
                              </m:r>
                            </m:e>
                          </m:d>
                          <m:r>
                            <a:rPr lang="es-MX" sz="2000" b="0" i="1" smtClean="0">
                              <a:latin typeface="Cambria Math" panose="02040503050406030204" pitchFamily="18" charset="0"/>
                            </a:rPr>
                            <m:t>×</m:t>
                          </m:r>
                          <m:r>
                            <a:rPr lang="es-MX" sz="2000" b="0" i="1" smtClean="0">
                              <a:latin typeface="Cambria Math" panose="02040503050406030204" pitchFamily="18" charset="0"/>
                            </a:rPr>
                            <m:t>𝑆𝑖𝑧𝑒</m:t>
                          </m:r>
                          <m:r>
                            <a:rPr lang="es-MX" sz="2000" b="0" i="1" smtClean="0">
                              <a:latin typeface="Cambria Math" panose="02040503050406030204" pitchFamily="18" charset="0"/>
                            </a:rPr>
                            <m:t>(</m:t>
                          </m:r>
                          <m:r>
                            <a:rPr lang="es-MX" sz="2000" b="0" i="1" smtClean="0">
                              <a:latin typeface="Cambria Math" panose="02040503050406030204" pitchFamily="18" charset="0"/>
                            </a:rPr>
                            <m:t>𝑅𝑒</m:t>
                          </m:r>
                          <m:sSub>
                            <m:sSubPr>
                              <m:ctrlPr>
                                <a:rPr lang="es-MX" sz="2000" b="0" i="1" smtClean="0">
                                  <a:latin typeface="Cambria Math" panose="02040503050406030204" pitchFamily="18" charset="0"/>
                                </a:rPr>
                              </m:ctrlPr>
                            </m:sSubPr>
                            <m:e>
                              <m:r>
                                <a:rPr lang="es-MX" sz="2000" b="0" i="1" smtClean="0">
                                  <a:latin typeface="Cambria Math" panose="02040503050406030204" pitchFamily="18" charset="0"/>
                                </a:rPr>
                                <m:t>𝑐</m:t>
                              </m:r>
                            </m:e>
                            <m:sub>
                              <m:r>
                                <a:rPr lang="es-MX" sz="2000" b="0" i="1" smtClean="0">
                                  <a:latin typeface="Cambria Math" panose="02040503050406030204" pitchFamily="18" charset="0"/>
                                </a:rPr>
                                <m:t>𝑖</m:t>
                              </m:r>
                            </m:sub>
                          </m:sSub>
                          <m:r>
                            <a:rPr lang="es-MX" sz="2000" b="0" i="1" smtClean="0">
                              <a:latin typeface="Cambria Math" panose="02040503050406030204" pitchFamily="18" charset="0"/>
                            </a:rPr>
                            <m:t>)</m:t>
                          </m:r>
                        </m:e>
                      </m:d>
                    </m:oMath>
                  </m:oMathPara>
                </a14:m>
                <a:endParaRPr lang="es-MX" sz="2000" dirty="0"/>
              </a:p>
              <a:p>
                <a:endParaRPr lang="es-MX" sz="2000" dirty="0"/>
              </a:p>
              <a:p>
                <a:endParaRPr lang="es-MX" sz="2000" dirty="0"/>
              </a:p>
              <a:p>
                <a:endParaRPr lang="es-MX" sz="2000" dirty="0"/>
              </a:p>
              <a:p>
                <a:endParaRPr lang="es-MX" sz="2000" dirty="0"/>
              </a:p>
              <a:p>
                <a:endParaRPr lang="es-MX" sz="2000" dirty="0"/>
              </a:p>
            </p:txBody>
          </p:sp>
        </mc:Choice>
        <mc:Fallback xmlns="">
          <p:sp>
            <p:nvSpPr>
              <p:cNvPr id="5" name="Google Shape;310;p34">
                <a:extLst>
                  <a:ext uri="{FF2B5EF4-FFF2-40B4-BE49-F238E27FC236}">
                    <a16:creationId xmlns:a16="http://schemas.microsoft.com/office/drawing/2014/main" id="{65815137-AD04-4EC8-BF55-704CDAB1F01C}"/>
                  </a:ext>
                </a:extLst>
              </p:cNvPr>
              <p:cNvSpPr txBox="1">
                <a:spLocks noRot="1" noChangeAspect="1" noMove="1" noResize="1" noEditPoints="1" noAdjustHandles="1" noChangeArrowheads="1" noChangeShapeType="1" noTextEdit="1"/>
              </p:cNvSpPr>
              <p:nvPr/>
            </p:nvSpPr>
            <p:spPr>
              <a:xfrm>
                <a:off x="770736" y="989199"/>
                <a:ext cx="11421263" cy="1971715"/>
              </a:xfrm>
              <a:prstGeom prst="rect">
                <a:avLst/>
              </a:prstGeom>
              <a:blipFill>
                <a:blip r:embed="rId3"/>
                <a:stretch>
                  <a:fillRect/>
                </a:stretch>
              </a:blipFill>
              <a:ln>
                <a:noFill/>
              </a:ln>
            </p:spPr>
            <p:txBody>
              <a:bodyPr/>
              <a:lstStyle/>
              <a:p>
                <a:r>
                  <a:rPr lang="es-CO">
                    <a:noFill/>
                  </a:rPr>
                  <a:t> </a:t>
                </a:r>
              </a:p>
            </p:txBody>
          </p:sp>
        </mc:Fallback>
      </mc:AlternateContent>
      <p:pic>
        <p:nvPicPr>
          <p:cNvPr id="48" name="Content Placeholder 4">
            <a:extLst>
              <a:ext uri="{FF2B5EF4-FFF2-40B4-BE49-F238E27FC236}">
                <a16:creationId xmlns:a16="http://schemas.microsoft.com/office/drawing/2014/main" id="{9198212D-5136-4830-96E1-7A1418B0D0B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bwMode="auto">
          <a:xfrm>
            <a:off x="1651496" y="3410841"/>
            <a:ext cx="4284846" cy="2740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2" name="Tabla 5">
            <a:extLst>
              <a:ext uri="{FF2B5EF4-FFF2-40B4-BE49-F238E27FC236}">
                <a16:creationId xmlns:a16="http://schemas.microsoft.com/office/drawing/2014/main" id="{E8D274B8-2B0F-4AF9-AE0A-DA03821C202D}"/>
              </a:ext>
            </a:extLst>
          </p:cNvPr>
          <p:cNvGraphicFramePr>
            <a:graphicFrameLocks noGrp="1"/>
          </p:cNvGraphicFramePr>
          <p:nvPr>
            <p:extLst>
              <p:ext uri="{D42A27DB-BD31-4B8C-83A1-F6EECF244321}">
                <p14:modId xmlns:p14="http://schemas.microsoft.com/office/powerpoint/2010/main" val="230685173"/>
              </p:ext>
            </p:extLst>
          </p:nvPr>
        </p:nvGraphicFramePr>
        <p:xfrm>
          <a:off x="7550561" y="3561795"/>
          <a:ext cx="2743200" cy="2438400"/>
        </p:xfrm>
        <a:graphic>
          <a:graphicData uri="http://schemas.openxmlformats.org/drawingml/2006/table">
            <a:tbl>
              <a:tblPr firstRow="1" bandRow="1">
                <a:tableStyleId>{AD6A3598-7CB8-4345-8D95-17CE05F158A0}</a:tableStyleId>
              </a:tblPr>
              <a:tblGrid>
                <a:gridCol w="2057400">
                  <a:extLst>
                    <a:ext uri="{9D8B030D-6E8A-4147-A177-3AD203B41FA5}">
                      <a16:colId xmlns:a16="http://schemas.microsoft.com/office/drawing/2014/main" val="3904809786"/>
                    </a:ext>
                  </a:extLst>
                </a:gridCol>
                <a:gridCol w="685800">
                  <a:extLst>
                    <a:ext uri="{9D8B030D-6E8A-4147-A177-3AD203B41FA5}">
                      <a16:colId xmlns:a16="http://schemas.microsoft.com/office/drawing/2014/main" val="174867543"/>
                    </a:ext>
                  </a:extLst>
                </a:gridCol>
              </a:tblGrid>
              <a:tr h="194924">
                <a:tc gridSpan="2">
                  <a:txBody>
                    <a:bodyPr/>
                    <a:lstStyle/>
                    <a:p>
                      <a:pPr algn="ctr"/>
                      <a:r>
                        <a:rPr lang="es-CO" dirty="0">
                          <a:latin typeface="Consolas" panose="020B0609020204030204" pitchFamily="49" charset="0"/>
                          <a:ea typeface="Roboto" panose="02000000000000000000" pitchFamily="2" charset="0"/>
                        </a:rPr>
                        <a:t>record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500112237"/>
                  </a:ext>
                </a:extLst>
              </a:tr>
              <a:tr h="19492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dirty="0">
                          <a:latin typeface="Consolas" panose="020B0609020204030204" pitchFamily="49" charset="0"/>
                          <a:ea typeface="Roboto" panose="02000000000000000000" pitchFamily="2" charset="0"/>
                        </a:rPr>
                        <a:t>record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433299529"/>
                  </a:ext>
                </a:extLst>
              </a:tr>
              <a:tr h="19492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dirty="0">
                          <a:latin typeface="Consolas" panose="020B0609020204030204" pitchFamily="49" charset="0"/>
                          <a:ea typeface="Roboto" panose="02000000000000000000" pitchFamily="2" charset="0"/>
                        </a:rPr>
                        <a:t>record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089162325"/>
                  </a:ext>
                </a:extLst>
              </a:tr>
              <a:tr h="194924">
                <a:tc gridSpan="2">
                  <a:txBody>
                    <a:bodyPr/>
                    <a:lstStyle/>
                    <a:p>
                      <a:pPr algn="ctr"/>
                      <a:r>
                        <a:rPr lang="es-CO" dirty="0">
                          <a:latin typeface="Consolas" panose="020B0609020204030204" pitchFamily="49" charset="0"/>
                          <a:ea typeface="Roboto" panose="02000000000000000000" pitchFamily="2"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770067999"/>
                  </a:ext>
                </a:extLst>
              </a:tr>
              <a:tr h="19492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dirty="0">
                          <a:latin typeface="Consolas" panose="020B0609020204030204" pitchFamily="49" charset="0"/>
                          <a:ea typeface="Roboto" panose="02000000000000000000" pitchFamily="2" charset="0"/>
                        </a:rPr>
                        <a:t>record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164769815"/>
                  </a:ext>
                </a:extLst>
              </a:tr>
              <a:tr h="194924">
                <a:tc gridSpan="2">
                  <a:txBody>
                    <a:bodyPr/>
                    <a:lstStyle/>
                    <a:p>
                      <a:endParaRPr lang="es-CO"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1446910710"/>
                  </a:ext>
                </a:extLst>
              </a:tr>
              <a:tr h="194924">
                <a:tc gridSpan="2">
                  <a:txBody>
                    <a:bodyPr/>
                    <a:lstStyle/>
                    <a:p>
                      <a:endParaRPr lang="es-CO"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2685306776"/>
                  </a:ext>
                </a:extLst>
              </a:tr>
              <a:tr h="194924">
                <a:tc>
                  <a:txBody>
                    <a:bodyPr/>
                    <a:lstStyle/>
                    <a:p>
                      <a:endParaRPr lang="es-CO" dirty="0">
                        <a:latin typeface="Consolas" panose="020B0609020204030204" pitchFamily="49"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s-CO" b="1" dirty="0">
                          <a:latin typeface="Consolas" panose="020B0609020204030204" pitchFamily="49" charset="0"/>
                          <a:ea typeface="Roboto" panose="02000000000000000000" pitchFamily="2"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162425273"/>
                  </a:ext>
                </a:extLst>
              </a:tr>
            </a:tbl>
          </a:graphicData>
        </a:graphic>
      </p:graphicFrame>
      <p:cxnSp>
        <p:nvCxnSpPr>
          <p:cNvPr id="6" name="Conector recto de flecha 5">
            <a:extLst>
              <a:ext uri="{FF2B5EF4-FFF2-40B4-BE49-F238E27FC236}">
                <a16:creationId xmlns:a16="http://schemas.microsoft.com/office/drawing/2014/main" id="{74C931E5-4608-4B7F-9B09-96A666E455B6}"/>
              </a:ext>
            </a:extLst>
          </p:cNvPr>
          <p:cNvCxnSpPr>
            <a:cxnSpLocks/>
            <a:stCxn id="53" idx="1"/>
          </p:cNvCxnSpPr>
          <p:nvPr/>
        </p:nvCxnSpPr>
        <p:spPr>
          <a:xfrm flipH="1" flipV="1">
            <a:off x="10128886" y="5868801"/>
            <a:ext cx="329750" cy="2990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3" name="CuadroTexto 52">
            <a:extLst>
              <a:ext uri="{FF2B5EF4-FFF2-40B4-BE49-F238E27FC236}">
                <a16:creationId xmlns:a16="http://schemas.microsoft.com/office/drawing/2014/main" id="{481132B0-E1F7-4459-ADF8-BC1C6035D15B}"/>
              </a:ext>
            </a:extLst>
          </p:cNvPr>
          <p:cNvSpPr txBox="1"/>
          <p:nvPr/>
        </p:nvSpPr>
        <p:spPr>
          <a:xfrm>
            <a:off x="10458636" y="6013944"/>
            <a:ext cx="1047082" cy="307777"/>
          </a:xfrm>
          <a:prstGeom prst="rect">
            <a:avLst/>
          </a:prstGeom>
          <a:noFill/>
        </p:spPr>
        <p:txBody>
          <a:bodyPr wrap="none" rtlCol="0">
            <a:spAutoFit/>
          </a:bodyPr>
          <a:lstStyle/>
          <a:p>
            <a:r>
              <a:rPr lang="es-CO" b="1" dirty="0">
                <a:solidFill>
                  <a:srgbClr val="FF0000"/>
                </a:solidFill>
                <a:latin typeface="Roboto" panose="02000000000000000000" pitchFamily="2" charset="0"/>
                <a:ea typeface="Roboto" panose="02000000000000000000" pitchFamily="2" charset="0"/>
              </a:rPr>
              <a:t>Metadatos</a:t>
            </a:r>
          </a:p>
        </p:txBody>
      </p:sp>
    </p:spTree>
    <p:extLst>
      <p:ext uri="{BB962C8B-B14F-4D97-AF65-F5344CB8AC3E}">
        <p14:creationId xmlns:p14="http://schemas.microsoft.com/office/powerpoint/2010/main" val="31706739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 - Inserción</a:t>
            </a:r>
            <a:endParaRPr b="1" dirty="0">
              <a:solidFill>
                <a:srgbClr val="0B6937"/>
              </a:solidFill>
              <a:latin typeface="Roboto Slab"/>
              <a:ea typeface="Roboto Slab"/>
              <a:cs typeface="Roboto Slab"/>
              <a:sym typeface="Roboto Slab"/>
            </a:endParaRPr>
          </a:p>
        </p:txBody>
      </p:sp>
      <p:sp>
        <p:nvSpPr>
          <p:cNvPr id="5" name="Google Shape;310;p34">
            <a:extLst>
              <a:ext uri="{FF2B5EF4-FFF2-40B4-BE49-F238E27FC236}">
                <a16:creationId xmlns:a16="http://schemas.microsoft.com/office/drawing/2014/main" id="{65815137-AD04-4EC8-BF55-704CDAB1F01C}"/>
              </a:ext>
            </a:extLst>
          </p:cNvPr>
          <p:cNvSpPr txBox="1">
            <a:spLocks/>
          </p:cNvSpPr>
          <p:nvPr/>
        </p:nvSpPr>
        <p:spPr>
          <a:xfrm>
            <a:off x="676778" y="900489"/>
            <a:ext cx="11421263" cy="58364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b="1" dirty="0"/>
              <a:t>Inserción</a:t>
            </a:r>
            <a:r>
              <a:rPr lang="es-MX" sz="2000" dirty="0"/>
              <a:t>:</a:t>
            </a:r>
          </a:p>
        </p:txBody>
      </p:sp>
      <p:grpSp>
        <p:nvGrpSpPr>
          <p:cNvPr id="3" name="Grupo 2">
            <a:extLst>
              <a:ext uri="{FF2B5EF4-FFF2-40B4-BE49-F238E27FC236}">
                <a16:creationId xmlns:a16="http://schemas.microsoft.com/office/drawing/2014/main" id="{FB2B3838-177D-49AD-9585-78DE4451C2AC}"/>
              </a:ext>
            </a:extLst>
          </p:cNvPr>
          <p:cNvGrpSpPr/>
          <p:nvPr/>
        </p:nvGrpSpPr>
        <p:grpSpPr>
          <a:xfrm>
            <a:off x="1013466" y="2685339"/>
            <a:ext cx="4357727" cy="401497"/>
            <a:chOff x="2739192" y="2639035"/>
            <a:chExt cx="4357727" cy="401497"/>
          </a:xfrm>
        </p:grpSpPr>
        <p:sp>
          <p:nvSpPr>
            <p:cNvPr id="11" name="Rectángulo 10">
              <a:extLst>
                <a:ext uri="{FF2B5EF4-FFF2-40B4-BE49-F238E27FC236}">
                  <a16:creationId xmlns:a16="http://schemas.microsoft.com/office/drawing/2014/main" id="{C7DB14F5-1BBE-4BB6-8261-0DB556E93EE1}"/>
                </a:ext>
              </a:extLst>
            </p:cNvPr>
            <p:cNvSpPr/>
            <p:nvPr/>
          </p:nvSpPr>
          <p:spPr>
            <a:xfrm>
              <a:off x="2739192" y="2639036"/>
              <a:ext cx="717755"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12" name="Rectángulo 11">
              <a:extLst>
                <a:ext uri="{FF2B5EF4-FFF2-40B4-BE49-F238E27FC236}">
                  <a16:creationId xmlns:a16="http://schemas.microsoft.com/office/drawing/2014/main" id="{7C7D6277-181B-48B1-9F93-4F6732579ADE}"/>
                </a:ext>
              </a:extLst>
            </p:cNvPr>
            <p:cNvSpPr/>
            <p:nvPr/>
          </p:nvSpPr>
          <p:spPr>
            <a:xfrm>
              <a:off x="3458273" y="2639036"/>
              <a:ext cx="717755"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13" name="Rectángulo 12">
              <a:extLst>
                <a:ext uri="{FF2B5EF4-FFF2-40B4-BE49-F238E27FC236}">
                  <a16:creationId xmlns:a16="http://schemas.microsoft.com/office/drawing/2014/main" id="{37E9F0AC-1AD5-496F-94F1-7AB3C708A93E}"/>
                </a:ext>
              </a:extLst>
            </p:cNvPr>
            <p:cNvSpPr/>
            <p:nvPr/>
          </p:nvSpPr>
          <p:spPr>
            <a:xfrm>
              <a:off x="5739870" y="2639035"/>
              <a:ext cx="1357049" cy="401345"/>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14" name="Rectángulo 13">
              <a:extLst>
                <a:ext uri="{FF2B5EF4-FFF2-40B4-BE49-F238E27FC236}">
                  <a16:creationId xmlns:a16="http://schemas.microsoft.com/office/drawing/2014/main" id="{DF826F5C-9F3E-4E7A-94C7-3DB1048E21CA}"/>
                </a:ext>
              </a:extLst>
            </p:cNvPr>
            <p:cNvSpPr/>
            <p:nvPr/>
          </p:nvSpPr>
          <p:spPr>
            <a:xfrm>
              <a:off x="4176028" y="2639036"/>
              <a:ext cx="854061"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1654DB6-8E67-4820-AAC8-10A912F75F7F}"/>
                    </a:ext>
                  </a:extLst>
                </p:cNvPr>
                <p:cNvSpPr txBox="1"/>
                <p:nvPr/>
              </p:nvSpPr>
              <p:spPr>
                <a:xfrm>
                  <a:off x="4521645" y="2731494"/>
                  <a:ext cx="2035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17" name="CuadroTexto 16">
                  <a:extLst>
                    <a:ext uri="{FF2B5EF4-FFF2-40B4-BE49-F238E27FC236}">
                      <a16:creationId xmlns:a16="http://schemas.microsoft.com/office/drawing/2014/main" id="{21654DB6-8E67-4820-AAC8-10A912F75F7F}"/>
                    </a:ext>
                  </a:extLst>
                </p:cNvPr>
                <p:cNvSpPr txBox="1">
                  <a:spLocks noRot="1" noChangeAspect="1" noMove="1" noResize="1" noEditPoints="1" noAdjustHandles="1" noChangeArrowheads="1" noChangeShapeType="1" noTextEdit="1"/>
                </p:cNvSpPr>
                <p:nvPr/>
              </p:nvSpPr>
              <p:spPr>
                <a:xfrm>
                  <a:off x="4521645" y="2731494"/>
                  <a:ext cx="203581" cy="215444"/>
                </a:xfrm>
                <a:prstGeom prst="rect">
                  <a:avLst/>
                </a:prstGeom>
                <a:blipFill>
                  <a:blip r:embed="rId3"/>
                  <a:stretch>
                    <a:fillRect l="-6061" r="-303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095D766B-99A7-49BB-8D2A-AA165DDF854D}"/>
                    </a:ext>
                  </a:extLst>
                </p:cNvPr>
                <p:cNvSpPr txBox="1"/>
                <p:nvPr/>
              </p:nvSpPr>
              <p:spPr>
                <a:xfrm>
                  <a:off x="2908795" y="2750107"/>
                  <a:ext cx="41139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Rec</m:t>
                            </m:r>
                          </m:e>
                          <m:sub>
                            <m:r>
                              <a:rPr lang="es-MX" b="0" i="1" smtClean="0">
                                <a:latin typeface="Cambria Math" panose="02040503050406030204" pitchFamily="18" charset="0"/>
                                <a:ea typeface="Cambria Math" panose="02040503050406030204" pitchFamily="18" charset="0"/>
                              </a:rPr>
                              <m:t>0</m:t>
                            </m:r>
                          </m:sub>
                        </m:sSub>
                      </m:oMath>
                    </m:oMathPara>
                  </a14:m>
                  <a:endParaRPr lang="es-CO" dirty="0"/>
                </a:p>
              </p:txBody>
            </p:sp>
          </mc:Choice>
          <mc:Fallback xmlns="">
            <p:sp>
              <p:nvSpPr>
                <p:cNvPr id="18" name="CuadroTexto 17">
                  <a:extLst>
                    <a:ext uri="{FF2B5EF4-FFF2-40B4-BE49-F238E27FC236}">
                      <a16:creationId xmlns:a16="http://schemas.microsoft.com/office/drawing/2014/main" id="{095D766B-99A7-49BB-8D2A-AA165DDF854D}"/>
                    </a:ext>
                  </a:extLst>
                </p:cNvPr>
                <p:cNvSpPr txBox="1">
                  <a:spLocks noRot="1" noChangeAspect="1" noMove="1" noResize="1" noEditPoints="1" noAdjustHandles="1" noChangeArrowheads="1" noChangeShapeType="1" noTextEdit="1"/>
                </p:cNvSpPr>
                <p:nvPr/>
              </p:nvSpPr>
              <p:spPr>
                <a:xfrm>
                  <a:off x="2908795" y="2750107"/>
                  <a:ext cx="411395" cy="215444"/>
                </a:xfrm>
                <a:prstGeom prst="rect">
                  <a:avLst/>
                </a:prstGeom>
                <a:blipFill>
                  <a:blip r:embed="rId4"/>
                  <a:stretch>
                    <a:fillRect l="-8824" b="-13889"/>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BD096D49-A988-43C7-AF90-F84D69511DA6}"/>
                    </a:ext>
                  </a:extLst>
                </p:cNvPr>
                <p:cNvSpPr txBox="1"/>
                <p:nvPr/>
              </p:nvSpPr>
              <p:spPr>
                <a:xfrm>
                  <a:off x="5978369" y="2731494"/>
                  <a:ext cx="88004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Free</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Space</m:t>
                        </m:r>
                      </m:oMath>
                    </m:oMathPara>
                  </a14:m>
                  <a:endParaRPr lang="es-CO" dirty="0"/>
                </a:p>
              </p:txBody>
            </p:sp>
          </mc:Choice>
          <mc:Fallback xmlns="">
            <p:sp>
              <p:nvSpPr>
                <p:cNvPr id="22" name="CuadroTexto 21">
                  <a:extLst>
                    <a:ext uri="{FF2B5EF4-FFF2-40B4-BE49-F238E27FC236}">
                      <a16:creationId xmlns:a16="http://schemas.microsoft.com/office/drawing/2014/main" id="{BD096D49-A988-43C7-AF90-F84D69511DA6}"/>
                    </a:ext>
                  </a:extLst>
                </p:cNvPr>
                <p:cNvSpPr txBox="1">
                  <a:spLocks noRot="1" noChangeAspect="1" noMove="1" noResize="1" noEditPoints="1" noAdjustHandles="1" noChangeArrowheads="1" noChangeShapeType="1" noTextEdit="1"/>
                </p:cNvSpPr>
                <p:nvPr/>
              </p:nvSpPr>
              <p:spPr>
                <a:xfrm>
                  <a:off x="5978369" y="2731494"/>
                  <a:ext cx="880049" cy="215444"/>
                </a:xfrm>
                <a:prstGeom prst="rect">
                  <a:avLst/>
                </a:prstGeom>
                <a:blipFill>
                  <a:blip r:embed="rId5"/>
                  <a:stretch>
                    <a:fillRect l="-3472" r="-5556" b="-3428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40" name="CuadroTexto 39">
                  <a:extLst>
                    <a:ext uri="{FF2B5EF4-FFF2-40B4-BE49-F238E27FC236}">
                      <a16:creationId xmlns:a16="http://schemas.microsoft.com/office/drawing/2014/main" id="{36B73FEA-8A92-4504-BFFA-CE534EA2F614}"/>
                    </a:ext>
                  </a:extLst>
                </p:cNvPr>
                <p:cNvSpPr txBox="1"/>
                <p:nvPr/>
              </p:nvSpPr>
              <p:spPr>
                <a:xfrm>
                  <a:off x="3596667" y="2739238"/>
                  <a:ext cx="41139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Rec</m:t>
                            </m:r>
                          </m:e>
                          <m:sub>
                            <m:r>
                              <a:rPr lang="es-MX" b="0" i="1" smtClean="0">
                                <a:latin typeface="Cambria Math" panose="02040503050406030204" pitchFamily="18" charset="0"/>
                                <a:ea typeface="Cambria Math" panose="02040503050406030204" pitchFamily="18" charset="0"/>
                              </a:rPr>
                              <m:t>1</m:t>
                            </m:r>
                          </m:sub>
                        </m:sSub>
                      </m:oMath>
                    </m:oMathPara>
                  </a14:m>
                  <a:endParaRPr lang="es-CO" dirty="0"/>
                </a:p>
              </p:txBody>
            </p:sp>
          </mc:Choice>
          <mc:Fallback xmlns="">
            <p:sp>
              <p:nvSpPr>
                <p:cNvPr id="40" name="CuadroTexto 39">
                  <a:extLst>
                    <a:ext uri="{FF2B5EF4-FFF2-40B4-BE49-F238E27FC236}">
                      <a16:creationId xmlns:a16="http://schemas.microsoft.com/office/drawing/2014/main" id="{36B73FEA-8A92-4504-BFFA-CE534EA2F614}"/>
                    </a:ext>
                  </a:extLst>
                </p:cNvPr>
                <p:cNvSpPr txBox="1">
                  <a:spLocks noRot="1" noChangeAspect="1" noMove="1" noResize="1" noEditPoints="1" noAdjustHandles="1" noChangeArrowheads="1" noChangeShapeType="1" noTextEdit="1"/>
                </p:cNvSpPr>
                <p:nvPr/>
              </p:nvSpPr>
              <p:spPr>
                <a:xfrm>
                  <a:off x="3596667" y="2739238"/>
                  <a:ext cx="411395" cy="215444"/>
                </a:xfrm>
                <a:prstGeom prst="rect">
                  <a:avLst/>
                </a:prstGeom>
                <a:blipFill>
                  <a:blip r:embed="rId6"/>
                  <a:stretch>
                    <a:fillRect l="-7463" r="-1493" b="-13889"/>
                  </a:stretch>
                </a:blipFill>
              </p:spPr>
              <p:txBody>
                <a:bodyPr/>
                <a:lstStyle/>
                <a:p>
                  <a:r>
                    <a:rPr lang="es-CO">
                      <a:noFill/>
                    </a:rPr>
                    <a:t> </a:t>
                  </a:r>
                </a:p>
              </p:txBody>
            </p:sp>
          </mc:Fallback>
        </mc:AlternateContent>
        <p:sp>
          <p:nvSpPr>
            <p:cNvPr id="41" name="Rectángulo 40">
              <a:extLst>
                <a:ext uri="{FF2B5EF4-FFF2-40B4-BE49-F238E27FC236}">
                  <a16:creationId xmlns:a16="http://schemas.microsoft.com/office/drawing/2014/main" id="{5269F34E-453C-495C-8596-BC993ED9F312}"/>
                </a:ext>
              </a:extLst>
            </p:cNvPr>
            <p:cNvSpPr/>
            <p:nvPr/>
          </p:nvSpPr>
          <p:spPr>
            <a:xfrm>
              <a:off x="5022115" y="2639035"/>
              <a:ext cx="717755"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42" name="CuadroTexto 41">
                  <a:extLst>
                    <a:ext uri="{FF2B5EF4-FFF2-40B4-BE49-F238E27FC236}">
                      <a16:creationId xmlns:a16="http://schemas.microsoft.com/office/drawing/2014/main" id="{A6B02320-D47B-4213-BF41-D44D53BD6843}"/>
                    </a:ext>
                  </a:extLst>
                </p:cNvPr>
                <p:cNvSpPr txBox="1"/>
                <p:nvPr/>
              </p:nvSpPr>
              <p:spPr>
                <a:xfrm>
                  <a:off x="5180142" y="2745738"/>
                  <a:ext cx="4385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Rec</m:t>
                            </m:r>
                          </m:e>
                          <m:sub>
                            <m:r>
                              <a:rPr lang="es-MX" b="0" i="1" smtClean="0">
                                <a:latin typeface="Cambria Math" panose="02040503050406030204" pitchFamily="18" charset="0"/>
                                <a:ea typeface="Cambria Math" panose="02040503050406030204" pitchFamily="18" charset="0"/>
                              </a:rPr>
                              <m:t>𝑁</m:t>
                            </m:r>
                          </m:sub>
                        </m:sSub>
                      </m:oMath>
                    </m:oMathPara>
                  </a14:m>
                  <a:endParaRPr lang="es-CO" dirty="0"/>
                </a:p>
              </p:txBody>
            </p:sp>
          </mc:Choice>
          <mc:Fallback xmlns="">
            <p:sp>
              <p:nvSpPr>
                <p:cNvPr id="42" name="CuadroTexto 41">
                  <a:extLst>
                    <a:ext uri="{FF2B5EF4-FFF2-40B4-BE49-F238E27FC236}">
                      <a16:creationId xmlns:a16="http://schemas.microsoft.com/office/drawing/2014/main" id="{A6B02320-D47B-4213-BF41-D44D53BD6843}"/>
                    </a:ext>
                  </a:extLst>
                </p:cNvPr>
                <p:cNvSpPr txBox="1">
                  <a:spLocks noRot="1" noChangeAspect="1" noMove="1" noResize="1" noEditPoints="1" noAdjustHandles="1" noChangeArrowheads="1" noChangeShapeType="1" noTextEdit="1"/>
                </p:cNvSpPr>
                <p:nvPr/>
              </p:nvSpPr>
              <p:spPr>
                <a:xfrm>
                  <a:off x="5180142" y="2745738"/>
                  <a:ext cx="438517" cy="215444"/>
                </a:xfrm>
                <a:prstGeom prst="rect">
                  <a:avLst/>
                </a:prstGeom>
                <a:blipFill>
                  <a:blip r:embed="rId7"/>
                  <a:stretch>
                    <a:fillRect l="-8333" b="-17143"/>
                  </a:stretch>
                </a:blipFill>
              </p:spPr>
              <p:txBody>
                <a:bodyPr/>
                <a:lstStyle/>
                <a:p>
                  <a:r>
                    <a:rPr lang="es-CO">
                      <a:noFill/>
                    </a:rPr>
                    <a:t> </a:t>
                  </a:r>
                </a:p>
              </p:txBody>
            </p:sp>
          </mc:Fallback>
        </mc:AlternateContent>
      </p:grpSp>
      <p:grpSp>
        <p:nvGrpSpPr>
          <p:cNvPr id="4" name="Grupo 3">
            <a:extLst>
              <a:ext uri="{FF2B5EF4-FFF2-40B4-BE49-F238E27FC236}">
                <a16:creationId xmlns:a16="http://schemas.microsoft.com/office/drawing/2014/main" id="{083AA3CE-26CC-41D8-9A75-32A5A8695410}"/>
              </a:ext>
            </a:extLst>
          </p:cNvPr>
          <p:cNvGrpSpPr/>
          <p:nvPr/>
        </p:nvGrpSpPr>
        <p:grpSpPr>
          <a:xfrm>
            <a:off x="1013466" y="3881732"/>
            <a:ext cx="4357727" cy="404101"/>
            <a:chOff x="3138972" y="3555659"/>
            <a:chExt cx="4357727" cy="404101"/>
          </a:xfrm>
        </p:grpSpPr>
        <p:grpSp>
          <p:nvGrpSpPr>
            <p:cNvPr id="43" name="Grupo 42">
              <a:extLst>
                <a:ext uri="{FF2B5EF4-FFF2-40B4-BE49-F238E27FC236}">
                  <a16:creationId xmlns:a16="http://schemas.microsoft.com/office/drawing/2014/main" id="{DAE7B1CB-3E83-49E0-B070-6177D7C96941}"/>
                </a:ext>
              </a:extLst>
            </p:cNvPr>
            <p:cNvGrpSpPr/>
            <p:nvPr/>
          </p:nvGrpSpPr>
          <p:grpSpPr>
            <a:xfrm>
              <a:off x="3138972" y="3557716"/>
              <a:ext cx="4357727" cy="401497"/>
              <a:chOff x="2739192" y="2639035"/>
              <a:chExt cx="4357727" cy="401497"/>
            </a:xfrm>
          </p:grpSpPr>
          <p:sp>
            <p:nvSpPr>
              <p:cNvPr id="44" name="Rectángulo 43">
                <a:extLst>
                  <a:ext uri="{FF2B5EF4-FFF2-40B4-BE49-F238E27FC236}">
                    <a16:creationId xmlns:a16="http://schemas.microsoft.com/office/drawing/2014/main" id="{EFF803E7-1D15-48B0-BA14-9D90FEBC1719}"/>
                  </a:ext>
                </a:extLst>
              </p:cNvPr>
              <p:cNvSpPr/>
              <p:nvPr/>
            </p:nvSpPr>
            <p:spPr>
              <a:xfrm>
                <a:off x="2739192" y="2639036"/>
                <a:ext cx="717755"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45" name="Rectángulo 44">
                <a:extLst>
                  <a:ext uri="{FF2B5EF4-FFF2-40B4-BE49-F238E27FC236}">
                    <a16:creationId xmlns:a16="http://schemas.microsoft.com/office/drawing/2014/main" id="{30A7F2AD-738E-4E57-8DB0-CA22CE3B1F98}"/>
                  </a:ext>
                </a:extLst>
              </p:cNvPr>
              <p:cNvSpPr/>
              <p:nvPr/>
            </p:nvSpPr>
            <p:spPr>
              <a:xfrm>
                <a:off x="3458273" y="2639036"/>
                <a:ext cx="717755"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46" name="Rectángulo 45">
                <a:extLst>
                  <a:ext uri="{FF2B5EF4-FFF2-40B4-BE49-F238E27FC236}">
                    <a16:creationId xmlns:a16="http://schemas.microsoft.com/office/drawing/2014/main" id="{2422FCD6-99FC-4F4D-9C30-88697D12795A}"/>
                  </a:ext>
                </a:extLst>
              </p:cNvPr>
              <p:cNvSpPr/>
              <p:nvPr/>
            </p:nvSpPr>
            <p:spPr>
              <a:xfrm>
                <a:off x="5739870" y="2639035"/>
                <a:ext cx="1357049" cy="401345"/>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47" name="Rectángulo 46">
                <a:extLst>
                  <a:ext uri="{FF2B5EF4-FFF2-40B4-BE49-F238E27FC236}">
                    <a16:creationId xmlns:a16="http://schemas.microsoft.com/office/drawing/2014/main" id="{0F0B0AD4-0786-443D-9FF6-FE3A22924FAC}"/>
                  </a:ext>
                </a:extLst>
              </p:cNvPr>
              <p:cNvSpPr/>
              <p:nvPr/>
            </p:nvSpPr>
            <p:spPr>
              <a:xfrm>
                <a:off x="4176028" y="2639036"/>
                <a:ext cx="854061"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055A0CB1-3D23-4077-94BC-276CA123077C}"/>
                      </a:ext>
                    </a:extLst>
                  </p:cNvPr>
                  <p:cNvSpPr txBox="1"/>
                  <p:nvPr/>
                </p:nvSpPr>
                <p:spPr>
                  <a:xfrm>
                    <a:off x="4521645" y="2731494"/>
                    <a:ext cx="2035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49" name="CuadroTexto 48">
                    <a:extLst>
                      <a:ext uri="{FF2B5EF4-FFF2-40B4-BE49-F238E27FC236}">
                        <a16:creationId xmlns:a16="http://schemas.microsoft.com/office/drawing/2014/main" id="{055A0CB1-3D23-4077-94BC-276CA123077C}"/>
                      </a:ext>
                    </a:extLst>
                  </p:cNvPr>
                  <p:cNvSpPr txBox="1">
                    <a:spLocks noRot="1" noChangeAspect="1" noMove="1" noResize="1" noEditPoints="1" noAdjustHandles="1" noChangeArrowheads="1" noChangeShapeType="1" noTextEdit="1"/>
                  </p:cNvSpPr>
                  <p:nvPr/>
                </p:nvSpPr>
                <p:spPr>
                  <a:xfrm>
                    <a:off x="4521645" y="2731494"/>
                    <a:ext cx="203581" cy="215444"/>
                  </a:xfrm>
                  <a:prstGeom prst="rect">
                    <a:avLst/>
                  </a:prstGeom>
                  <a:blipFill>
                    <a:blip r:embed="rId3"/>
                    <a:stretch>
                      <a:fillRect l="-6061" r="-303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0" name="CuadroTexto 49">
                    <a:extLst>
                      <a:ext uri="{FF2B5EF4-FFF2-40B4-BE49-F238E27FC236}">
                        <a16:creationId xmlns:a16="http://schemas.microsoft.com/office/drawing/2014/main" id="{FB463A30-7981-435A-A7AD-3280C35870E5}"/>
                      </a:ext>
                    </a:extLst>
                  </p:cNvPr>
                  <p:cNvSpPr txBox="1"/>
                  <p:nvPr/>
                </p:nvSpPr>
                <p:spPr>
                  <a:xfrm>
                    <a:off x="2908795" y="2750107"/>
                    <a:ext cx="41139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Rec</m:t>
                              </m:r>
                            </m:e>
                            <m:sub>
                              <m:r>
                                <a:rPr lang="es-MX" b="0" i="1" smtClean="0">
                                  <a:latin typeface="Cambria Math" panose="02040503050406030204" pitchFamily="18" charset="0"/>
                                  <a:ea typeface="Cambria Math" panose="02040503050406030204" pitchFamily="18" charset="0"/>
                                </a:rPr>
                                <m:t>0</m:t>
                              </m:r>
                            </m:sub>
                          </m:sSub>
                        </m:oMath>
                      </m:oMathPara>
                    </a14:m>
                    <a:endParaRPr lang="es-CO" dirty="0"/>
                  </a:p>
                </p:txBody>
              </p:sp>
            </mc:Choice>
            <mc:Fallback xmlns="">
              <p:sp>
                <p:nvSpPr>
                  <p:cNvPr id="50" name="CuadroTexto 49">
                    <a:extLst>
                      <a:ext uri="{FF2B5EF4-FFF2-40B4-BE49-F238E27FC236}">
                        <a16:creationId xmlns:a16="http://schemas.microsoft.com/office/drawing/2014/main" id="{FB463A30-7981-435A-A7AD-3280C35870E5}"/>
                      </a:ext>
                    </a:extLst>
                  </p:cNvPr>
                  <p:cNvSpPr txBox="1">
                    <a:spLocks noRot="1" noChangeAspect="1" noMove="1" noResize="1" noEditPoints="1" noAdjustHandles="1" noChangeArrowheads="1" noChangeShapeType="1" noTextEdit="1"/>
                  </p:cNvSpPr>
                  <p:nvPr/>
                </p:nvSpPr>
                <p:spPr>
                  <a:xfrm>
                    <a:off x="2908795" y="2750107"/>
                    <a:ext cx="411395" cy="215444"/>
                  </a:xfrm>
                  <a:prstGeom prst="rect">
                    <a:avLst/>
                  </a:prstGeom>
                  <a:blipFill>
                    <a:blip r:embed="rId4"/>
                    <a:stretch>
                      <a:fillRect l="-8824" b="-17143"/>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1" name="CuadroTexto 50">
                    <a:extLst>
                      <a:ext uri="{FF2B5EF4-FFF2-40B4-BE49-F238E27FC236}">
                        <a16:creationId xmlns:a16="http://schemas.microsoft.com/office/drawing/2014/main" id="{4DF15CA1-C043-456F-BEE4-D91E22D3F0BA}"/>
                      </a:ext>
                    </a:extLst>
                  </p:cNvPr>
                  <p:cNvSpPr txBox="1"/>
                  <p:nvPr/>
                </p:nvSpPr>
                <p:spPr>
                  <a:xfrm>
                    <a:off x="6585957" y="2683740"/>
                    <a:ext cx="351058"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sz="1000" b="0" i="0" smtClean="0">
                              <a:latin typeface="Cambria Math" panose="02040503050406030204" pitchFamily="18" charset="0"/>
                              <a:ea typeface="Cambria Math" panose="02040503050406030204" pitchFamily="18" charset="0"/>
                            </a:rPr>
                            <m:t>Free</m:t>
                          </m:r>
                          <m:r>
                            <a:rPr lang="es-MX" sz="1000" b="0" i="0" smtClean="0">
                              <a:latin typeface="Cambria Math" panose="02040503050406030204" pitchFamily="18" charset="0"/>
                              <a:ea typeface="Cambria Math" panose="02040503050406030204" pitchFamily="18" charset="0"/>
                            </a:rPr>
                            <m:t> </m:t>
                          </m:r>
                        </m:oMath>
                      </m:oMathPara>
                    </a14:m>
                    <a:endParaRPr lang="es-MX" sz="10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es-MX" sz="1000" b="0" i="0" smtClean="0">
                              <a:latin typeface="Cambria Math" panose="02040503050406030204" pitchFamily="18" charset="0"/>
                              <a:ea typeface="Cambria Math" panose="02040503050406030204" pitchFamily="18" charset="0"/>
                            </a:rPr>
                            <m:t>Space</m:t>
                          </m:r>
                        </m:oMath>
                      </m:oMathPara>
                    </a14:m>
                    <a:endParaRPr lang="es-CO" sz="1000" dirty="0"/>
                  </a:p>
                </p:txBody>
              </p:sp>
            </mc:Choice>
            <mc:Fallback xmlns="">
              <p:sp>
                <p:nvSpPr>
                  <p:cNvPr id="51" name="CuadroTexto 50">
                    <a:extLst>
                      <a:ext uri="{FF2B5EF4-FFF2-40B4-BE49-F238E27FC236}">
                        <a16:creationId xmlns:a16="http://schemas.microsoft.com/office/drawing/2014/main" id="{4DF15CA1-C043-456F-BEE4-D91E22D3F0BA}"/>
                      </a:ext>
                    </a:extLst>
                  </p:cNvPr>
                  <p:cNvSpPr txBox="1">
                    <a:spLocks noRot="1" noChangeAspect="1" noMove="1" noResize="1" noEditPoints="1" noAdjustHandles="1" noChangeArrowheads="1" noChangeShapeType="1" noTextEdit="1"/>
                  </p:cNvSpPr>
                  <p:nvPr/>
                </p:nvSpPr>
                <p:spPr>
                  <a:xfrm>
                    <a:off x="6585957" y="2683740"/>
                    <a:ext cx="351058" cy="307777"/>
                  </a:xfrm>
                  <a:prstGeom prst="rect">
                    <a:avLst/>
                  </a:prstGeom>
                  <a:blipFill>
                    <a:blip r:embed="rId8"/>
                    <a:stretch>
                      <a:fillRect l="-10345" r="-10345" b="-16000"/>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55" name="CuadroTexto 54">
                    <a:extLst>
                      <a:ext uri="{FF2B5EF4-FFF2-40B4-BE49-F238E27FC236}">
                        <a16:creationId xmlns:a16="http://schemas.microsoft.com/office/drawing/2014/main" id="{135AE6E6-A6C1-470A-AE83-DF922295C69A}"/>
                      </a:ext>
                    </a:extLst>
                  </p:cNvPr>
                  <p:cNvSpPr txBox="1"/>
                  <p:nvPr/>
                </p:nvSpPr>
                <p:spPr>
                  <a:xfrm>
                    <a:off x="3596667" y="2739238"/>
                    <a:ext cx="41139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Rec</m:t>
                              </m:r>
                            </m:e>
                            <m:sub>
                              <m:r>
                                <a:rPr lang="es-MX" b="0" i="1" smtClean="0">
                                  <a:latin typeface="Cambria Math" panose="02040503050406030204" pitchFamily="18" charset="0"/>
                                  <a:ea typeface="Cambria Math" panose="02040503050406030204" pitchFamily="18" charset="0"/>
                                </a:rPr>
                                <m:t>1</m:t>
                              </m:r>
                            </m:sub>
                          </m:sSub>
                        </m:oMath>
                      </m:oMathPara>
                    </a14:m>
                    <a:endParaRPr lang="es-CO" dirty="0"/>
                  </a:p>
                </p:txBody>
              </p:sp>
            </mc:Choice>
            <mc:Fallback xmlns="">
              <p:sp>
                <p:nvSpPr>
                  <p:cNvPr id="55" name="CuadroTexto 54">
                    <a:extLst>
                      <a:ext uri="{FF2B5EF4-FFF2-40B4-BE49-F238E27FC236}">
                        <a16:creationId xmlns:a16="http://schemas.microsoft.com/office/drawing/2014/main" id="{135AE6E6-A6C1-470A-AE83-DF922295C69A}"/>
                      </a:ext>
                    </a:extLst>
                  </p:cNvPr>
                  <p:cNvSpPr txBox="1">
                    <a:spLocks noRot="1" noChangeAspect="1" noMove="1" noResize="1" noEditPoints="1" noAdjustHandles="1" noChangeArrowheads="1" noChangeShapeType="1" noTextEdit="1"/>
                  </p:cNvSpPr>
                  <p:nvPr/>
                </p:nvSpPr>
                <p:spPr>
                  <a:xfrm>
                    <a:off x="3596667" y="2739238"/>
                    <a:ext cx="411395" cy="215444"/>
                  </a:xfrm>
                  <a:prstGeom prst="rect">
                    <a:avLst/>
                  </a:prstGeom>
                  <a:blipFill>
                    <a:blip r:embed="rId6"/>
                    <a:stretch>
                      <a:fillRect l="-7463" r="-1493" b="-17143"/>
                    </a:stretch>
                  </a:blipFill>
                </p:spPr>
                <p:txBody>
                  <a:bodyPr/>
                  <a:lstStyle/>
                  <a:p>
                    <a:r>
                      <a:rPr lang="es-CO">
                        <a:noFill/>
                      </a:rPr>
                      <a:t> </a:t>
                    </a:r>
                  </a:p>
                </p:txBody>
              </p:sp>
            </mc:Fallback>
          </mc:AlternateContent>
          <p:sp>
            <p:nvSpPr>
              <p:cNvPr id="56" name="Rectángulo 55">
                <a:extLst>
                  <a:ext uri="{FF2B5EF4-FFF2-40B4-BE49-F238E27FC236}">
                    <a16:creationId xmlns:a16="http://schemas.microsoft.com/office/drawing/2014/main" id="{C3B579A4-7097-4B49-94B7-01CB3819719F}"/>
                  </a:ext>
                </a:extLst>
              </p:cNvPr>
              <p:cNvSpPr/>
              <p:nvPr/>
            </p:nvSpPr>
            <p:spPr>
              <a:xfrm>
                <a:off x="5022115" y="2639035"/>
                <a:ext cx="717755" cy="40149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57" name="CuadroTexto 56">
                    <a:extLst>
                      <a:ext uri="{FF2B5EF4-FFF2-40B4-BE49-F238E27FC236}">
                        <a16:creationId xmlns:a16="http://schemas.microsoft.com/office/drawing/2014/main" id="{50610295-3086-4E1E-B2EF-BFF7CF168648}"/>
                      </a:ext>
                    </a:extLst>
                  </p:cNvPr>
                  <p:cNvSpPr txBox="1"/>
                  <p:nvPr/>
                </p:nvSpPr>
                <p:spPr>
                  <a:xfrm>
                    <a:off x="5180142" y="2745738"/>
                    <a:ext cx="4385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Rec</m:t>
                              </m:r>
                            </m:e>
                            <m:sub>
                              <m:r>
                                <a:rPr lang="es-MX" b="0" i="1" smtClean="0">
                                  <a:latin typeface="Cambria Math" panose="02040503050406030204" pitchFamily="18" charset="0"/>
                                  <a:ea typeface="Cambria Math" panose="02040503050406030204" pitchFamily="18" charset="0"/>
                                </a:rPr>
                                <m:t>𝑁</m:t>
                              </m:r>
                            </m:sub>
                          </m:sSub>
                        </m:oMath>
                      </m:oMathPara>
                    </a14:m>
                    <a:endParaRPr lang="es-CO" dirty="0"/>
                  </a:p>
                </p:txBody>
              </p:sp>
            </mc:Choice>
            <mc:Fallback xmlns="">
              <p:sp>
                <p:nvSpPr>
                  <p:cNvPr id="57" name="CuadroTexto 56">
                    <a:extLst>
                      <a:ext uri="{FF2B5EF4-FFF2-40B4-BE49-F238E27FC236}">
                        <a16:creationId xmlns:a16="http://schemas.microsoft.com/office/drawing/2014/main" id="{50610295-3086-4E1E-B2EF-BFF7CF168648}"/>
                      </a:ext>
                    </a:extLst>
                  </p:cNvPr>
                  <p:cNvSpPr txBox="1">
                    <a:spLocks noRot="1" noChangeAspect="1" noMove="1" noResize="1" noEditPoints="1" noAdjustHandles="1" noChangeArrowheads="1" noChangeShapeType="1" noTextEdit="1"/>
                  </p:cNvSpPr>
                  <p:nvPr/>
                </p:nvSpPr>
                <p:spPr>
                  <a:xfrm>
                    <a:off x="5180142" y="2745738"/>
                    <a:ext cx="438517" cy="215444"/>
                  </a:xfrm>
                  <a:prstGeom prst="rect">
                    <a:avLst/>
                  </a:prstGeom>
                  <a:blipFill>
                    <a:blip r:embed="rId8"/>
                    <a:stretch>
                      <a:fillRect l="-8333" b="-17143"/>
                    </a:stretch>
                  </a:blipFill>
                </p:spPr>
                <p:txBody>
                  <a:bodyPr/>
                  <a:lstStyle/>
                  <a:p>
                    <a:r>
                      <a:rPr lang="es-CO">
                        <a:noFill/>
                      </a:rPr>
                      <a:t> </a:t>
                    </a:r>
                  </a:p>
                </p:txBody>
              </p:sp>
            </mc:Fallback>
          </mc:AlternateContent>
        </p:grpSp>
        <p:sp>
          <p:nvSpPr>
            <p:cNvPr id="58" name="Rectángulo 57">
              <a:extLst>
                <a:ext uri="{FF2B5EF4-FFF2-40B4-BE49-F238E27FC236}">
                  <a16:creationId xmlns:a16="http://schemas.microsoft.com/office/drawing/2014/main" id="{56C618AC-5585-4A25-928E-E57919638345}"/>
                </a:ext>
              </a:extLst>
            </p:cNvPr>
            <p:cNvSpPr/>
            <p:nvPr/>
          </p:nvSpPr>
          <p:spPr>
            <a:xfrm>
              <a:off x="6132588" y="3555659"/>
              <a:ext cx="717755" cy="40410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59" name="CuadroTexto 58">
                  <a:extLst>
                    <a:ext uri="{FF2B5EF4-FFF2-40B4-BE49-F238E27FC236}">
                      <a16:creationId xmlns:a16="http://schemas.microsoft.com/office/drawing/2014/main" id="{C0489605-C20F-4F88-8E24-D6720448B20F}"/>
                    </a:ext>
                  </a:extLst>
                </p:cNvPr>
                <p:cNvSpPr txBox="1"/>
                <p:nvPr/>
              </p:nvSpPr>
              <p:spPr>
                <a:xfrm>
                  <a:off x="6240771" y="3669238"/>
                  <a:ext cx="608436"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MX" b="0" i="1" smtClean="0">
                                <a:latin typeface="Cambria Math" panose="02040503050406030204" pitchFamily="18" charset="0"/>
                                <a:ea typeface="Cambria Math" panose="02040503050406030204" pitchFamily="18" charset="0"/>
                              </a:rPr>
                            </m:ctrlPr>
                          </m:sSubPr>
                          <m:e>
                            <m:r>
                              <m:rPr>
                                <m:sty m:val="p"/>
                              </m:rPr>
                              <a:rPr lang="es-MX" b="0" i="0" smtClean="0">
                                <a:latin typeface="Cambria Math" panose="02040503050406030204" pitchFamily="18" charset="0"/>
                                <a:ea typeface="Cambria Math" panose="02040503050406030204" pitchFamily="18" charset="0"/>
                              </a:rPr>
                              <m:t>Rec</m:t>
                            </m:r>
                          </m:e>
                          <m:sub>
                            <m:r>
                              <a:rPr lang="es-MX" b="0" i="1" smtClean="0">
                                <a:latin typeface="Cambria Math" panose="02040503050406030204" pitchFamily="18" charset="0"/>
                                <a:ea typeface="Cambria Math" panose="02040503050406030204" pitchFamily="18" charset="0"/>
                              </a:rPr>
                              <m:t>𝑁</m:t>
                            </m:r>
                            <m:r>
                              <a:rPr lang="es-MX" b="0" i="1" smtClean="0">
                                <a:latin typeface="Cambria Math" panose="02040503050406030204" pitchFamily="18" charset="0"/>
                                <a:ea typeface="Cambria Math" panose="02040503050406030204" pitchFamily="18" charset="0"/>
                              </a:rPr>
                              <m:t>+1</m:t>
                            </m:r>
                          </m:sub>
                        </m:sSub>
                      </m:oMath>
                    </m:oMathPara>
                  </a14:m>
                  <a:endParaRPr lang="es-CO" dirty="0"/>
                </a:p>
              </p:txBody>
            </p:sp>
          </mc:Choice>
          <mc:Fallback xmlns="">
            <p:sp>
              <p:nvSpPr>
                <p:cNvPr id="59" name="CuadroTexto 58">
                  <a:extLst>
                    <a:ext uri="{FF2B5EF4-FFF2-40B4-BE49-F238E27FC236}">
                      <a16:creationId xmlns:a16="http://schemas.microsoft.com/office/drawing/2014/main" id="{C0489605-C20F-4F88-8E24-D6720448B20F}"/>
                    </a:ext>
                  </a:extLst>
                </p:cNvPr>
                <p:cNvSpPr txBox="1">
                  <a:spLocks noRot="1" noChangeAspect="1" noMove="1" noResize="1" noEditPoints="1" noAdjustHandles="1" noChangeArrowheads="1" noChangeShapeType="1" noTextEdit="1"/>
                </p:cNvSpPr>
                <p:nvPr/>
              </p:nvSpPr>
              <p:spPr>
                <a:xfrm>
                  <a:off x="6240771" y="3669238"/>
                  <a:ext cx="608436" cy="215444"/>
                </a:xfrm>
                <a:prstGeom prst="rect">
                  <a:avLst/>
                </a:prstGeom>
                <a:blipFill>
                  <a:blip r:embed="rId9"/>
                  <a:stretch>
                    <a:fillRect l="-6000" r="-1000" b="-13889"/>
                  </a:stretch>
                </a:blipFill>
              </p:spPr>
              <p:txBody>
                <a:bodyPr/>
                <a:lstStyle/>
                <a:p>
                  <a:r>
                    <a:rPr lang="es-CO">
                      <a:noFill/>
                    </a:rPr>
                    <a:t> </a:t>
                  </a:r>
                </a:p>
              </p:txBody>
            </p:sp>
          </mc:Fallback>
        </mc:AlternateContent>
      </p:grpSp>
      <p:sp>
        <p:nvSpPr>
          <p:cNvPr id="60" name="Flecha: hacia abajo 59">
            <a:extLst>
              <a:ext uri="{FF2B5EF4-FFF2-40B4-BE49-F238E27FC236}">
                <a16:creationId xmlns:a16="http://schemas.microsoft.com/office/drawing/2014/main" id="{187CB520-5C4E-4DDE-BDA4-0CC206796C04}"/>
              </a:ext>
            </a:extLst>
          </p:cNvPr>
          <p:cNvSpPr/>
          <p:nvPr/>
        </p:nvSpPr>
        <p:spPr>
          <a:xfrm>
            <a:off x="2008874" y="3248748"/>
            <a:ext cx="165100" cy="508000"/>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3" name="CuadroTexto 62">
            <a:extLst>
              <a:ext uri="{FF2B5EF4-FFF2-40B4-BE49-F238E27FC236}">
                <a16:creationId xmlns:a16="http://schemas.microsoft.com/office/drawing/2014/main" id="{1E76516B-09F0-479C-A302-30907D072D1D}"/>
              </a:ext>
            </a:extLst>
          </p:cNvPr>
          <p:cNvSpPr txBox="1"/>
          <p:nvPr/>
        </p:nvSpPr>
        <p:spPr>
          <a:xfrm>
            <a:off x="2312358" y="3348859"/>
            <a:ext cx="1654648" cy="307777"/>
          </a:xfrm>
          <a:prstGeom prst="rect">
            <a:avLst/>
          </a:prstGeom>
          <a:noFill/>
        </p:spPr>
        <p:txBody>
          <a:bodyPr wrap="square">
            <a:spAutoFit/>
          </a:bodyPr>
          <a:lstStyle/>
          <a:p>
            <a:r>
              <a:rPr lang="es-MX" sz="1400" b="1" dirty="0">
                <a:latin typeface="Consolas" panose="020B0609020204030204" pitchFamily="49" charset="0"/>
              </a:rPr>
              <a:t>insert(Rec</a:t>
            </a:r>
            <a:r>
              <a:rPr lang="es-MX" sz="1000" b="1" dirty="0">
                <a:latin typeface="Consolas" panose="020B0609020204030204" pitchFamily="49" charset="0"/>
              </a:rPr>
              <a:t>12</a:t>
            </a:r>
            <a:r>
              <a:rPr lang="es-MX" sz="1400" b="1" dirty="0">
                <a:latin typeface="Consolas" panose="020B0609020204030204" pitchFamily="49" charset="0"/>
              </a:rPr>
              <a:t>)</a:t>
            </a:r>
            <a:endParaRPr lang="es-CO" dirty="0"/>
          </a:p>
        </p:txBody>
      </p:sp>
      <mc:AlternateContent xmlns:mc="http://schemas.openxmlformats.org/markup-compatibility/2006" xmlns:a14="http://schemas.microsoft.com/office/drawing/2010/main">
        <mc:Choice Requires="a14">
          <p:sp>
            <p:nvSpPr>
              <p:cNvPr id="64" name="CuadroTexto 63">
                <a:extLst>
                  <a:ext uri="{FF2B5EF4-FFF2-40B4-BE49-F238E27FC236}">
                    <a16:creationId xmlns:a16="http://schemas.microsoft.com/office/drawing/2014/main" id="{E2B8AA91-AC18-499D-AC38-886EC033D1A9}"/>
                  </a:ext>
                </a:extLst>
              </p:cNvPr>
              <p:cNvSpPr txBox="1"/>
              <p:nvPr/>
            </p:nvSpPr>
            <p:spPr>
              <a:xfrm>
                <a:off x="1543607" y="2330814"/>
                <a:ext cx="106606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solidFill>
                            <a:srgbClr val="FF0000"/>
                          </a:solidFill>
                          <a:latin typeface="Cambria Math" panose="02040503050406030204" pitchFamily="18" charset="0"/>
                          <a:ea typeface="Cambria Math" panose="02040503050406030204" pitchFamily="18" charset="0"/>
                        </a:rPr>
                        <m:t>𝑠𝑖𝑧𝑒</m:t>
                      </m:r>
                      <m:r>
                        <a:rPr lang="es-MX" b="0" i="1" smtClean="0">
                          <a:solidFill>
                            <a:srgbClr val="FF0000"/>
                          </a:solidFill>
                          <a:latin typeface="Cambria Math" panose="02040503050406030204" pitchFamily="18" charset="0"/>
                          <a:ea typeface="Cambria Math" panose="02040503050406030204" pitchFamily="18" charset="0"/>
                        </a:rPr>
                        <m:t>(</m:t>
                      </m:r>
                      <m:r>
                        <a:rPr lang="es-MX" b="0" i="1" smtClean="0">
                          <a:solidFill>
                            <a:srgbClr val="FF0000"/>
                          </a:solidFill>
                          <a:latin typeface="Cambria Math" panose="02040503050406030204" pitchFamily="18" charset="0"/>
                          <a:ea typeface="Cambria Math" panose="02040503050406030204" pitchFamily="18" charset="0"/>
                        </a:rPr>
                        <m:t>𝑟𝑒𝑐𝑜𝑟𝑑</m:t>
                      </m:r>
                      <m:r>
                        <a:rPr lang="es-MX" b="0" i="1" smtClean="0">
                          <a:solidFill>
                            <a:srgbClr val="FF0000"/>
                          </a:solidFill>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64" name="CuadroTexto 63">
                <a:extLst>
                  <a:ext uri="{FF2B5EF4-FFF2-40B4-BE49-F238E27FC236}">
                    <a16:creationId xmlns:a16="http://schemas.microsoft.com/office/drawing/2014/main" id="{E2B8AA91-AC18-499D-AC38-886EC033D1A9}"/>
                  </a:ext>
                </a:extLst>
              </p:cNvPr>
              <p:cNvSpPr txBox="1">
                <a:spLocks noRot="1" noChangeAspect="1" noMove="1" noResize="1" noEditPoints="1" noAdjustHandles="1" noChangeArrowheads="1" noChangeShapeType="1" noTextEdit="1"/>
              </p:cNvSpPr>
              <p:nvPr/>
            </p:nvSpPr>
            <p:spPr>
              <a:xfrm>
                <a:off x="1543607" y="2330814"/>
                <a:ext cx="1066061" cy="215444"/>
              </a:xfrm>
              <a:prstGeom prst="rect">
                <a:avLst/>
              </a:prstGeom>
              <a:blipFill>
                <a:blip r:embed="rId10"/>
                <a:stretch>
                  <a:fillRect l="-2857" r="-5143" b="-33333"/>
                </a:stretch>
              </a:blipFill>
            </p:spPr>
            <p:txBody>
              <a:bodyPr/>
              <a:lstStyle/>
              <a:p>
                <a:r>
                  <a:rPr lang="es-CO">
                    <a:noFill/>
                  </a:rPr>
                  <a:t> </a:t>
                </a:r>
              </a:p>
            </p:txBody>
          </p:sp>
        </mc:Fallback>
      </mc:AlternateContent>
      <p:sp>
        <p:nvSpPr>
          <p:cNvPr id="62" name="Abrir llave 61">
            <a:extLst>
              <a:ext uri="{FF2B5EF4-FFF2-40B4-BE49-F238E27FC236}">
                <a16:creationId xmlns:a16="http://schemas.microsoft.com/office/drawing/2014/main" id="{C75819E8-4CEA-429D-8370-536643DAF337}"/>
              </a:ext>
            </a:extLst>
          </p:cNvPr>
          <p:cNvSpPr/>
          <p:nvPr/>
        </p:nvSpPr>
        <p:spPr>
          <a:xfrm rot="5400000">
            <a:off x="2038542" y="2250550"/>
            <a:ext cx="100630" cy="715272"/>
          </a:xfrm>
          <a:prstGeom prst="leftBrace">
            <a:avLst>
              <a:gd name="adj1" fmla="val 26989"/>
              <a:gd name="adj2" fmla="val 5000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66" name="Abrir llave 65">
            <a:extLst>
              <a:ext uri="{FF2B5EF4-FFF2-40B4-BE49-F238E27FC236}">
                <a16:creationId xmlns:a16="http://schemas.microsoft.com/office/drawing/2014/main" id="{DADF4369-C526-4E8C-8E22-8F6F808624EF}"/>
              </a:ext>
            </a:extLst>
          </p:cNvPr>
          <p:cNvSpPr/>
          <p:nvPr/>
        </p:nvSpPr>
        <p:spPr>
          <a:xfrm rot="5400000">
            <a:off x="3102042" y="98568"/>
            <a:ext cx="180574" cy="4357726"/>
          </a:xfrm>
          <a:prstGeom prst="leftBrace">
            <a:avLst>
              <a:gd name="adj1" fmla="val 26989"/>
              <a:gd name="adj2" fmla="val 50000"/>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mc:AlternateContent xmlns:mc="http://schemas.openxmlformats.org/markup-compatibility/2006" xmlns:a14="http://schemas.microsoft.com/office/drawing/2010/main">
        <mc:Choice Requires="a14">
          <p:sp>
            <p:nvSpPr>
              <p:cNvPr id="67" name="CuadroTexto 66">
                <a:extLst>
                  <a:ext uri="{FF2B5EF4-FFF2-40B4-BE49-F238E27FC236}">
                    <a16:creationId xmlns:a16="http://schemas.microsoft.com/office/drawing/2014/main" id="{73A3DE9A-5F82-4E43-804A-1E7828519264}"/>
                  </a:ext>
                </a:extLst>
              </p:cNvPr>
              <p:cNvSpPr txBox="1"/>
              <p:nvPr/>
            </p:nvSpPr>
            <p:spPr>
              <a:xfrm>
                <a:off x="2775640" y="1893390"/>
                <a:ext cx="92006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MX" b="0" i="1" smtClean="0">
                          <a:solidFill>
                            <a:srgbClr val="FF0000"/>
                          </a:solidFill>
                          <a:latin typeface="Cambria Math" panose="02040503050406030204" pitchFamily="18" charset="0"/>
                          <a:ea typeface="Cambria Math" panose="02040503050406030204" pitchFamily="18" charset="0"/>
                        </a:rPr>
                        <m:t>𝑠𝑖𝑧𝑒</m:t>
                      </m:r>
                      <m:r>
                        <a:rPr lang="es-MX" b="0" i="1" smtClean="0">
                          <a:solidFill>
                            <a:srgbClr val="FF0000"/>
                          </a:solidFill>
                          <a:latin typeface="Cambria Math" panose="02040503050406030204" pitchFamily="18" charset="0"/>
                          <a:ea typeface="Cambria Math" panose="02040503050406030204" pitchFamily="18" charset="0"/>
                        </a:rPr>
                        <m:t>(</m:t>
                      </m:r>
                      <m:r>
                        <a:rPr lang="es-MX" b="0" i="1" smtClean="0">
                          <a:solidFill>
                            <a:srgbClr val="FF0000"/>
                          </a:solidFill>
                          <a:latin typeface="Cambria Math" panose="02040503050406030204" pitchFamily="18" charset="0"/>
                          <a:ea typeface="Cambria Math" panose="02040503050406030204" pitchFamily="18" charset="0"/>
                        </a:rPr>
                        <m:t>𝑝𝑎𝑔𝑒</m:t>
                      </m:r>
                      <m:r>
                        <a:rPr lang="es-MX" b="0" i="1" smtClean="0">
                          <a:solidFill>
                            <a:srgbClr val="FF0000"/>
                          </a:solidFill>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67" name="CuadroTexto 66">
                <a:extLst>
                  <a:ext uri="{FF2B5EF4-FFF2-40B4-BE49-F238E27FC236}">
                    <a16:creationId xmlns:a16="http://schemas.microsoft.com/office/drawing/2014/main" id="{73A3DE9A-5F82-4E43-804A-1E7828519264}"/>
                  </a:ext>
                </a:extLst>
              </p:cNvPr>
              <p:cNvSpPr txBox="1">
                <a:spLocks noRot="1" noChangeAspect="1" noMove="1" noResize="1" noEditPoints="1" noAdjustHandles="1" noChangeArrowheads="1" noChangeShapeType="1" noTextEdit="1"/>
              </p:cNvSpPr>
              <p:nvPr/>
            </p:nvSpPr>
            <p:spPr>
              <a:xfrm>
                <a:off x="2775640" y="1893390"/>
                <a:ext cx="920060" cy="215444"/>
              </a:xfrm>
              <a:prstGeom prst="rect">
                <a:avLst/>
              </a:prstGeom>
              <a:blipFill>
                <a:blip r:embed="rId11"/>
                <a:stretch>
                  <a:fillRect l="-3311" r="-5960" b="-34286"/>
                </a:stretch>
              </a:blipFill>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5" name="Rectángulo 34">
                <a:extLst>
                  <a:ext uri="{FF2B5EF4-FFF2-40B4-BE49-F238E27FC236}">
                    <a16:creationId xmlns:a16="http://schemas.microsoft.com/office/drawing/2014/main" id="{223CB6B1-2931-4583-97A7-1CF765096B13}"/>
                  </a:ext>
                </a:extLst>
              </p:cNvPr>
              <p:cNvSpPr/>
              <p:nvPr/>
            </p:nvSpPr>
            <p:spPr>
              <a:xfrm>
                <a:off x="5371191" y="2691609"/>
                <a:ext cx="734391" cy="400423"/>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MX" b="1" i="0" smtClean="0">
                          <a:solidFill>
                            <a:schemeClr val="tx1"/>
                          </a:solidFill>
                          <a:latin typeface="Cambria Math" panose="02040503050406030204" pitchFamily="18" charset="0"/>
                          <a:ea typeface="Cambria Math" panose="02040503050406030204" pitchFamily="18" charset="0"/>
                        </a:rPr>
                        <m:t>𝐍</m:t>
                      </m:r>
                    </m:oMath>
                  </m:oMathPara>
                </a14:m>
                <a:endParaRPr lang="es-CO" b="1" dirty="0">
                  <a:solidFill>
                    <a:schemeClr val="tx1"/>
                  </a:solidFill>
                  <a:latin typeface="Roboto" panose="02000000000000000000" pitchFamily="2" charset="0"/>
                  <a:ea typeface="Roboto" panose="02000000000000000000" pitchFamily="2" charset="0"/>
                </a:endParaRPr>
              </a:p>
            </p:txBody>
          </p:sp>
        </mc:Choice>
        <mc:Fallback xmlns="">
          <p:sp>
            <p:nvSpPr>
              <p:cNvPr id="35" name="Rectángulo 34">
                <a:extLst>
                  <a:ext uri="{FF2B5EF4-FFF2-40B4-BE49-F238E27FC236}">
                    <a16:creationId xmlns:a16="http://schemas.microsoft.com/office/drawing/2014/main" id="{223CB6B1-2931-4583-97A7-1CF765096B13}"/>
                  </a:ext>
                </a:extLst>
              </p:cNvPr>
              <p:cNvSpPr>
                <a:spLocks noRot="1" noChangeAspect="1" noMove="1" noResize="1" noEditPoints="1" noAdjustHandles="1" noChangeArrowheads="1" noChangeShapeType="1" noTextEdit="1"/>
              </p:cNvSpPr>
              <p:nvPr/>
            </p:nvSpPr>
            <p:spPr>
              <a:xfrm>
                <a:off x="5371191" y="2691609"/>
                <a:ext cx="734391" cy="400423"/>
              </a:xfrm>
              <a:prstGeom prst="rect">
                <a:avLst/>
              </a:prstGeom>
              <a:blipFill>
                <a:blip r:embed="rId12"/>
                <a:stretch>
                  <a:fillRect/>
                </a:stretch>
              </a:blipFill>
              <a:ln>
                <a:solidFill>
                  <a:schemeClr val="tx1"/>
                </a:solid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36" name="Rectángulo 35">
                <a:extLst>
                  <a:ext uri="{FF2B5EF4-FFF2-40B4-BE49-F238E27FC236}">
                    <a16:creationId xmlns:a16="http://schemas.microsoft.com/office/drawing/2014/main" id="{EB867497-C966-4CC3-8E13-63E4A2825DAF}"/>
                  </a:ext>
                </a:extLst>
              </p:cNvPr>
              <p:cNvSpPr/>
              <p:nvPr/>
            </p:nvSpPr>
            <p:spPr>
              <a:xfrm>
                <a:off x="5376834" y="3881733"/>
                <a:ext cx="734391" cy="404100"/>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s-MX" b="1" i="0" smtClean="0">
                          <a:solidFill>
                            <a:schemeClr val="tx1"/>
                          </a:solidFill>
                          <a:latin typeface="Cambria Math" panose="02040503050406030204" pitchFamily="18" charset="0"/>
                          <a:ea typeface="Cambria Math" panose="02040503050406030204" pitchFamily="18" charset="0"/>
                        </a:rPr>
                        <m:t>𝐍</m:t>
                      </m:r>
                    </m:oMath>
                  </m:oMathPara>
                </a14:m>
                <a:endParaRPr lang="es-CO" b="1" dirty="0">
                  <a:solidFill>
                    <a:schemeClr val="tx1"/>
                  </a:solidFill>
                  <a:latin typeface="Roboto" panose="02000000000000000000" pitchFamily="2" charset="0"/>
                  <a:ea typeface="Roboto" panose="02000000000000000000" pitchFamily="2" charset="0"/>
                </a:endParaRPr>
              </a:p>
            </p:txBody>
          </p:sp>
        </mc:Choice>
        <mc:Fallback xmlns="">
          <p:sp>
            <p:nvSpPr>
              <p:cNvPr id="36" name="Rectángulo 35">
                <a:extLst>
                  <a:ext uri="{FF2B5EF4-FFF2-40B4-BE49-F238E27FC236}">
                    <a16:creationId xmlns:a16="http://schemas.microsoft.com/office/drawing/2014/main" id="{EB867497-C966-4CC3-8E13-63E4A2825DAF}"/>
                  </a:ext>
                </a:extLst>
              </p:cNvPr>
              <p:cNvSpPr>
                <a:spLocks noRot="1" noChangeAspect="1" noMove="1" noResize="1" noEditPoints="1" noAdjustHandles="1" noChangeArrowheads="1" noChangeShapeType="1" noTextEdit="1"/>
              </p:cNvSpPr>
              <p:nvPr/>
            </p:nvSpPr>
            <p:spPr>
              <a:xfrm>
                <a:off x="5376834" y="3881733"/>
                <a:ext cx="734391" cy="404100"/>
              </a:xfrm>
              <a:prstGeom prst="rect">
                <a:avLst/>
              </a:prstGeom>
              <a:blipFill>
                <a:blip r:embed="rId13"/>
                <a:stretch>
                  <a:fillRect/>
                </a:stretch>
              </a:blipFill>
              <a:ln>
                <a:solidFill>
                  <a:schemeClr val="tx1"/>
                </a:solidFill>
              </a:ln>
            </p:spPr>
            <p:txBody>
              <a:bodyPr/>
              <a:lstStyle/>
              <a:p>
                <a:r>
                  <a:rPr lang="es-CO">
                    <a:noFill/>
                  </a:rPr>
                  <a:t> </a:t>
                </a:r>
              </a:p>
            </p:txBody>
          </p:sp>
        </mc:Fallback>
      </mc:AlternateContent>
      <p:graphicFrame>
        <p:nvGraphicFramePr>
          <p:cNvPr id="37" name="Tabla 5">
            <a:extLst>
              <a:ext uri="{FF2B5EF4-FFF2-40B4-BE49-F238E27FC236}">
                <a16:creationId xmlns:a16="http://schemas.microsoft.com/office/drawing/2014/main" id="{3B80AE04-41C9-4759-85C3-C7625E5B5349}"/>
              </a:ext>
            </a:extLst>
          </p:cNvPr>
          <p:cNvGraphicFramePr>
            <a:graphicFrameLocks noGrp="1"/>
          </p:cNvGraphicFramePr>
          <p:nvPr>
            <p:extLst>
              <p:ext uri="{D42A27DB-BD31-4B8C-83A1-F6EECF244321}">
                <p14:modId xmlns:p14="http://schemas.microsoft.com/office/powerpoint/2010/main" val="2999234919"/>
              </p:ext>
            </p:extLst>
          </p:nvPr>
        </p:nvGraphicFramePr>
        <p:xfrm>
          <a:off x="7257221" y="1572842"/>
          <a:ext cx="1520645" cy="2438400"/>
        </p:xfrm>
        <a:graphic>
          <a:graphicData uri="http://schemas.openxmlformats.org/drawingml/2006/table">
            <a:tbl>
              <a:tblPr firstRow="1" bandRow="1">
                <a:tableStyleId>{AD6A3598-7CB8-4345-8D95-17CE05F158A0}</a:tableStyleId>
              </a:tblPr>
              <a:tblGrid>
                <a:gridCol w="1140484">
                  <a:extLst>
                    <a:ext uri="{9D8B030D-6E8A-4147-A177-3AD203B41FA5}">
                      <a16:colId xmlns:a16="http://schemas.microsoft.com/office/drawing/2014/main" val="3904809786"/>
                    </a:ext>
                  </a:extLst>
                </a:gridCol>
                <a:gridCol w="380161">
                  <a:extLst>
                    <a:ext uri="{9D8B030D-6E8A-4147-A177-3AD203B41FA5}">
                      <a16:colId xmlns:a16="http://schemas.microsoft.com/office/drawing/2014/main" val="174867543"/>
                    </a:ext>
                  </a:extLst>
                </a:gridCol>
              </a:tblGrid>
              <a:tr h="194924">
                <a:tc gridSpan="2">
                  <a:txBody>
                    <a:bodyPr/>
                    <a:lstStyle/>
                    <a:p>
                      <a:pPr algn="ctr"/>
                      <a:r>
                        <a:rPr lang="es-CO" dirty="0">
                          <a:latin typeface="Consolas" panose="020B0609020204030204" pitchFamily="49" charset="0"/>
                          <a:ea typeface="Roboto" panose="02000000000000000000" pitchFamily="2" charset="0"/>
                        </a:rPr>
                        <a:t>record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500112237"/>
                  </a:ext>
                </a:extLst>
              </a:tr>
              <a:tr h="19492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dirty="0">
                          <a:latin typeface="Consolas" panose="020B0609020204030204" pitchFamily="49" charset="0"/>
                          <a:ea typeface="Roboto" panose="02000000000000000000" pitchFamily="2" charset="0"/>
                        </a:rPr>
                        <a:t>record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433299529"/>
                  </a:ext>
                </a:extLst>
              </a:tr>
              <a:tr h="19492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dirty="0">
                          <a:latin typeface="Consolas" panose="020B0609020204030204" pitchFamily="49" charset="0"/>
                          <a:ea typeface="Roboto" panose="02000000000000000000" pitchFamily="2" charset="0"/>
                        </a:rPr>
                        <a:t>record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089162325"/>
                  </a:ext>
                </a:extLst>
              </a:tr>
              <a:tr h="194924">
                <a:tc gridSpan="2">
                  <a:txBody>
                    <a:bodyPr/>
                    <a:lstStyle/>
                    <a:p>
                      <a:pPr algn="ctr"/>
                      <a:r>
                        <a:rPr lang="es-CO" dirty="0">
                          <a:latin typeface="Consolas" panose="020B0609020204030204" pitchFamily="49" charset="0"/>
                          <a:ea typeface="Roboto" panose="02000000000000000000" pitchFamily="2"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770067999"/>
                  </a:ext>
                </a:extLst>
              </a:tr>
              <a:tr h="19492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dirty="0">
                          <a:latin typeface="Consolas" panose="020B0609020204030204" pitchFamily="49" charset="0"/>
                          <a:ea typeface="Roboto" panose="02000000000000000000" pitchFamily="2" charset="0"/>
                        </a:rPr>
                        <a:t>record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164769815"/>
                  </a:ext>
                </a:extLst>
              </a:tr>
              <a:tr h="194924">
                <a:tc gridSpan="2">
                  <a:txBody>
                    <a:bodyPr/>
                    <a:lstStyle/>
                    <a:p>
                      <a:endParaRPr lang="es-CO"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1446910710"/>
                  </a:ext>
                </a:extLst>
              </a:tr>
              <a:tr h="194924">
                <a:tc gridSpan="2">
                  <a:txBody>
                    <a:bodyPr/>
                    <a:lstStyle/>
                    <a:p>
                      <a:endParaRPr lang="es-CO"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2685306776"/>
                  </a:ext>
                </a:extLst>
              </a:tr>
              <a:tr h="194924">
                <a:tc>
                  <a:txBody>
                    <a:bodyPr/>
                    <a:lstStyle/>
                    <a:p>
                      <a:endParaRPr lang="es-CO" dirty="0">
                        <a:latin typeface="Consolas" panose="020B0609020204030204" pitchFamily="49"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s-CO" b="1" dirty="0">
                          <a:latin typeface="Consolas" panose="020B0609020204030204" pitchFamily="49" charset="0"/>
                          <a:ea typeface="Roboto" panose="02000000000000000000" pitchFamily="2"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162425273"/>
                  </a:ext>
                </a:extLst>
              </a:tr>
            </a:tbl>
          </a:graphicData>
        </a:graphic>
      </p:graphicFrame>
      <p:graphicFrame>
        <p:nvGraphicFramePr>
          <p:cNvPr id="38" name="Tabla 5">
            <a:extLst>
              <a:ext uri="{FF2B5EF4-FFF2-40B4-BE49-F238E27FC236}">
                <a16:creationId xmlns:a16="http://schemas.microsoft.com/office/drawing/2014/main" id="{DBDF9551-5836-483A-B803-07CEAF00F899}"/>
              </a:ext>
            </a:extLst>
          </p:cNvPr>
          <p:cNvGraphicFramePr>
            <a:graphicFrameLocks noGrp="1"/>
          </p:cNvGraphicFramePr>
          <p:nvPr>
            <p:extLst>
              <p:ext uri="{D42A27DB-BD31-4B8C-83A1-F6EECF244321}">
                <p14:modId xmlns:p14="http://schemas.microsoft.com/office/powerpoint/2010/main" val="2114446011"/>
              </p:ext>
            </p:extLst>
          </p:nvPr>
        </p:nvGraphicFramePr>
        <p:xfrm>
          <a:off x="10322824" y="1572842"/>
          <a:ext cx="1521536" cy="2438400"/>
        </p:xfrm>
        <a:graphic>
          <a:graphicData uri="http://schemas.openxmlformats.org/drawingml/2006/table">
            <a:tbl>
              <a:tblPr firstRow="1" bandRow="1">
                <a:tableStyleId>{AD6A3598-7CB8-4345-8D95-17CE05F158A0}</a:tableStyleId>
              </a:tblPr>
              <a:tblGrid>
                <a:gridCol w="1141152">
                  <a:extLst>
                    <a:ext uri="{9D8B030D-6E8A-4147-A177-3AD203B41FA5}">
                      <a16:colId xmlns:a16="http://schemas.microsoft.com/office/drawing/2014/main" val="3904809786"/>
                    </a:ext>
                  </a:extLst>
                </a:gridCol>
                <a:gridCol w="380384">
                  <a:extLst>
                    <a:ext uri="{9D8B030D-6E8A-4147-A177-3AD203B41FA5}">
                      <a16:colId xmlns:a16="http://schemas.microsoft.com/office/drawing/2014/main" val="174867543"/>
                    </a:ext>
                  </a:extLst>
                </a:gridCol>
              </a:tblGrid>
              <a:tr h="194924">
                <a:tc gridSpan="2">
                  <a:txBody>
                    <a:bodyPr/>
                    <a:lstStyle/>
                    <a:p>
                      <a:pPr algn="ctr"/>
                      <a:r>
                        <a:rPr lang="es-CO" dirty="0">
                          <a:latin typeface="Consolas" panose="020B0609020204030204" pitchFamily="49" charset="0"/>
                          <a:ea typeface="Roboto" panose="02000000000000000000" pitchFamily="2" charset="0"/>
                        </a:rPr>
                        <a:t>record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500112237"/>
                  </a:ext>
                </a:extLst>
              </a:tr>
              <a:tr h="19492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dirty="0">
                          <a:latin typeface="Consolas" panose="020B0609020204030204" pitchFamily="49" charset="0"/>
                          <a:ea typeface="Roboto" panose="02000000000000000000" pitchFamily="2" charset="0"/>
                        </a:rPr>
                        <a:t>record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433299529"/>
                  </a:ext>
                </a:extLst>
              </a:tr>
              <a:tr h="19492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dirty="0">
                          <a:latin typeface="Consolas" panose="020B0609020204030204" pitchFamily="49" charset="0"/>
                          <a:ea typeface="Roboto" panose="02000000000000000000" pitchFamily="2" charset="0"/>
                        </a:rPr>
                        <a:t>record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089162325"/>
                  </a:ext>
                </a:extLst>
              </a:tr>
              <a:tr h="194924">
                <a:tc gridSpan="2">
                  <a:txBody>
                    <a:bodyPr/>
                    <a:lstStyle/>
                    <a:p>
                      <a:pPr algn="ctr"/>
                      <a:r>
                        <a:rPr lang="es-CO" dirty="0">
                          <a:latin typeface="Consolas" panose="020B0609020204030204" pitchFamily="49" charset="0"/>
                          <a:ea typeface="Roboto" panose="02000000000000000000" pitchFamily="2"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770067999"/>
                  </a:ext>
                </a:extLst>
              </a:tr>
              <a:tr h="19492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dirty="0">
                          <a:latin typeface="Consolas" panose="020B0609020204030204" pitchFamily="49" charset="0"/>
                          <a:ea typeface="Roboto" panose="02000000000000000000" pitchFamily="2" charset="0"/>
                        </a:rPr>
                        <a:t>record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164769815"/>
                  </a:ext>
                </a:extLst>
              </a:tr>
              <a:tr h="19492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400" b="0" i="0" u="none" strike="noStrike" cap="none" dirty="0">
                          <a:solidFill>
                            <a:srgbClr val="000000"/>
                          </a:solidFill>
                          <a:latin typeface="Consolas" panose="020B0609020204030204" pitchFamily="49" charset="0"/>
                          <a:ea typeface="Roboto" panose="02000000000000000000" pitchFamily="2" charset="0"/>
                          <a:cs typeface="Arial"/>
                          <a:sym typeface="Arial"/>
                        </a:rPr>
                        <a:t>record 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hMerge="1">
                  <a:txBody>
                    <a:bodyPr/>
                    <a:lstStyle/>
                    <a:p>
                      <a:endParaRPr lang="es-CO"/>
                    </a:p>
                  </a:txBody>
                  <a:tcPr/>
                </a:tc>
                <a:extLst>
                  <a:ext uri="{0D108BD9-81ED-4DB2-BD59-A6C34878D82A}">
                    <a16:rowId xmlns:a16="http://schemas.microsoft.com/office/drawing/2014/main" val="1446910710"/>
                  </a:ext>
                </a:extLst>
              </a:tr>
              <a:tr h="194924">
                <a:tc gridSpan="2">
                  <a:txBody>
                    <a:bodyPr/>
                    <a:lstStyle/>
                    <a:p>
                      <a:endParaRPr lang="es-CO"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2685306776"/>
                  </a:ext>
                </a:extLst>
              </a:tr>
              <a:tr h="194924">
                <a:tc>
                  <a:txBody>
                    <a:bodyPr/>
                    <a:lstStyle/>
                    <a:p>
                      <a:endParaRPr lang="es-CO" dirty="0">
                        <a:latin typeface="Consolas" panose="020B0609020204030204" pitchFamily="49"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s-CO" b="1" dirty="0">
                          <a:latin typeface="Consolas" panose="020B0609020204030204" pitchFamily="49" charset="0"/>
                          <a:ea typeface="Roboto" panose="02000000000000000000" pitchFamily="2"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162425273"/>
                  </a:ext>
                </a:extLst>
              </a:tr>
            </a:tbl>
          </a:graphicData>
        </a:graphic>
      </p:graphicFrame>
      <p:sp>
        <p:nvSpPr>
          <p:cNvPr id="39" name="Flecha: hacia abajo 38">
            <a:extLst>
              <a:ext uri="{FF2B5EF4-FFF2-40B4-BE49-F238E27FC236}">
                <a16:creationId xmlns:a16="http://schemas.microsoft.com/office/drawing/2014/main" id="{03E994DE-066A-4683-A16D-76DA9985009B}"/>
              </a:ext>
            </a:extLst>
          </p:cNvPr>
          <p:cNvSpPr/>
          <p:nvPr/>
        </p:nvSpPr>
        <p:spPr>
          <a:xfrm rot="16200000">
            <a:off x="9219257" y="2241560"/>
            <a:ext cx="230832" cy="711758"/>
          </a:xfrm>
          <a:prstGeom prst="down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8" name="Google Shape;310;p34">
            <a:extLst>
              <a:ext uri="{FF2B5EF4-FFF2-40B4-BE49-F238E27FC236}">
                <a16:creationId xmlns:a16="http://schemas.microsoft.com/office/drawing/2014/main" id="{B28D9D9E-4AA1-449E-961D-22542CABA709}"/>
              </a:ext>
            </a:extLst>
          </p:cNvPr>
          <p:cNvSpPr txBox="1">
            <a:spLocks/>
          </p:cNvSpPr>
          <p:nvPr/>
        </p:nvSpPr>
        <p:spPr>
          <a:xfrm>
            <a:off x="721918" y="4646772"/>
            <a:ext cx="10941521" cy="12432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b="1" dirty="0"/>
              <a:t>Problema</a:t>
            </a:r>
            <a:r>
              <a:rPr lang="es-MX" sz="2000" dirty="0"/>
              <a:t>: Un registro de la misma tabla cruzar el límite de página.</a:t>
            </a:r>
          </a:p>
          <a:p>
            <a:pPr lvl="1"/>
            <a:r>
              <a:rPr lang="es-MX" sz="2000" dirty="0"/>
              <a:t>Si </a:t>
            </a:r>
            <a:r>
              <a:rPr lang="es-MX" sz="1800" b="1" dirty="0">
                <a:latin typeface="Consolas" panose="020B0609020204030204" pitchFamily="49" charset="0"/>
              </a:rPr>
              <a:t>(size(Page))%size(record) != 0</a:t>
            </a:r>
            <a:r>
              <a:rPr lang="es-MX" sz="2000" dirty="0"/>
              <a:t>, un registro quedará entre dos paginas diferentes.</a:t>
            </a:r>
          </a:p>
          <a:p>
            <a:pPr lvl="1"/>
            <a:r>
              <a:rPr lang="es-MX" sz="2000" dirty="0"/>
              <a:t>Se necesitan dos accesos para leer el registro.</a:t>
            </a:r>
          </a:p>
        </p:txBody>
      </p:sp>
      <p:sp>
        <p:nvSpPr>
          <p:cNvPr id="52" name="TextBox 47">
            <a:extLst>
              <a:ext uri="{FF2B5EF4-FFF2-40B4-BE49-F238E27FC236}">
                <a16:creationId xmlns:a16="http://schemas.microsoft.com/office/drawing/2014/main" id="{492B9A19-730C-4EF4-9076-C973E5AAA5A5}"/>
              </a:ext>
            </a:extLst>
          </p:cNvPr>
          <p:cNvSpPr txBox="1"/>
          <p:nvPr/>
        </p:nvSpPr>
        <p:spPr>
          <a:xfrm>
            <a:off x="6604966" y="1616236"/>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(2,0)</a:t>
            </a:r>
          </a:p>
        </p:txBody>
      </p:sp>
      <p:sp>
        <p:nvSpPr>
          <p:cNvPr id="54" name="TextBox 47">
            <a:extLst>
              <a:ext uri="{FF2B5EF4-FFF2-40B4-BE49-F238E27FC236}">
                <a16:creationId xmlns:a16="http://schemas.microsoft.com/office/drawing/2014/main" id="{19DCBCCA-9F46-45AD-A321-D97ACF999C27}"/>
              </a:ext>
            </a:extLst>
          </p:cNvPr>
          <p:cNvSpPr txBox="1"/>
          <p:nvPr/>
        </p:nvSpPr>
        <p:spPr>
          <a:xfrm>
            <a:off x="5348592" y="1287225"/>
            <a:ext cx="1815939" cy="253916"/>
          </a:xfrm>
          <a:prstGeom prst="rect">
            <a:avLst/>
          </a:prstGeom>
          <a:noFill/>
        </p:spPr>
        <p:txBody>
          <a:bodyPr wrap="square" rtlCol="0">
            <a:spAutoFit/>
          </a:bodyPr>
          <a:lstStyle/>
          <a:p>
            <a:pPr algn="r"/>
            <a:r>
              <a:rPr lang="en-US" sz="1050" dirty="0">
                <a:solidFill>
                  <a:srgbClr val="FF0000"/>
                </a:solidFill>
                <a:latin typeface="Consolas" panose="020B0609020204030204" pitchFamily="49" charset="0"/>
                <a:ea typeface="Roboto" panose="02000000000000000000" pitchFamily="2" charset="0"/>
              </a:rPr>
              <a:t>RID: (page, record)</a:t>
            </a:r>
          </a:p>
        </p:txBody>
      </p:sp>
      <p:sp>
        <p:nvSpPr>
          <p:cNvPr id="61" name="TextBox 47">
            <a:extLst>
              <a:ext uri="{FF2B5EF4-FFF2-40B4-BE49-F238E27FC236}">
                <a16:creationId xmlns:a16="http://schemas.microsoft.com/office/drawing/2014/main" id="{5C63E537-98AA-4788-A9AA-76FE9B70D058}"/>
              </a:ext>
            </a:extLst>
          </p:cNvPr>
          <p:cNvSpPr txBox="1"/>
          <p:nvPr/>
        </p:nvSpPr>
        <p:spPr>
          <a:xfrm>
            <a:off x="6604966" y="1912553"/>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a:t>
            </a:r>
          </a:p>
        </p:txBody>
      </p:sp>
      <p:sp>
        <p:nvSpPr>
          <p:cNvPr id="65" name="TextBox 47">
            <a:extLst>
              <a:ext uri="{FF2B5EF4-FFF2-40B4-BE49-F238E27FC236}">
                <a16:creationId xmlns:a16="http://schemas.microsoft.com/office/drawing/2014/main" id="{ADDA4A80-7007-443C-BDE7-F64FBC18A800}"/>
              </a:ext>
            </a:extLst>
          </p:cNvPr>
          <p:cNvSpPr txBox="1"/>
          <p:nvPr/>
        </p:nvSpPr>
        <p:spPr>
          <a:xfrm>
            <a:off x="6619133" y="2203667"/>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(2,2)</a:t>
            </a:r>
          </a:p>
        </p:txBody>
      </p:sp>
      <p:sp>
        <p:nvSpPr>
          <p:cNvPr id="68" name="TextBox 47">
            <a:extLst>
              <a:ext uri="{FF2B5EF4-FFF2-40B4-BE49-F238E27FC236}">
                <a16:creationId xmlns:a16="http://schemas.microsoft.com/office/drawing/2014/main" id="{E7CA5628-6B60-4479-B49B-4BBD7F2CD1B1}"/>
              </a:ext>
            </a:extLst>
          </p:cNvPr>
          <p:cNvSpPr txBox="1"/>
          <p:nvPr/>
        </p:nvSpPr>
        <p:spPr>
          <a:xfrm>
            <a:off x="6538141" y="2798300"/>
            <a:ext cx="658666"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(2,11)</a:t>
            </a:r>
          </a:p>
        </p:txBody>
      </p:sp>
      <p:sp>
        <p:nvSpPr>
          <p:cNvPr id="70" name="TextBox 47">
            <a:extLst>
              <a:ext uri="{FF2B5EF4-FFF2-40B4-BE49-F238E27FC236}">
                <a16:creationId xmlns:a16="http://schemas.microsoft.com/office/drawing/2014/main" id="{E2228C1A-912B-4034-A376-BE6920DEA2C6}"/>
              </a:ext>
            </a:extLst>
          </p:cNvPr>
          <p:cNvSpPr txBox="1"/>
          <p:nvPr/>
        </p:nvSpPr>
        <p:spPr>
          <a:xfrm>
            <a:off x="9753829" y="1603478"/>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(2,0)</a:t>
            </a:r>
          </a:p>
        </p:txBody>
      </p:sp>
      <p:sp>
        <p:nvSpPr>
          <p:cNvPr id="71" name="TextBox 47">
            <a:extLst>
              <a:ext uri="{FF2B5EF4-FFF2-40B4-BE49-F238E27FC236}">
                <a16:creationId xmlns:a16="http://schemas.microsoft.com/office/drawing/2014/main" id="{B7D40B19-68BB-409C-A64E-09891D3073DC}"/>
              </a:ext>
            </a:extLst>
          </p:cNvPr>
          <p:cNvSpPr txBox="1"/>
          <p:nvPr/>
        </p:nvSpPr>
        <p:spPr>
          <a:xfrm>
            <a:off x="9753829" y="1899795"/>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a:t>
            </a:r>
          </a:p>
        </p:txBody>
      </p:sp>
      <p:sp>
        <p:nvSpPr>
          <p:cNvPr id="72" name="TextBox 47">
            <a:extLst>
              <a:ext uri="{FF2B5EF4-FFF2-40B4-BE49-F238E27FC236}">
                <a16:creationId xmlns:a16="http://schemas.microsoft.com/office/drawing/2014/main" id="{EC2EAE4C-D7D2-45DE-A3F2-9FF7879CD1CD}"/>
              </a:ext>
            </a:extLst>
          </p:cNvPr>
          <p:cNvSpPr txBox="1"/>
          <p:nvPr/>
        </p:nvSpPr>
        <p:spPr>
          <a:xfrm>
            <a:off x="9767996" y="2190909"/>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a:t>
            </a:r>
          </a:p>
        </p:txBody>
      </p:sp>
      <p:sp>
        <p:nvSpPr>
          <p:cNvPr id="73" name="TextBox 47">
            <a:extLst>
              <a:ext uri="{FF2B5EF4-FFF2-40B4-BE49-F238E27FC236}">
                <a16:creationId xmlns:a16="http://schemas.microsoft.com/office/drawing/2014/main" id="{D759880A-B03A-4DA2-9968-0280B614455D}"/>
              </a:ext>
            </a:extLst>
          </p:cNvPr>
          <p:cNvSpPr txBox="1"/>
          <p:nvPr/>
        </p:nvSpPr>
        <p:spPr>
          <a:xfrm>
            <a:off x="9679636" y="2811826"/>
            <a:ext cx="658666"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(2,11)</a:t>
            </a:r>
          </a:p>
        </p:txBody>
      </p:sp>
      <p:sp>
        <p:nvSpPr>
          <p:cNvPr id="74" name="TextBox 47">
            <a:extLst>
              <a:ext uri="{FF2B5EF4-FFF2-40B4-BE49-F238E27FC236}">
                <a16:creationId xmlns:a16="http://schemas.microsoft.com/office/drawing/2014/main" id="{E7FD7484-1B57-4ECA-BB7C-52B76434F1EF}"/>
              </a:ext>
            </a:extLst>
          </p:cNvPr>
          <p:cNvSpPr txBox="1"/>
          <p:nvPr/>
        </p:nvSpPr>
        <p:spPr>
          <a:xfrm>
            <a:off x="9690552" y="3129591"/>
            <a:ext cx="658666"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(2,12)</a:t>
            </a:r>
          </a:p>
        </p:txBody>
      </p:sp>
    </p:spTree>
    <p:extLst>
      <p:ext uri="{BB962C8B-B14F-4D97-AF65-F5344CB8AC3E}">
        <p14:creationId xmlns:p14="http://schemas.microsoft.com/office/powerpoint/2010/main" val="7330543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 - Eliminación</a:t>
            </a:r>
            <a:endParaRPr b="1" dirty="0">
              <a:solidFill>
                <a:srgbClr val="0B6937"/>
              </a:solidFill>
              <a:latin typeface="Roboto Slab"/>
              <a:ea typeface="Roboto Slab"/>
              <a:cs typeface="Roboto Slab"/>
              <a:sym typeface="Roboto Slab"/>
            </a:endParaRPr>
          </a:p>
        </p:txBody>
      </p:sp>
      <p:sp>
        <p:nvSpPr>
          <p:cNvPr id="5" name="Google Shape;310;p34">
            <a:extLst>
              <a:ext uri="{FF2B5EF4-FFF2-40B4-BE49-F238E27FC236}">
                <a16:creationId xmlns:a16="http://schemas.microsoft.com/office/drawing/2014/main" id="{65815137-AD04-4EC8-BF55-704CDAB1F01C}"/>
              </a:ext>
            </a:extLst>
          </p:cNvPr>
          <p:cNvSpPr txBox="1">
            <a:spLocks/>
          </p:cNvSpPr>
          <p:nvPr/>
        </p:nvSpPr>
        <p:spPr>
          <a:xfrm>
            <a:off x="783914" y="874120"/>
            <a:ext cx="10941053" cy="21738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t>¿Que hacer cuando se elimina el registro </a:t>
            </a:r>
            <a:r>
              <a:rPr lang="es-MX" sz="2000" b="1" i="1" dirty="0"/>
              <a:t>i</a:t>
            </a:r>
            <a:r>
              <a:rPr lang="es-MX" sz="2000" dirty="0"/>
              <a:t>?</a:t>
            </a:r>
          </a:p>
          <a:p>
            <a:pPr marL="127000" indent="0">
              <a:buNone/>
            </a:pPr>
            <a:r>
              <a:rPr lang="es-MX" altLang="en-US" sz="2000" b="1" dirty="0"/>
              <a:t>Alternativas</a:t>
            </a:r>
            <a:r>
              <a:rPr lang="es-MX" altLang="en-US" sz="2000" dirty="0"/>
              <a:t>:</a:t>
            </a:r>
          </a:p>
          <a:p>
            <a:pPr marL="584200" indent="-457200">
              <a:buFont typeface="+mj-lt"/>
              <a:buAutoNum type="arabicPeriod"/>
            </a:pPr>
            <a:r>
              <a:rPr lang="es-MX" altLang="en-US" sz="2000" dirty="0"/>
              <a:t>Mover los registros </a:t>
            </a:r>
            <a:r>
              <a:rPr lang="es-MX" sz="2000" b="1" i="1" dirty="0"/>
              <a:t>i+1, …, n </a:t>
            </a:r>
            <a:r>
              <a:rPr lang="es-MX" sz="2000" dirty="0"/>
              <a:t>a </a:t>
            </a:r>
            <a:r>
              <a:rPr lang="es-MX" sz="2000" b="1" i="1" dirty="0"/>
              <a:t>i, …, n – 1</a:t>
            </a:r>
          </a:p>
          <a:p>
            <a:pPr marL="584200" indent="-457200">
              <a:buFont typeface="+mj-lt"/>
              <a:buAutoNum type="arabicPeriod"/>
            </a:pPr>
            <a:r>
              <a:rPr lang="es-MX" altLang="en-US" sz="2000" dirty="0"/>
              <a:t>Mover el registro </a:t>
            </a:r>
            <a:r>
              <a:rPr lang="es-MX" sz="2000" b="1" i="1" dirty="0"/>
              <a:t>n </a:t>
            </a:r>
            <a:r>
              <a:rPr lang="es-MX" sz="2000" dirty="0"/>
              <a:t>a </a:t>
            </a:r>
            <a:r>
              <a:rPr lang="es-MX" sz="2000" b="1" i="1" dirty="0"/>
              <a:t>i</a:t>
            </a:r>
          </a:p>
          <a:p>
            <a:pPr marL="584200" indent="-457200">
              <a:buFont typeface="+mj-lt"/>
              <a:buAutoNum type="arabicPeriod"/>
            </a:pPr>
            <a:r>
              <a:rPr lang="es-MX" sz="2000" dirty="0"/>
              <a:t>No mover los registros, solo linkear todos los registros libres a los registros </a:t>
            </a:r>
            <a:r>
              <a:rPr lang="es-MX" sz="2000" b="1" i="1" dirty="0"/>
              <a:t>Free list</a:t>
            </a:r>
            <a:r>
              <a:rPr lang="es-MX" sz="2000" dirty="0"/>
              <a:t>.</a:t>
            </a:r>
          </a:p>
          <a:p>
            <a:endParaRPr lang="es-MX" sz="2000" dirty="0"/>
          </a:p>
        </p:txBody>
      </p:sp>
      <p:pic>
        <p:nvPicPr>
          <p:cNvPr id="37" name="Content Placeholder 4">
            <a:extLst>
              <a:ext uri="{FF2B5EF4-FFF2-40B4-BE49-F238E27FC236}">
                <a16:creationId xmlns:a16="http://schemas.microsoft.com/office/drawing/2014/main" id="{91514DED-6D72-4485-A97C-885A87322CA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auto">
          <a:xfrm>
            <a:off x="5645146" y="3312884"/>
            <a:ext cx="4732568" cy="3026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uadroTexto 7">
            <a:extLst>
              <a:ext uri="{FF2B5EF4-FFF2-40B4-BE49-F238E27FC236}">
                <a16:creationId xmlns:a16="http://schemas.microsoft.com/office/drawing/2014/main" id="{6C7A0F94-8C89-4FC9-B018-D4EC435DE0B5}"/>
              </a:ext>
            </a:extLst>
          </p:cNvPr>
          <p:cNvSpPr txBox="1"/>
          <p:nvPr/>
        </p:nvSpPr>
        <p:spPr>
          <a:xfrm>
            <a:off x="1552572" y="4641539"/>
            <a:ext cx="3208113" cy="369332"/>
          </a:xfrm>
          <a:prstGeom prst="rect">
            <a:avLst/>
          </a:prstGeom>
          <a:noFill/>
        </p:spPr>
        <p:txBody>
          <a:bodyPr wrap="square">
            <a:spAutoFit/>
          </a:bodyPr>
          <a:lstStyle/>
          <a:p>
            <a:r>
              <a:rPr lang="es-MX" altLang="en-US" sz="1800" dirty="0">
                <a:latin typeface="Roboto" panose="02000000000000000000" pitchFamily="2" charset="0"/>
                <a:ea typeface="Roboto" panose="02000000000000000000" pitchFamily="2" charset="0"/>
              </a:rPr>
              <a:t>Borrar el Registro 3 (</a:t>
            </a:r>
            <a:r>
              <a:rPr lang="es-MX" altLang="en-US" sz="1800" b="1" dirty="0">
                <a:latin typeface="Roboto" panose="02000000000000000000" pitchFamily="2" charset="0"/>
                <a:ea typeface="Roboto" panose="02000000000000000000" pitchFamily="2" charset="0"/>
              </a:rPr>
              <a:t>record 3</a:t>
            </a:r>
            <a:r>
              <a:rPr lang="es-MX" altLang="en-US" sz="1800" dirty="0">
                <a:latin typeface="Roboto" panose="02000000000000000000" pitchFamily="2" charset="0"/>
                <a:ea typeface="Roboto" panose="02000000000000000000" pitchFamily="2" charset="0"/>
              </a:rPr>
              <a:t>)</a:t>
            </a:r>
            <a:endParaRPr lang="es-CO" sz="1800"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5112102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 - Eliminación</a:t>
            </a:r>
            <a:endParaRPr b="1" dirty="0">
              <a:solidFill>
                <a:srgbClr val="0B6937"/>
              </a:solidFill>
              <a:latin typeface="Roboto Slab"/>
              <a:ea typeface="Roboto Slab"/>
              <a:cs typeface="Roboto Slab"/>
              <a:sym typeface="Roboto Slab"/>
            </a:endParaRPr>
          </a:p>
        </p:txBody>
      </p:sp>
      <p:sp>
        <p:nvSpPr>
          <p:cNvPr id="5" name="Google Shape;310;p34">
            <a:extLst>
              <a:ext uri="{FF2B5EF4-FFF2-40B4-BE49-F238E27FC236}">
                <a16:creationId xmlns:a16="http://schemas.microsoft.com/office/drawing/2014/main" id="{65815137-AD04-4EC8-BF55-704CDAB1F01C}"/>
              </a:ext>
            </a:extLst>
          </p:cNvPr>
          <p:cNvSpPr txBox="1">
            <a:spLocks/>
          </p:cNvSpPr>
          <p:nvPr/>
        </p:nvSpPr>
        <p:spPr>
          <a:xfrm>
            <a:off x="728432" y="795986"/>
            <a:ext cx="11382167" cy="171193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altLang="en-US" sz="2000" b="1" dirty="0"/>
              <a:t>Alternativa 1 – Mover registros</a:t>
            </a:r>
            <a:r>
              <a:rPr lang="es-MX" altLang="en-US" sz="2000" dirty="0"/>
              <a:t>: </a:t>
            </a:r>
          </a:p>
          <a:p>
            <a:r>
              <a:rPr lang="es-MX" sz="2000" dirty="0">
                <a:latin typeface="Roboto" panose="02000000000000000000" pitchFamily="2" charset="0"/>
                <a:ea typeface="Roboto" panose="02000000000000000000" pitchFamily="2" charset="0"/>
              </a:rPr>
              <a:t>Cuando se borra un registro se puede desplazar el registro situado a continuación al espacio ocupado anteriormente por el registro borrado y hacer lo mismo con los demás registros hasta que todos los registros situados a continuación del borrado se hayan desplazado hacia delante.</a:t>
            </a:r>
          </a:p>
        </p:txBody>
      </p:sp>
      <p:pic>
        <p:nvPicPr>
          <p:cNvPr id="37" name="Content Placeholder 4">
            <a:extLst>
              <a:ext uri="{FF2B5EF4-FFF2-40B4-BE49-F238E27FC236}">
                <a16:creationId xmlns:a16="http://schemas.microsoft.com/office/drawing/2014/main" id="{91514DED-6D72-4485-A97C-885A87322CA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bwMode="auto">
          <a:xfrm>
            <a:off x="1135719" y="2876548"/>
            <a:ext cx="4188055" cy="2678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Graphic 5">
            <a:extLst>
              <a:ext uri="{FF2B5EF4-FFF2-40B4-BE49-F238E27FC236}">
                <a16:creationId xmlns:a16="http://schemas.microsoft.com/office/drawing/2014/main" id="{2C5ED996-A20D-49B6-8010-F3C51EECABE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98007" y="3057955"/>
            <a:ext cx="4264821" cy="2491945"/>
          </a:xfrm>
          <a:prstGeom prst="rect">
            <a:avLst/>
          </a:prstGeom>
        </p:spPr>
      </p:pic>
      <p:sp>
        <p:nvSpPr>
          <p:cNvPr id="2" name="Flecha: a la derecha 1">
            <a:extLst>
              <a:ext uri="{FF2B5EF4-FFF2-40B4-BE49-F238E27FC236}">
                <a16:creationId xmlns:a16="http://schemas.microsoft.com/office/drawing/2014/main" id="{AB7A4681-8174-418E-9EF9-B31AF53F66F6}"/>
              </a:ext>
            </a:extLst>
          </p:cNvPr>
          <p:cNvSpPr/>
          <p:nvPr/>
        </p:nvSpPr>
        <p:spPr>
          <a:xfrm>
            <a:off x="5555815" y="4344984"/>
            <a:ext cx="2042192" cy="309568"/>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CuadroTexto 8">
            <a:extLst>
              <a:ext uri="{FF2B5EF4-FFF2-40B4-BE49-F238E27FC236}">
                <a16:creationId xmlns:a16="http://schemas.microsoft.com/office/drawing/2014/main" id="{26096ACC-6679-426A-B1BB-328715C300A4}"/>
              </a:ext>
            </a:extLst>
          </p:cNvPr>
          <p:cNvSpPr txBox="1"/>
          <p:nvPr/>
        </p:nvSpPr>
        <p:spPr>
          <a:xfrm>
            <a:off x="5516945" y="4006430"/>
            <a:ext cx="2081062" cy="338554"/>
          </a:xfrm>
          <a:prstGeom prst="rect">
            <a:avLst/>
          </a:prstGeom>
          <a:noFill/>
        </p:spPr>
        <p:txBody>
          <a:bodyPr wrap="square">
            <a:spAutoFit/>
          </a:bodyPr>
          <a:lstStyle/>
          <a:p>
            <a:pPr algn="ctr"/>
            <a:r>
              <a:rPr lang="es-MX" altLang="en-US" sz="1600" b="1" dirty="0">
                <a:solidFill>
                  <a:srgbClr val="FF0000"/>
                </a:solidFill>
                <a:latin typeface="Consolas" panose="020B0609020204030204" pitchFamily="49" charset="0"/>
                <a:ea typeface="Roboto" panose="02000000000000000000" pitchFamily="2" charset="0"/>
              </a:rPr>
              <a:t>remove</a:t>
            </a:r>
            <a:r>
              <a:rPr lang="es-MX" altLang="en-US" sz="1600" b="1" dirty="0">
                <a:latin typeface="Consolas" panose="020B0609020204030204" pitchFamily="49" charset="0"/>
                <a:ea typeface="Roboto" panose="02000000000000000000" pitchFamily="2" charset="0"/>
              </a:rPr>
              <a:t>(record 3)</a:t>
            </a:r>
            <a:endParaRPr lang="es-CO" sz="1600" dirty="0">
              <a:solidFill>
                <a:srgbClr val="FF0000"/>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5703365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 - Eliminación</a:t>
            </a:r>
            <a:endParaRPr b="1" dirty="0">
              <a:solidFill>
                <a:srgbClr val="0B6937"/>
              </a:solidFill>
              <a:latin typeface="Roboto Slab"/>
              <a:ea typeface="Roboto Slab"/>
              <a:cs typeface="Roboto Slab"/>
              <a:sym typeface="Roboto Slab"/>
            </a:endParaRPr>
          </a:p>
        </p:txBody>
      </p:sp>
      <p:sp>
        <p:nvSpPr>
          <p:cNvPr id="5" name="Google Shape;310;p34">
            <a:extLst>
              <a:ext uri="{FF2B5EF4-FFF2-40B4-BE49-F238E27FC236}">
                <a16:creationId xmlns:a16="http://schemas.microsoft.com/office/drawing/2014/main" id="{65815137-AD04-4EC8-BF55-704CDAB1F01C}"/>
              </a:ext>
            </a:extLst>
          </p:cNvPr>
          <p:cNvSpPr txBox="1">
            <a:spLocks/>
          </p:cNvSpPr>
          <p:nvPr/>
        </p:nvSpPr>
        <p:spPr>
          <a:xfrm>
            <a:off x="770738" y="989199"/>
            <a:ext cx="5010349" cy="300222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t>Problema</a:t>
            </a:r>
            <a:r>
              <a:rPr lang="es-MX" sz="2000" dirty="0"/>
              <a:t>: </a:t>
            </a:r>
          </a:p>
          <a:p>
            <a:r>
              <a:rPr lang="es-MX" sz="2000" dirty="0"/>
              <a:t>Las reorganización de la pagina al mover varios archivos, para lograr la compactación, es costosa.</a:t>
            </a:r>
          </a:p>
          <a:p>
            <a:r>
              <a:rPr lang="es-MX" sz="2000" dirty="0"/>
              <a:t>Los apuntadores a los RID (Register ID) deben ser actualizados.</a:t>
            </a:r>
            <a:endParaRPr lang="es-MX" sz="1600" dirty="0"/>
          </a:p>
          <a:p>
            <a:endParaRPr lang="es-MX" sz="2000" dirty="0"/>
          </a:p>
        </p:txBody>
      </p:sp>
      <p:graphicFrame>
        <p:nvGraphicFramePr>
          <p:cNvPr id="35" name="Tabla 5">
            <a:extLst>
              <a:ext uri="{FF2B5EF4-FFF2-40B4-BE49-F238E27FC236}">
                <a16:creationId xmlns:a16="http://schemas.microsoft.com/office/drawing/2014/main" id="{A957F16B-3B85-4DB4-AB17-1FC73D189903}"/>
              </a:ext>
            </a:extLst>
          </p:cNvPr>
          <p:cNvGraphicFramePr>
            <a:graphicFrameLocks noGrp="1"/>
          </p:cNvGraphicFramePr>
          <p:nvPr>
            <p:extLst>
              <p:ext uri="{D42A27DB-BD31-4B8C-83A1-F6EECF244321}">
                <p14:modId xmlns:p14="http://schemas.microsoft.com/office/powerpoint/2010/main" val="2138398684"/>
              </p:ext>
            </p:extLst>
          </p:nvPr>
        </p:nvGraphicFramePr>
        <p:xfrm>
          <a:off x="6453307" y="2056214"/>
          <a:ext cx="1521536" cy="3886200"/>
        </p:xfrm>
        <a:graphic>
          <a:graphicData uri="http://schemas.openxmlformats.org/drawingml/2006/table">
            <a:tbl>
              <a:tblPr firstRow="1" bandRow="1">
                <a:tableStyleId>{AD6A3598-7CB8-4345-8D95-17CE05F158A0}</a:tableStyleId>
              </a:tblPr>
              <a:tblGrid>
                <a:gridCol w="1141152">
                  <a:extLst>
                    <a:ext uri="{9D8B030D-6E8A-4147-A177-3AD203B41FA5}">
                      <a16:colId xmlns:a16="http://schemas.microsoft.com/office/drawing/2014/main" val="3904809786"/>
                    </a:ext>
                  </a:extLst>
                </a:gridCol>
                <a:gridCol w="380384">
                  <a:extLst>
                    <a:ext uri="{9D8B030D-6E8A-4147-A177-3AD203B41FA5}">
                      <a16:colId xmlns:a16="http://schemas.microsoft.com/office/drawing/2014/main" val="174867543"/>
                    </a:ext>
                  </a:extLst>
                </a:gridCol>
              </a:tblGrid>
              <a:tr h="229740">
                <a:tc gridSpan="2">
                  <a:txBody>
                    <a:bodyPr/>
                    <a:lstStyle/>
                    <a:p>
                      <a:pPr algn="ctr"/>
                      <a:r>
                        <a:rPr lang="es-CO" sz="1100" dirty="0">
                          <a:latin typeface="Consolas" panose="020B0609020204030204" pitchFamily="49" charset="0"/>
                          <a:ea typeface="Roboto" panose="02000000000000000000" pitchFamily="2" charset="0"/>
                        </a:rPr>
                        <a:t>record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500112237"/>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433299529"/>
                  </a:ext>
                </a:extLst>
              </a:tr>
              <a:tr h="24299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089162325"/>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770067999"/>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164769815"/>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4243836020"/>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693277118"/>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271431542"/>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739822668"/>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748767563"/>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661270998"/>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863648499"/>
                  </a:ext>
                </a:extLst>
              </a:tr>
              <a:tr h="229740">
                <a:tc gridSpan="2">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1446910710"/>
                  </a:ext>
                </a:extLst>
              </a:tr>
              <a:tr h="229740">
                <a:tc gridSpan="2">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2685306776"/>
                  </a:ext>
                </a:extLst>
              </a:tr>
              <a:tr h="229740">
                <a:tc>
                  <a:txBody>
                    <a:bodyPr/>
                    <a:lstStyle/>
                    <a:p>
                      <a:endParaRPr lang="es-CO" sz="1100" dirty="0">
                        <a:latin typeface="Consolas" panose="020B0609020204030204" pitchFamily="49"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s-CO" sz="1100" b="1" dirty="0">
                          <a:latin typeface="Consolas" panose="020B0609020204030204" pitchFamily="49" charset="0"/>
                          <a:ea typeface="Roboto" panose="02000000000000000000" pitchFamily="2"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162425273"/>
                  </a:ext>
                </a:extLst>
              </a:tr>
            </a:tbl>
          </a:graphicData>
        </a:graphic>
      </p:graphicFrame>
      <p:graphicFrame>
        <p:nvGraphicFramePr>
          <p:cNvPr id="38" name="Tabla 5">
            <a:extLst>
              <a:ext uri="{FF2B5EF4-FFF2-40B4-BE49-F238E27FC236}">
                <a16:creationId xmlns:a16="http://schemas.microsoft.com/office/drawing/2014/main" id="{4A8AE546-F98C-4B29-ADEC-B7F53B14840E}"/>
              </a:ext>
            </a:extLst>
          </p:cNvPr>
          <p:cNvGraphicFramePr>
            <a:graphicFrameLocks noGrp="1"/>
          </p:cNvGraphicFramePr>
          <p:nvPr>
            <p:extLst>
              <p:ext uri="{D42A27DB-BD31-4B8C-83A1-F6EECF244321}">
                <p14:modId xmlns:p14="http://schemas.microsoft.com/office/powerpoint/2010/main" val="3171222521"/>
              </p:ext>
            </p:extLst>
          </p:nvPr>
        </p:nvGraphicFramePr>
        <p:xfrm>
          <a:off x="8763004" y="1071706"/>
          <a:ext cx="1027351" cy="3429000"/>
        </p:xfrm>
        <a:graphic>
          <a:graphicData uri="http://schemas.openxmlformats.org/drawingml/2006/table">
            <a:tbl>
              <a:tblPr firstRow="1" bandRow="1">
                <a:tableStyleId>{AD6A3598-7CB8-4345-8D95-17CE05F158A0}</a:tableStyleId>
              </a:tblPr>
              <a:tblGrid>
                <a:gridCol w="626626">
                  <a:extLst>
                    <a:ext uri="{9D8B030D-6E8A-4147-A177-3AD203B41FA5}">
                      <a16:colId xmlns:a16="http://schemas.microsoft.com/office/drawing/2014/main" val="3904809786"/>
                    </a:ext>
                  </a:extLst>
                </a:gridCol>
                <a:gridCol w="400725">
                  <a:extLst>
                    <a:ext uri="{9D8B030D-6E8A-4147-A177-3AD203B41FA5}">
                      <a16:colId xmlns:a16="http://schemas.microsoft.com/office/drawing/2014/main" val="174867543"/>
                    </a:ext>
                  </a:extLst>
                </a:gridCol>
              </a:tblGrid>
              <a:tr h="142171">
                <a:tc gridSpan="2">
                  <a:txBody>
                    <a:bodyPr/>
                    <a:lstStyle/>
                    <a:p>
                      <a:pPr algn="ctr"/>
                      <a:r>
                        <a:rPr lang="es-CO" sz="900" dirty="0">
                          <a:latin typeface="Consolas" panose="020B0609020204030204" pitchFamily="49" charset="0"/>
                          <a:ea typeface="Roboto" panose="02000000000000000000" pitchFamily="2" charset="0"/>
                        </a:rPr>
                        <a:t>record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500112237"/>
                  </a:ext>
                </a:extLst>
              </a:tr>
              <a:tr h="14217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900" dirty="0">
                          <a:latin typeface="Consolas" panose="020B0609020204030204" pitchFamily="49" charset="0"/>
                          <a:ea typeface="Roboto" panose="02000000000000000000" pitchFamily="2" charset="0"/>
                        </a:rPr>
                        <a:t>record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433299529"/>
                  </a:ext>
                </a:extLst>
              </a:tr>
              <a:tr h="14217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900" dirty="0">
                          <a:latin typeface="Consolas" panose="020B0609020204030204" pitchFamily="49" charset="0"/>
                          <a:ea typeface="Roboto" panose="02000000000000000000" pitchFamily="2" charset="0"/>
                        </a:rPr>
                        <a:t>record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089162325"/>
                  </a:ext>
                </a:extLst>
              </a:tr>
              <a:tr h="14217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s-CO" sz="900" dirty="0">
                        <a:solidFill>
                          <a:schemeClr val="tx1"/>
                        </a:solidFill>
                        <a:latin typeface="Consolas" panose="020B0609020204030204" pitchFamily="49"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3770067999"/>
                  </a:ext>
                </a:extLst>
              </a:tr>
              <a:tr h="14217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900" dirty="0">
                          <a:latin typeface="Consolas" panose="020B0609020204030204" pitchFamily="49" charset="0"/>
                          <a:ea typeface="Roboto" panose="02000000000000000000" pitchFamily="2" charset="0"/>
                        </a:rPr>
                        <a:t>record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164769815"/>
                  </a:ext>
                </a:extLst>
              </a:tr>
              <a:tr h="14217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900" dirty="0">
                          <a:latin typeface="Consolas" panose="020B0609020204030204" pitchFamily="49" charset="0"/>
                          <a:ea typeface="Roboto" panose="02000000000000000000" pitchFamily="2" charset="0"/>
                        </a:rPr>
                        <a:t>record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4243836020"/>
                  </a:ext>
                </a:extLst>
              </a:tr>
              <a:tr h="14217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900" dirty="0">
                          <a:latin typeface="Consolas" panose="020B0609020204030204" pitchFamily="49" charset="0"/>
                          <a:ea typeface="Roboto" panose="02000000000000000000" pitchFamily="2" charset="0"/>
                        </a:rPr>
                        <a:t>record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693277118"/>
                  </a:ext>
                </a:extLst>
              </a:tr>
              <a:tr h="14217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900" dirty="0">
                          <a:latin typeface="Consolas" panose="020B0609020204030204" pitchFamily="49" charset="0"/>
                          <a:ea typeface="Roboto" panose="02000000000000000000" pitchFamily="2" charset="0"/>
                        </a:rPr>
                        <a:t>record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271431542"/>
                  </a:ext>
                </a:extLst>
              </a:tr>
              <a:tr h="14217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900" dirty="0">
                          <a:latin typeface="Consolas" panose="020B0609020204030204" pitchFamily="49" charset="0"/>
                          <a:ea typeface="Roboto" panose="02000000000000000000" pitchFamily="2" charset="0"/>
                        </a:rPr>
                        <a:t>record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739822668"/>
                  </a:ext>
                </a:extLst>
              </a:tr>
              <a:tr h="14217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900" dirty="0">
                          <a:latin typeface="Consolas" panose="020B0609020204030204" pitchFamily="49" charset="0"/>
                          <a:ea typeface="Roboto" panose="02000000000000000000" pitchFamily="2" charset="0"/>
                        </a:rPr>
                        <a:t>record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748767563"/>
                  </a:ext>
                </a:extLst>
              </a:tr>
              <a:tr h="14217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900" dirty="0">
                          <a:latin typeface="Consolas" panose="020B0609020204030204" pitchFamily="49" charset="0"/>
                          <a:ea typeface="Roboto" panose="02000000000000000000" pitchFamily="2" charset="0"/>
                        </a:rPr>
                        <a:t>record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661270998"/>
                  </a:ext>
                </a:extLst>
              </a:tr>
              <a:tr h="142171">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900" dirty="0">
                          <a:latin typeface="Consolas" panose="020B0609020204030204" pitchFamily="49" charset="0"/>
                          <a:ea typeface="Roboto" panose="02000000000000000000" pitchFamily="2" charset="0"/>
                        </a:rPr>
                        <a:t>record 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863648499"/>
                  </a:ext>
                </a:extLst>
              </a:tr>
              <a:tr h="142171">
                <a:tc gridSpan="2">
                  <a:txBody>
                    <a:bodyPr/>
                    <a:lstStyle/>
                    <a:p>
                      <a:endParaRPr lang="es-CO" sz="9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1446910710"/>
                  </a:ext>
                </a:extLst>
              </a:tr>
              <a:tr h="142171">
                <a:tc gridSpan="2">
                  <a:txBody>
                    <a:bodyPr/>
                    <a:lstStyle/>
                    <a:p>
                      <a:endParaRPr lang="es-CO" sz="9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2685306776"/>
                  </a:ext>
                </a:extLst>
              </a:tr>
              <a:tr h="142171">
                <a:tc>
                  <a:txBody>
                    <a:bodyPr/>
                    <a:lstStyle/>
                    <a:p>
                      <a:endParaRPr lang="es-CO" sz="900" dirty="0">
                        <a:latin typeface="Consolas" panose="020B0609020204030204" pitchFamily="49"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s-CO" sz="900" b="1" dirty="0">
                          <a:latin typeface="Consolas" panose="020B0609020204030204" pitchFamily="49" charset="0"/>
                          <a:ea typeface="Roboto" panose="02000000000000000000" pitchFamily="2"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162425273"/>
                  </a:ext>
                </a:extLst>
              </a:tr>
            </a:tbl>
          </a:graphicData>
        </a:graphic>
      </p:graphicFrame>
      <p:graphicFrame>
        <p:nvGraphicFramePr>
          <p:cNvPr id="39" name="Tabla 5">
            <a:extLst>
              <a:ext uri="{FF2B5EF4-FFF2-40B4-BE49-F238E27FC236}">
                <a16:creationId xmlns:a16="http://schemas.microsoft.com/office/drawing/2014/main" id="{B0D8C929-C2AC-41C2-95E8-7B4FF60C27AB}"/>
              </a:ext>
            </a:extLst>
          </p:cNvPr>
          <p:cNvGraphicFramePr>
            <a:graphicFrameLocks noGrp="1"/>
          </p:cNvGraphicFramePr>
          <p:nvPr>
            <p:extLst>
              <p:ext uri="{D42A27DB-BD31-4B8C-83A1-F6EECF244321}">
                <p14:modId xmlns:p14="http://schemas.microsoft.com/office/powerpoint/2010/main" val="3394746097"/>
              </p:ext>
            </p:extLst>
          </p:nvPr>
        </p:nvGraphicFramePr>
        <p:xfrm>
          <a:off x="10462575" y="2056214"/>
          <a:ext cx="1521536" cy="3886200"/>
        </p:xfrm>
        <a:graphic>
          <a:graphicData uri="http://schemas.openxmlformats.org/drawingml/2006/table">
            <a:tbl>
              <a:tblPr firstRow="1" bandRow="1">
                <a:tableStyleId>{AD6A3598-7CB8-4345-8D95-17CE05F158A0}</a:tableStyleId>
              </a:tblPr>
              <a:tblGrid>
                <a:gridCol w="1141152">
                  <a:extLst>
                    <a:ext uri="{9D8B030D-6E8A-4147-A177-3AD203B41FA5}">
                      <a16:colId xmlns:a16="http://schemas.microsoft.com/office/drawing/2014/main" val="3904809786"/>
                    </a:ext>
                  </a:extLst>
                </a:gridCol>
                <a:gridCol w="380384">
                  <a:extLst>
                    <a:ext uri="{9D8B030D-6E8A-4147-A177-3AD203B41FA5}">
                      <a16:colId xmlns:a16="http://schemas.microsoft.com/office/drawing/2014/main" val="174867543"/>
                    </a:ext>
                  </a:extLst>
                </a:gridCol>
              </a:tblGrid>
              <a:tr h="229740">
                <a:tc gridSpan="2">
                  <a:txBody>
                    <a:bodyPr/>
                    <a:lstStyle/>
                    <a:p>
                      <a:pPr algn="ctr"/>
                      <a:r>
                        <a:rPr lang="es-CO" sz="1100" dirty="0">
                          <a:latin typeface="Consolas" panose="020B0609020204030204" pitchFamily="49" charset="0"/>
                          <a:ea typeface="Roboto" panose="02000000000000000000" pitchFamily="2" charset="0"/>
                        </a:rPr>
                        <a:t>record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500112237"/>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433299529"/>
                  </a:ext>
                </a:extLst>
              </a:tr>
              <a:tr h="24299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089162325"/>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770067999"/>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164769815"/>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4243836020"/>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693277118"/>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271431542"/>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739822668"/>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748767563"/>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661270998"/>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s-CO" sz="1100" dirty="0">
                        <a:latin typeface="Consolas" panose="020B0609020204030204" pitchFamily="49"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1863648499"/>
                  </a:ext>
                </a:extLst>
              </a:tr>
              <a:tr h="229740">
                <a:tc gridSpan="2">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1446910710"/>
                  </a:ext>
                </a:extLst>
              </a:tr>
              <a:tr h="229740">
                <a:tc gridSpan="2">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2685306776"/>
                  </a:ext>
                </a:extLst>
              </a:tr>
              <a:tr h="229740">
                <a:tc>
                  <a:txBody>
                    <a:bodyPr/>
                    <a:lstStyle/>
                    <a:p>
                      <a:endParaRPr lang="es-CO" sz="1100" dirty="0">
                        <a:latin typeface="Consolas" panose="020B0609020204030204" pitchFamily="49"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s-CO" sz="1100" b="1" dirty="0">
                          <a:latin typeface="Consolas" panose="020B0609020204030204" pitchFamily="49" charset="0"/>
                          <a:ea typeface="Roboto" panose="02000000000000000000" pitchFamily="2"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162425273"/>
                  </a:ext>
                </a:extLst>
              </a:tr>
            </a:tbl>
          </a:graphicData>
        </a:graphic>
      </p:graphicFrame>
      <p:sp>
        <p:nvSpPr>
          <p:cNvPr id="48" name="CuadroTexto 47">
            <a:extLst>
              <a:ext uri="{FF2B5EF4-FFF2-40B4-BE49-F238E27FC236}">
                <a16:creationId xmlns:a16="http://schemas.microsoft.com/office/drawing/2014/main" id="{0BA4CEBA-0A6E-411E-8BB7-56645C8BDCC9}"/>
              </a:ext>
            </a:extLst>
          </p:cNvPr>
          <p:cNvSpPr txBox="1"/>
          <p:nvPr/>
        </p:nvSpPr>
        <p:spPr>
          <a:xfrm>
            <a:off x="8203439" y="5344756"/>
            <a:ext cx="2081062" cy="338554"/>
          </a:xfrm>
          <a:prstGeom prst="rect">
            <a:avLst/>
          </a:prstGeom>
          <a:noFill/>
        </p:spPr>
        <p:txBody>
          <a:bodyPr wrap="square">
            <a:spAutoFit/>
          </a:bodyPr>
          <a:lstStyle/>
          <a:p>
            <a:pPr algn="ctr"/>
            <a:r>
              <a:rPr lang="es-MX" altLang="en-US" sz="1600" b="1" dirty="0">
                <a:solidFill>
                  <a:srgbClr val="FF0000"/>
                </a:solidFill>
                <a:latin typeface="Consolas" panose="020B0609020204030204" pitchFamily="49" charset="0"/>
                <a:ea typeface="Roboto" panose="02000000000000000000" pitchFamily="2" charset="0"/>
              </a:rPr>
              <a:t>remove</a:t>
            </a:r>
            <a:r>
              <a:rPr lang="es-MX" altLang="en-US" sz="1600" b="1" dirty="0">
                <a:latin typeface="Consolas" panose="020B0609020204030204" pitchFamily="49" charset="0"/>
                <a:ea typeface="Roboto" panose="02000000000000000000" pitchFamily="2" charset="0"/>
              </a:rPr>
              <a:t>(record 3)</a:t>
            </a:r>
            <a:endParaRPr lang="es-CO" sz="1600" dirty="0">
              <a:solidFill>
                <a:srgbClr val="FF0000"/>
              </a:solidFill>
              <a:latin typeface="Roboto" panose="02000000000000000000" pitchFamily="2" charset="0"/>
              <a:ea typeface="Roboto" panose="02000000000000000000" pitchFamily="2" charset="0"/>
            </a:endParaRPr>
          </a:p>
        </p:txBody>
      </p:sp>
      <p:sp>
        <p:nvSpPr>
          <p:cNvPr id="52" name="Flecha: a la derecha 51">
            <a:extLst>
              <a:ext uri="{FF2B5EF4-FFF2-40B4-BE49-F238E27FC236}">
                <a16:creationId xmlns:a16="http://schemas.microsoft.com/office/drawing/2014/main" id="{3060E062-DFC1-486A-AECC-CB77C668F125}"/>
              </a:ext>
            </a:extLst>
          </p:cNvPr>
          <p:cNvSpPr/>
          <p:nvPr/>
        </p:nvSpPr>
        <p:spPr>
          <a:xfrm>
            <a:off x="8191157" y="5112672"/>
            <a:ext cx="2136453" cy="19711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2" name="Grupo 1">
            <a:extLst>
              <a:ext uri="{FF2B5EF4-FFF2-40B4-BE49-F238E27FC236}">
                <a16:creationId xmlns:a16="http://schemas.microsoft.com/office/drawing/2014/main" id="{F30DD71A-FB91-4A07-87E2-1DF1BAF2DA33}"/>
              </a:ext>
            </a:extLst>
          </p:cNvPr>
          <p:cNvGrpSpPr/>
          <p:nvPr/>
        </p:nvGrpSpPr>
        <p:grpSpPr>
          <a:xfrm>
            <a:off x="5774974" y="2068914"/>
            <a:ext cx="658666" cy="3034721"/>
            <a:chOff x="5774974" y="2068914"/>
            <a:chExt cx="658666" cy="3034721"/>
          </a:xfrm>
        </p:grpSpPr>
        <p:sp>
          <p:nvSpPr>
            <p:cNvPr id="14" name="TextBox 47">
              <a:extLst>
                <a:ext uri="{FF2B5EF4-FFF2-40B4-BE49-F238E27FC236}">
                  <a16:creationId xmlns:a16="http://schemas.microsoft.com/office/drawing/2014/main" id="{557CE81E-395C-4CB9-A7BC-79A4E24F8B46}"/>
                </a:ext>
              </a:extLst>
            </p:cNvPr>
            <p:cNvSpPr txBox="1"/>
            <p:nvPr/>
          </p:nvSpPr>
          <p:spPr>
            <a:xfrm>
              <a:off x="5874075" y="2068914"/>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(2,0)</a:t>
              </a:r>
            </a:p>
          </p:txBody>
        </p:sp>
        <p:sp>
          <p:nvSpPr>
            <p:cNvPr id="15" name="TextBox 47">
              <a:extLst>
                <a:ext uri="{FF2B5EF4-FFF2-40B4-BE49-F238E27FC236}">
                  <a16:creationId xmlns:a16="http://schemas.microsoft.com/office/drawing/2014/main" id="{496C8FB9-B1F5-4D7F-B7B1-963C232E130B}"/>
                </a:ext>
              </a:extLst>
            </p:cNvPr>
            <p:cNvSpPr txBox="1"/>
            <p:nvPr/>
          </p:nvSpPr>
          <p:spPr>
            <a:xfrm>
              <a:off x="5874075" y="2327131"/>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a:t>
              </a:r>
            </a:p>
          </p:txBody>
        </p:sp>
        <p:sp>
          <p:nvSpPr>
            <p:cNvPr id="16" name="TextBox 47">
              <a:extLst>
                <a:ext uri="{FF2B5EF4-FFF2-40B4-BE49-F238E27FC236}">
                  <a16:creationId xmlns:a16="http://schemas.microsoft.com/office/drawing/2014/main" id="{CA4061D8-FA15-404A-90C3-45483ACC5314}"/>
                </a:ext>
              </a:extLst>
            </p:cNvPr>
            <p:cNvSpPr txBox="1"/>
            <p:nvPr/>
          </p:nvSpPr>
          <p:spPr>
            <a:xfrm>
              <a:off x="5874075" y="2585348"/>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(2,2)</a:t>
              </a:r>
            </a:p>
          </p:txBody>
        </p:sp>
        <p:sp>
          <p:nvSpPr>
            <p:cNvPr id="17" name="TextBox 47">
              <a:extLst>
                <a:ext uri="{FF2B5EF4-FFF2-40B4-BE49-F238E27FC236}">
                  <a16:creationId xmlns:a16="http://schemas.microsoft.com/office/drawing/2014/main" id="{FE5041CB-1842-4C49-BEC2-45A4EAE42216}"/>
                </a:ext>
              </a:extLst>
            </p:cNvPr>
            <p:cNvSpPr txBox="1"/>
            <p:nvPr/>
          </p:nvSpPr>
          <p:spPr>
            <a:xfrm>
              <a:off x="5774974" y="4631992"/>
              <a:ext cx="658666"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(2,10)</a:t>
              </a:r>
            </a:p>
          </p:txBody>
        </p:sp>
        <p:sp>
          <p:nvSpPr>
            <p:cNvPr id="18" name="TextBox 47">
              <a:extLst>
                <a:ext uri="{FF2B5EF4-FFF2-40B4-BE49-F238E27FC236}">
                  <a16:creationId xmlns:a16="http://schemas.microsoft.com/office/drawing/2014/main" id="{3EF6C901-ECA5-40C8-83C1-147D36AEA4F5}"/>
                </a:ext>
              </a:extLst>
            </p:cNvPr>
            <p:cNvSpPr txBox="1"/>
            <p:nvPr/>
          </p:nvSpPr>
          <p:spPr>
            <a:xfrm>
              <a:off x="5874075" y="2849841"/>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(2,3)</a:t>
              </a:r>
            </a:p>
          </p:txBody>
        </p:sp>
        <p:sp>
          <p:nvSpPr>
            <p:cNvPr id="19" name="TextBox 47">
              <a:extLst>
                <a:ext uri="{FF2B5EF4-FFF2-40B4-BE49-F238E27FC236}">
                  <a16:creationId xmlns:a16="http://schemas.microsoft.com/office/drawing/2014/main" id="{6E00A48A-4F4B-430C-9A85-3531D50B7CD3}"/>
                </a:ext>
              </a:extLst>
            </p:cNvPr>
            <p:cNvSpPr txBox="1"/>
            <p:nvPr/>
          </p:nvSpPr>
          <p:spPr>
            <a:xfrm>
              <a:off x="5874075" y="3114482"/>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(2,4)</a:t>
              </a:r>
            </a:p>
          </p:txBody>
        </p:sp>
        <p:sp>
          <p:nvSpPr>
            <p:cNvPr id="20" name="TextBox 47">
              <a:extLst>
                <a:ext uri="{FF2B5EF4-FFF2-40B4-BE49-F238E27FC236}">
                  <a16:creationId xmlns:a16="http://schemas.microsoft.com/office/drawing/2014/main" id="{6AC55D7E-8BCC-488C-8201-25C82A7CDB9D}"/>
                </a:ext>
              </a:extLst>
            </p:cNvPr>
            <p:cNvSpPr txBox="1"/>
            <p:nvPr/>
          </p:nvSpPr>
          <p:spPr>
            <a:xfrm>
              <a:off x="5874075" y="3369355"/>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(2,5)</a:t>
              </a:r>
            </a:p>
          </p:txBody>
        </p:sp>
        <p:sp>
          <p:nvSpPr>
            <p:cNvPr id="21" name="TextBox 47">
              <a:extLst>
                <a:ext uri="{FF2B5EF4-FFF2-40B4-BE49-F238E27FC236}">
                  <a16:creationId xmlns:a16="http://schemas.microsoft.com/office/drawing/2014/main" id="{6562558D-E74D-472C-BD96-B3D1A920B566}"/>
                </a:ext>
              </a:extLst>
            </p:cNvPr>
            <p:cNvSpPr txBox="1"/>
            <p:nvPr/>
          </p:nvSpPr>
          <p:spPr>
            <a:xfrm>
              <a:off x="5874075" y="3637437"/>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(2,6)</a:t>
              </a:r>
            </a:p>
          </p:txBody>
        </p:sp>
        <p:sp>
          <p:nvSpPr>
            <p:cNvPr id="22" name="TextBox 47">
              <a:extLst>
                <a:ext uri="{FF2B5EF4-FFF2-40B4-BE49-F238E27FC236}">
                  <a16:creationId xmlns:a16="http://schemas.microsoft.com/office/drawing/2014/main" id="{AFACDCD9-E3BE-4226-9AB8-C6F882A83203}"/>
                </a:ext>
              </a:extLst>
            </p:cNvPr>
            <p:cNvSpPr txBox="1"/>
            <p:nvPr/>
          </p:nvSpPr>
          <p:spPr>
            <a:xfrm>
              <a:off x="5874075" y="3893917"/>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(2,7)</a:t>
              </a:r>
            </a:p>
          </p:txBody>
        </p:sp>
        <p:sp>
          <p:nvSpPr>
            <p:cNvPr id="23" name="TextBox 47">
              <a:extLst>
                <a:ext uri="{FF2B5EF4-FFF2-40B4-BE49-F238E27FC236}">
                  <a16:creationId xmlns:a16="http://schemas.microsoft.com/office/drawing/2014/main" id="{414A99B7-F18B-4C20-A644-F66805DF4EC5}"/>
                </a:ext>
              </a:extLst>
            </p:cNvPr>
            <p:cNvSpPr txBox="1"/>
            <p:nvPr/>
          </p:nvSpPr>
          <p:spPr>
            <a:xfrm>
              <a:off x="5874075" y="4162771"/>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(2,8)</a:t>
              </a:r>
            </a:p>
          </p:txBody>
        </p:sp>
        <p:sp>
          <p:nvSpPr>
            <p:cNvPr id="24" name="TextBox 47">
              <a:extLst>
                <a:ext uri="{FF2B5EF4-FFF2-40B4-BE49-F238E27FC236}">
                  <a16:creationId xmlns:a16="http://schemas.microsoft.com/office/drawing/2014/main" id="{73978169-C094-44EF-B7D2-3A864B9ECEDE}"/>
                </a:ext>
              </a:extLst>
            </p:cNvPr>
            <p:cNvSpPr txBox="1"/>
            <p:nvPr/>
          </p:nvSpPr>
          <p:spPr>
            <a:xfrm>
              <a:off x="5874075" y="4403582"/>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(2,9)</a:t>
              </a:r>
            </a:p>
          </p:txBody>
        </p:sp>
        <p:sp>
          <p:nvSpPr>
            <p:cNvPr id="25" name="TextBox 47">
              <a:extLst>
                <a:ext uri="{FF2B5EF4-FFF2-40B4-BE49-F238E27FC236}">
                  <a16:creationId xmlns:a16="http://schemas.microsoft.com/office/drawing/2014/main" id="{393FAD9B-85A6-49E3-B2D4-4E35A5DDC6A8}"/>
                </a:ext>
              </a:extLst>
            </p:cNvPr>
            <p:cNvSpPr txBox="1"/>
            <p:nvPr/>
          </p:nvSpPr>
          <p:spPr>
            <a:xfrm>
              <a:off x="5774974" y="4872803"/>
              <a:ext cx="658666"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(2,11)</a:t>
              </a:r>
            </a:p>
          </p:txBody>
        </p:sp>
      </p:grpSp>
      <p:grpSp>
        <p:nvGrpSpPr>
          <p:cNvPr id="27" name="Grupo 26">
            <a:extLst>
              <a:ext uri="{FF2B5EF4-FFF2-40B4-BE49-F238E27FC236}">
                <a16:creationId xmlns:a16="http://schemas.microsoft.com/office/drawing/2014/main" id="{40F5EE82-B6E5-46A9-A063-0DE3FC49ED94}"/>
              </a:ext>
            </a:extLst>
          </p:cNvPr>
          <p:cNvGrpSpPr/>
          <p:nvPr/>
        </p:nvGrpSpPr>
        <p:grpSpPr>
          <a:xfrm>
            <a:off x="8104338" y="1106429"/>
            <a:ext cx="658666" cy="2672236"/>
            <a:chOff x="5774974" y="2068914"/>
            <a:chExt cx="658666" cy="3034721"/>
          </a:xfrm>
        </p:grpSpPr>
        <p:sp>
          <p:nvSpPr>
            <p:cNvPr id="28" name="TextBox 47">
              <a:extLst>
                <a:ext uri="{FF2B5EF4-FFF2-40B4-BE49-F238E27FC236}">
                  <a16:creationId xmlns:a16="http://schemas.microsoft.com/office/drawing/2014/main" id="{7F8B44A5-D482-45E6-BA19-C018C58D290B}"/>
                </a:ext>
              </a:extLst>
            </p:cNvPr>
            <p:cNvSpPr txBox="1"/>
            <p:nvPr/>
          </p:nvSpPr>
          <p:spPr>
            <a:xfrm>
              <a:off x="5874075" y="2068914"/>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(2,0)</a:t>
              </a:r>
            </a:p>
          </p:txBody>
        </p:sp>
        <p:sp>
          <p:nvSpPr>
            <p:cNvPr id="29" name="TextBox 47">
              <a:extLst>
                <a:ext uri="{FF2B5EF4-FFF2-40B4-BE49-F238E27FC236}">
                  <a16:creationId xmlns:a16="http://schemas.microsoft.com/office/drawing/2014/main" id="{C09CB6D4-AF8E-473B-8039-107311C4AC5B}"/>
                </a:ext>
              </a:extLst>
            </p:cNvPr>
            <p:cNvSpPr txBox="1"/>
            <p:nvPr/>
          </p:nvSpPr>
          <p:spPr>
            <a:xfrm>
              <a:off x="5874075" y="2327131"/>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a:t>
              </a:r>
            </a:p>
          </p:txBody>
        </p:sp>
        <p:sp>
          <p:nvSpPr>
            <p:cNvPr id="30" name="TextBox 47">
              <a:extLst>
                <a:ext uri="{FF2B5EF4-FFF2-40B4-BE49-F238E27FC236}">
                  <a16:creationId xmlns:a16="http://schemas.microsoft.com/office/drawing/2014/main" id="{DDACAF91-7511-4DD0-A419-C4C8A057CC0E}"/>
                </a:ext>
              </a:extLst>
            </p:cNvPr>
            <p:cNvSpPr txBox="1"/>
            <p:nvPr/>
          </p:nvSpPr>
          <p:spPr>
            <a:xfrm>
              <a:off x="5874075" y="2585348"/>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(2,2)</a:t>
              </a:r>
            </a:p>
          </p:txBody>
        </p:sp>
        <p:sp>
          <p:nvSpPr>
            <p:cNvPr id="31" name="TextBox 47">
              <a:extLst>
                <a:ext uri="{FF2B5EF4-FFF2-40B4-BE49-F238E27FC236}">
                  <a16:creationId xmlns:a16="http://schemas.microsoft.com/office/drawing/2014/main" id="{3D0C560F-B45C-463F-A400-720517B1C9D6}"/>
                </a:ext>
              </a:extLst>
            </p:cNvPr>
            <p:cNvSpPr txBox="1"/>
            <p:nvPr/>
          </p:nvSpPr>
          <p:spPr>
            <a:xfrm>
              <a:off x="5774974" y="4631992"/>
              <a:ext cx="658666"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(2,10)</a:t>
              </a:r>
            </a:p>
          </p:txBody>
        </p:sp>
        <p:sp>
          <p:nvSpPr>
            <p:cNvPr id="32" name="TextBox 47">
              <a:extLst>
                <a:ext uri="{FF2B5EF4-FFF2-40B4-BE49-F238E27FC236}">
                  <a16:creationId xmlns:a16="http://schemas.microsoft.com/office/drawing/2014/main" id="{5E48B0A4-2531-4729-95DF-D3A983B48427}"/>
                </a:ext>
              </a:extLst>
            </p:cNvPr>
            <p:cNvSpPr txBox="1"/>
            <p:nvPr/>
          </p:nvSpPr>
          <p:spPr>
            <a:xfrm>
              <a:off x="5874075" y="2849840"/>
              <a:ext cx="559565" cy="262144"/>
            </a:xfrm>
            <a:prstGeom prst="rect">
              <a:avLst/>
            </a:prstGeom>
            <a:noFill/>
          </p:spPr>
          <p:txBody>
            <a:bodyPr wrap="square" rtlCol="0">
              <a:spAutoFit/>
            </a:bodyPr>
            <a:lstStyle/>
            <a:p>
              <a:pPr algn="r"/>
              <a:r>
                <a:rPr lang="en-US" sz="900" dirty="0">
                  <a:solidFill>
                    <a:srgbClr val="FF0000"/>
                  </a:solidFill>
                  <a:highlight>
                    <a:srgbClr val="FFFF00"/>
                  </a:highlight>
                  <a:latin typeface="Consolas" panose="020B0609020204030204" pitchFamily="49" charset="0"/>
                  <a:ea typeface="Roboto" panose="02000000000000000000" pitchFamily="2" charset="0"/>
                </a:rPr>
                <a:t>(2,3)</a:t>
              </a:r>
            </a:p>
          </p:txBody>
        </p:sp>
        <p:sp>
          <p:nvSpPr>
            <p:cNvPr id="33" name="TextBox 47">
              <a:extLst>
                <a:ext uri="{FF2B5EF4-FFF2-40B4-BE49-F238E27FC236}">
                  <a16:creationId xmlns:a16="http://schemas.microsoft.com/office/drawing/2014/main" id="{48AD918D-D607-427D-933B-6EEB69ABC02C}"/>
                </a:ext>
              </a:extLst>
            </p:cNvPr>
            <p:cNvSpPr txBox="1"/>
            <p:nvPr/>
          </p:nvSpPr>
          <p:spPr>
            <a:xfrm>
              <a:off x="5874075" y="3114482"/>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(2,4)</a:t>
              </a:r>
            </a:p>
          </p:txBody>
        </p:sp>
        <p:sp>
          <p:nvSpPr>
            <p:cNvPr id="34" name="TextBox 47">
              <a:extLst>
                <a:ext uri="{FF2B5EF4-FFF2-40B4-BE49-F238E27FC236}">
                  <a16:creationId xmlns:a16="http://schemas.microsoft.com/office/drawing/2014/main" id="{1BC27D17-69B2-4C77-A717-110A1898A261}"/>
                </a:ext>
              </a:extLst>
            </p:cNvPr>
            <p:cNvSpPr txBox="1"/>
            <p:nvPr/>
          </p:nvSpPr>
          <p:spPr>
            <a:xfrm>
              <a:off x="5874075" y="3369355"/>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(2,5)</a:t>
              </a:r>
            </a:p>
          </p:txBody>
        </p:sp>
        <p:sp>
          <p:nvSpPr>
            <p:cNvPr id="36" name="TextBox 47">
              <a:extLst>
                <a:ext uri="{FF2B5EF4-FFF2-40B4-BE49-F238E27FC236}">
                  <a16:creationId xmlns:a16="http://schemas.microsoft.com/office/drawing/2014/main" id="{B0BF0A3B-D733-4819-A86B-802CCF9ED372}"/>
                </a:ext>
              </a:extLst>
            </p:cNvPr>
            <p:cNvSpPr txBox="1"/>
            <p:nvPr/>
          </p:nvSpPr>
          <p:spPr>
            <a:xfrm>
              <a:off x="5874075" y="3637437"/>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(2,6)</a:t>
              </a:r>
            </a:p>
          </p:txBody>
        </p:sp>
        <p:sp>
          <p:nvSpPr>
            <p:cNvPr id="37" name="TextBox 47">
              <a:extLst>
                <a:ext uri="{FF2B5EF4-FFF2-40B4-BE49-F238E27FC236}">
                  <a16:creationId xmlns:a16="http://schemas.microsoft.com/office/drawing/2014/main" id="{335B73F0-331C-4D36-B602-C6FF138457E7}"/>
                </a:ext>
              </a:extLst>
            </p:cNvPr>
            <p:cNvSpPr txBox="1"/>
            <p:nvPr/>
          </p:nvSpPr>
          <p:spPr>
            <a:xfrm>
              <a:off x="5874075" y="3893917"/>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(2,7)</a:t>
              </a:r>
            </a:p>
          </p:txBody>
        </p:sp>
        <p:sp>
          <p:nvSpPr>
            <p:cNvPr id="40" name="TextBox 47">
              <a:extLst>
                <a:ext uri="{FF2B5EF4-FFF2-40B4-BE49-F238E27FC236}">
                  <a16:creationId xmlns:a16="http://schemas.microsoft.com/office/drawing/2014/main" id="{A158F3D4-FD63-4C6C-88DE-D1BB1507B875}"/>
                </a:ext>
              </a:extLst>
            </p:cNvPr>
            <p:cNvSpPr txBox="1"/>
            <p:nvPr/>
          </p:nvSpPr>
          <p:spPr>
            <a:xfrm>
              <a:off x="5874075" y="4162771"/>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(2,8)</a:t>
              </a:r>
            </a:p>
          </p:txBody>
        </p:sp>
        <p:sp>
          <p:nvSpPr>
            <p:cNvPr id="41" name="TextBox 47">
              <a:extLst>
                <a:ext uri="{FF2B5EF4-FFF2-40B4-BE49-F238E27FC236}">
                  <a16:creationId xmlns:a16="http://schemas.microsoft.com/office/drawing/2014/main" id="{BA81BC35-B993-4442-802B-F22C8AA82FC6}"/>
                </a:ext>
              </a:extLst>
            </p:cNvPr>
            <p:cNvSpPr txBox="1"/>
            <p:nvPr/>
          </p:nvSpPr>
          <p:spPr>
            <a:xfrm>
              <a:off x="5874075" y="4403582"/>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(2,9)</a:t>
              </a:r>
            </a:p>
          </p:txBody>
        </p:sp>
        <p:sp>
          <p:nvSpPr>
            <p:cNvPr id="42" name="TextBox 47">
              <a:extLst>
                <a:ext uri="{FF2B5EF4-FFF2-40B4-BE49-F238E27FC236}">
                  <a16:creationId xmlns:a16="http://schemas.microsoft.com/office/drawing/2014/main" id="{832150DD-0F81-454F-9295-B6A8A054A3CC}"/>
                </a:ext>
              </a:extLst>
            </p:cNvPr>
            <p:cNvSpPr txBox="1"/>
            <p:nvPr/>
          </p:nvSpPr>
          <p:spPr>
            <a:xfrm>
              <a:off x="5774974" y="4872803"/>
              <a:ext cx="658666"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(2,11)</a:t>
              </a:r>
            </a:p>
          </p:txBody>
        </p:sp>
      </p:grpSp>
      <p:grpSp>
        <p:nvGrpSpPr>
          <p:cNvPr id="59" name="Grupo 58">
            <a:extLst>
              <a:ext uri="{FF2B5EF4-FFF2-40B4-BE49-F238E27FC236}">
                <a16:creationId xmlns:a16="http://schemas.microsoft.com/office/drawing/2014/main" id="{4BF23B4F-E3B5-483A-B187-80ED99B60E07}"/>
              </a:ext>
            </a:extLst>
          </p:cNvPr>
          <p:cNvGrpSpPr/>
          <p:nvPr/>
        </p:nvGrpSpPr>
        <p:grpSpPr>
          <a:xfrm>
            <a:off x="9820017" y="2074358"/>
            <a:ext cx="658666" cy="2793910"/>
            <a:chOff x="5774974" y="2068914"/>
            <a:chExt cx="658666" cy="2793910"/>
          </a:xfrm>
        </p:grpSpPr>
        <p:sp>
          <p:nvSpPr>
            <p:cNvPr id="60" name="TextBox 47">
              <a:extLst>
                <a:ext uri="{FF2B5EF4-FFF2-40B4-BE49-F238E27FC236}">
                  <a16:creationId xmlns:a16="http://schemas.microsoft.com/office/drawing/2014/main" id="{0DA68BCF-F859-4572-86CF-8022E932B413}"/>
                </a:ext>
              </a:extLst>
            </p:cNvPr>
            <p:cNvSpPr txBox="1"/>
            <p:nvPr/>
          </p:nvSpPr>
          <p:spPr>
            <a:xfrm>
              <a:off x="5874075" y="2068914"/>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(2,0)</a:t>
              </a:r>
            </a:p>
          </p:txBody>
        </p:sp>
        <p:sp>
          <p:nvSpPr>
            <p:cNvPr id="61" name="TextBox 47">
              <a:extLst>
                <a:ext uri="{FF2B5EF4-FFF2-40B4-BE49-F238E27FC236}">
                  <a16:creationId xmlns:a16="http://schemas.microsoft.com/office/drawing/2014/main" id="{7BBFC24D-2B7E-4FC3-A70B-AD5CA76F402C}"/>
                </a:ext>
              </a:extLst>
            </p:cNvPr>
            <p:cNvSpPr txBox="1"/>
            <p:nvPr/>
          </p:nvSpPr>
          <p:spPr>
            <a:xfrm>
              <a:off x="5874075" y="2327131"/>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a:t>
              </a:r>
            </a:p>
          </p:txBody>
        </p:sp>
        <p:sp>
          <p:nvSpPr>
            <p:cNvPr id="62" name="TextBox 47">
              <a:extLst>
                <a:ext uri="{FF2B5EF4-FFF2-40B4-BE49-F238E27FC236}">
                  <a16:creationId xmlns:a16="http://schemas.microsoft.com/office/drawing/2014/main" id="{E4D94376-EA6A-426E-9F56-72001B81B41C}"/>
                </a:ext>
              </a:extLst>
            </p:cNvPr>
            <p:cNvSpPr txBox="1"/>
            <p:nvPr/>
          </p:nvSpPr>
          <p:spPr>
            <a:xfrm>
              <a:off x="5874075" y="2585348"/>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(2,2)</a:t>
              </a:r>
            </a:p>
          </p:txBody>
        </p:sp>
        <p:sp>
          <p:nvSpPr>
            <p:cNvPr id="63" name="TextBox 47">
              <a:extLst>
                <a:ext uri="{FF2B5EF4-FFF2-40B4-BE49-F238E27FC236}">
                  <a16:creationId xmlns:a16="http://schemas.microsoft.com/office/drawing/2014/main" id="{5C025243-1654-416C-AAB5-0A1378F81735}"/>
                </a:ext>
              </a:extLst>
            </p:cNvPr>
            <p:cNvSpPr txBox="1"/>
            <p:nvPr/>
          </p:nvSpPr>
          <p:spPr>
            <a:xfrm>
              <a:off x="5774974" y="4631992"/>
              <a:ext cx="658666" cy="230832"/>
            </a:xfrm>
            <a:prstGeom prst="rect">
              <a:avLst/>
            </a:prstGeom>
            <a:noFill/>
          </p:spPr>
          <p:txBody>
            <a:bodyPr wrap="square" rtlCol="0">
              <a:spAutoFit/>
            </a:bodyPr>
            <a:lstStyle/>
            <a:p>
              <a:pPr algn="r"/>
              <a:r>
                <a:rPr lang="en-US" sz="900" dirty="0">
                  <a:solidFill>
                    <a:srgbClr val="FF0000"/>
                  </a:solidFill>
                  <a:highlight>
                    <a:srgbClr val="FFFF00"/>
                  </a:highlight>
                  <a:latin typeface="Consolas" panose="020B0609020204030204" pitchFamily="49" charset="0"/>
                  <a:ea typeface="Roboto" panose="02000000000000000000" pitchFamily="2" charset="0"/>
                </a:rPr>
                <a:t>(2,10)</a:t>
              </a:r>
            </a:p>
          </p:txBody>
        </p:sp>
        <p:sp>
          <p:nvSpPr>
            <p:cNvPr id="64" name="TextBox 47">
              <a:extLst>
                <a:ext uri="{FF2B5EF4-FFF2-40B4-BE49-F238E27FC236}">
                  <a16:creationId xmlns:a16="http://schemas.microsoft.com/office/drawing/2014/main" id="{F739ACDB-5A8E-465D-8EA9-4327A6E5638C}"/>
                </a:ext>
              </a:extLst>
            </p:cNvPr>
            <p:cNvSpPr txBox="1"/>
            <p:nvPr/>
          </p:nvSpPr>
          <p:spPr>
            <a:xfrm>
              <a:off x="5874075" y="2849841"/>
              <a:ext cx="559565" cy="230832"/>
            </a:xfrm>
            <a:prstGeom prst="rect">
              <a:avLst/>
            </a:prstGeom>
            <a:noFill/>
          </p:spPr>
          <p:txBody>
            <a:bodyPr wrap="square" rtlCol="0">
              <a:spAutoFit/>
            </a:bodyPr>
            <a:lstStyle/>
            <a:p>
              <a:pPr algn="r"/>
              <a:r>
                <a:rPr lang="en-US" sz="900" dirty="0">
                  <a:solidFill>
                    <a:srgbClr val="FF0000"/>
                  </a:solidFill>
                  <a:highlight>
                    <a:srgbClr val="FFFF00"/>
                  </a:highlight>
                  <a:latin typeface="Consolas" panose="020B0609020204030204" pitchFamily="49" charset="0"/>
                  <a:ea typeface="Roboto" panose="02000000000000000000" pitchFamily="2" charset="0"/>
                </a:rPr>
                <a:t>(2,3)</a:t>
              </a:r>
            </a:p>
          </p:txBody>
        </p:sp>
        <p:sp>
          <p:nvSpPr>
            <p:cNvPr id="65" name="TextBox 47">
              <a:extLst>
                <a:ext uri="{FF2B5EF4-FFF2-40B4-BE49-F238E27FC236}">
                  <a16:creationId xmlns:a16="http://schemas.microsoft.com/office/drawing/2014/main" id="{116E28AD-64AA-4F50-B0FC-BB4E3A3DF8ED}"/>
                </a:ext>
              </a:extLst>
            </p:cNvPr>
            <p:cNvSpPr txBox="1"/>
            <p:nvPr/>
          </p:nvSpPr>
          <p:spPr>
            <a:xfrm>
              <a:off x="5874075" y="3114482"/>
              <a:ext cx="559565" cy="230832"/>
            </a:xfrm>
            <a:prstGeom prst="rect">
              <a:avLst/>
            </a:prstGeom>
            <a:noFill/>
          </p:spPr>
          <p:txBody>
            <a:bodyPr wrap="square" rtlCol="0">
              <a:spAutoFit/>
            </a:bodyPr>
            <a:lstStyle/>
            <a:p>
              <a:pPr algn="r"/>
              <a:r>
                <a:rPr lang="en-US" sz="900" dirty="0">
                  <a:solidFill>
                    <a:srgbClr val="FF0000"/>
                  </a:solidFill>
                  <a:highlight>
                    <a:srgbClr val="FFFF00"/>
                  </a:highlight>
                  <a:latin typeface="Consolas" panose="020B0609020204030204" pitchFamily="49" charset="0"/>
                  <a:ea typeface="Roboto" panose="02000000000000000000" pitchFamily="2" charset="0"/>
                </a:rPr>
                <a:t>(2,4)</a:t>
              </a:r>
            </a:p>
          </p:txBody>
        </p:sp>
        <p:sp>
          <p:nvSpPr>
            <p:cNvPr id="66" name="TextBox 47">
              <a:extLst>
                <a:ext uri="{FF2B5EF4-FFF2-40B4-BE49-F238E27FC236}">
                  <a16:creationId xmlns:a16="http://schemas.microsoft.com/office/drawing/2014/main" id="{B9CE97F2-E51F-4D2A-A737-CF9F89967527}"/>
                </a:ext>
              </a:extLst>
            </p:cNvPr>
            <p:cNvSpPr txBox="1"/>
            <p:nvPr/>
          </p:nvSpPr>
          <p:spPr>
            <a:xfrm>
              <a:off x="5874075" y="3369355"/>
              <a:ext cx="559565" cy="230832"/>
            </a:xfrm>
            <a:prstGeom prst="rect">
              <a:avLst/>
            </a:prstGeom>
            <a:noFill/>
          </p:spPr>
          <p:txBody>
            <a:bodyPr wrap="square" rtlCol="0">
              <a:spAutoFit/>
            </a:bodyPr>
            <a:lstStyle/>
            <a:p>
              <a:pPr algn="r"/>
              <a:r>
                <a:rPr lang="en-US" sz="900" dirty="0">
                  <a:solidFill>
                    <a:srgbClr val="FF0000"/>
                  </a:solidFill>
                  <a:highlight>
                    <a:srgbClr val="FFFF00"/>
                  </a:highlight>
                  <a:latin typeface="Consolas" panose="020B0609020204030204" pitchFamily="49" charset="0"/>
                  <a:ea typeface="Roboto" panose="02000000000000000000" pitchFamily="2" charset="0"/>
                </a:rPr>
                <a:t>(2,5)</a:t>
              </a:r>
            </a:p>
          </p:txBody>
        </p:sp>
        <p:sp>
          <p:nvSpPr>
            <p:cNvPr id="67" name="TextBox 47">
              <a:extLst>
                <a:ext uri="{FF2B5EF4-FFF2-40B4-BE49-F238E27FC236}">
                  <a16:creationId xmlns:a16="http://schemas.microsoft.com/office/drawing/2014/main" id="{8B13D04F-6022-4D3D-91DB-D9E52E638A47}"/>
                </a:ext>
              </a:extLst>
            </p:cNvPr>
            <p:cNvSpPr txBox="1"/>
            <p:nvPr/>
          </p:nvSpPr>
          <p:spPr>
            <a:xfrm>
              <a:off x="5874075" y="3637437"/>
              <a:ext cx="559565" cy="230832"/>
            </a:xfrm>
            <a:prstGeom prst="rect">
              <a:avLst/>
            </a:prstGeom>
            <a:noFill/>
          </p:spPr>
          <p:txBody>
            <a:bodyPr wrap="square" rtlCol="0">
              <a:spAutoFit/>
            </a:bodyPr>
            <a:lstStyle/>
            <a:p>
              <a:pPr algn="r"/>
              <a:r>
                <a:rPr lang="en-US" sz="900" dirty="0">
                  <a:solidFill>
                    <a:srgbClr val="FF0000"/>
                  </a:solidFill>
                  <a:highlight>
                    <a:srgbClr val="FFFF00"/>
                  </a:highlight>
                  <a:latin typeface="Consolas" panose="020B0609020204030204" pitchFamily="49" charset="0"/>
                  <a:ea typeface="Roboto" panose="02000000000000000000" pitchFamily="2" charset="0"/>
                </a:rPr>
                <a:t>(2,6)</a:t>
              </a:r>
            </a:p>
          </p:txBody>
        </p:sp>
        <p:sp>
          <p:nvSpPr>
            <p:cNvPr id="68" name="TextBox 47">
              <a:extLst>
                <a:ext uri="{FF2B5EF4-FFF2-40B4-BE49-F238E27FC236}">
                  <a16:creationId xmlns:a16="http://schemas.microsoft.com/office/drawing/2014/main" id="{D6307F0B-F4E8-4447-80C4-927117702584}"/>
                </a:ext>
              </a:extLst>
            </p:cNvPr>
            <p:cNvSpPr txBox="1"/>
            <p:nvPr/>
          </p:nvSpPr>
          <p:spPr>
            <a:xfrm>
              <a:off x="5874075" y="3893917"/>
              <a:ext cx="559565" cy="230832"/>
            </a:xfrm>
            <a:prstGeom prst="rect">
              <a:avLst/>
            </a:prstGeom>
            <a:noFill/>
          </p:spPr>
          <p:txBody>
            <a:bodyPr wrap="square" rtlCol="0">
              <a:spAutoFit/>
            </a:bodyPr>
            <a:lstStyle/>
            <a:p>
              <a:pPr algn="r"/>
              <a:r>
                <a:rPr lang="en-US" sz="900" dirty="0">
                  <a:solidFill>
                    <a:srgbClr val="FF0000"/>
                  </a:solidFill>
                  <a:highlight>
                    <a:srgbClr val="FFFF00"/>
                  </a:highlight>
                  <a:latin typeface="Consolas" panose="020B0609020204030204" pitchFamily="49" charset="0"/>
                  <a:ea typeface="Roboto" panose="02000000000000000000" pitchFamily="2" charset="0"/>
                </a:rPr>
                <a:t>(2,7)</a:t>
              </a:r>
            </a:p>
          </p:txBody>
        </p:sp>
        <p:sp>
          <p:nvSpPr>
            <p:cNvPr id="69" name="TextBox 47">
              <a:extLst>
                <a:ext uri="{FF2B5EF4-FFF2-40B4-BE49-F238E27FC236}">
                  <a16:creationId xmlns:a16="http://schemas.microsoft.com/office/drawing/2014/main" id="{B3DBBCF8-EA85-4FFC-B3D2-86BDE56BEF59}"/>
                </a:ext>
              </a:extLst>
            </p:cNvPr>
            <p:cNvSpPr txBox="1"/>
            <p:nvPr/>
          </p:nvSpPr>
          <p:spPr>
            <a:xfrm>
              <a:off x="5874075" y="4162771"/>
              <a:ext cx="559565" cy="230832"/>
            </a:xfrm>
            <a:prstGeom prst="rect">
              <a:avLst/>
            </a:prstGeom>
            <a:noFill/>
          </p:spPr>
          <p:txBody>
            <a:bodyPr wrap="square" rtlCol="0">
              <a:spAutoFit/>
            </a:bodyPr>
            <a:lstStyle/>
            <a:p>
              <a:pPr algn="r"/>
              <a:r>
                <a:rPr lang="en-US" sz="900" dirty="0">
                  <a:solidFill>
                    <a:srgbClr val="FF0000"/>
                  </a:solidFill>
                  <a:highlight>
                    <a:srgbClr val="FFFF00"/>
                  </a:highlight>
                  <a:latin typeface="Consolas" panose="020B0609020204030204" pitchFamily="49" charset="0"/>
                  <a:ea typeface="Roboto" panose="02000000000000000000" pitchFamily="2" charset="0"/>
                </a:rPr>
                <a:t>(2,8)</a:t>
              </a:r>
            </a:p>
          </p:txBody>
        </p:sp>
        <p:sp>
          <p:nvSpPr>
            <p:cNvPr id="70" name="TextBox 47">
              <a:extLst>
                <a:ext uri="{FF2B5EF4-FFF2-40B4-BE49-F238E27FC236}">
                  <a16:creationId xmlns:a16="http://schemas.microsoft.com/office/drawing/2014/main" id="{3DA2C76D-EB23-4481-B193-071B24A0EE52}"/>
                </a:ext>
              </a:extLst>
            </p:cNvPr>
            <p:cNvSpPr txBox="1"/>
            <p:nvPr/>
          </p:nvSpPr>
          <p:spPr>
            <a:xfrm>
              <a:off x="5874075" y="4403582"/>
              <a:ext cx="559565" cy="230832"/>
            </a:xfrm>
            <a:prstGeom prst="rect">
              <a:avLst/>
            </a:prstGeom>
            <a:noFill/>
          </p:spPr>
          <p:txBody>
            <a:bodyPr wrap="square" rtlCol="0">
              <a:spAutoFit/>
            </a:bodyPr>
            <a:lstStyle/>
            <a:p>
              <a:pPr algn="r"/>
              <a:r>
                <a:rPr lang="en-US" sz="900" dirty="0">
                  <a:solidFill>
                    <a:srgbClr val="FF0000"/>
                  </a:solidFill>
                  <a:highlight>
                    <a:srgbClr val="FFFF00"/>
                  </a:highlight>
                  <a:latin typeface="Consolas" panose="020B0609020204030204" pitchFamily="49" charset="0"/>
                  <a:ea typeface="Roboto" panose="02000000000000000000" pitchFamily="2" charset="0"/>
                </a:rPr>
                <a:t>(2,9)</a:t>
              </a:r>
            </a:p>
          </p:txBody>
        </p:sp>
      </p:grpSp>
    </p:spTree>
    <p:extLst>
      <p:ext uri="{BB962C8B-B14F-4D97-AF65-F5344CB8AC3E}">
        <p14:creationId xmlns:p14="http://schemas.microsoft.com/office/powerpoint/2010/main" val="11501249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 - Eliminación</a:t>
            </a:r>
            <a:endParaRPr b="1" dirty="0">
              <a:solidFill>
                <a:srgbClr val="0B6937"/>
              </a:solidFill>
              <a:latin typeface="Roboto Slab"/>
              <a:ea typeface="Roboto Slab"/>
              <a:cs typeface="Roboto Slab"/>
              <a:sym typeface="Roboto Slab"/>
            </a:endParaRPr>
          </a:p>
        </p:txBody>
      </p:sp>
      <p:sp>
        <p:nvSpPr>
          <p:cNvPr id="5" name="Google Shape;310;p34">
            <a:extLst>
              <a:ext uri="{FF2B5EF4-FFF2-40B4-BE49-F238E27FC236}">
                <a16:creationId xmlns:a16="http://schemas.microsoft.com/office/drawing/2014/main" id="{65815137-AD04-4EC8-BF55-704CDAB1F01C}"/>
              </a:ext>
            </a:extLst>
          </p:cNvPr>
          <p:cNvSpPr txBox="1">
            <a:spLocks/>
          </p:cNvSpPr>
          <p:nvPr/>
        </p:nvSpPr>
        <p:spPr>
          <a:xfrm>
            <a:off x="728432" y="795987"/>
            <a:ext cx="11382167" cy="125052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altLang="en-US" sz="2000" b="1" dirty="0"/>
              <a:t>Alternativa 2 – Mover el ultimo registro</a:t>
            </a:r>
            <a:r>
              <a:rPr lang="es-MX" altLang="en-US" sz="2000" dirty="0"/>
              <a:t>: </a:t>
            </a:r>
          </a:p>
          <a:p>
            <a:r>
              <a:rPr lang="es-MX" sz="2000" dirty="0">
                <a:latin typeface="Roboto" panose="02000000000000000000" pitchFamily="2" charset="0"/>
                <a:ea typeface="Roboto" panose="02000000000000000000" pitchFamily="2" charset="0"/>
              </a:rPr>
              <a:t>Este caso es mas simple, pues lo que se hace es desplazar simplemente el último registro del archivo al espacio ocupado por el registro borrado</a:t>
            </a:r>
          </a:p>
        </p:txBody>
      </p:sp>
      <p:graphicFrame>
        <p:nvGraphicFramePr>
          <p:cNvPr id="10" name="Tabla 5">
            <a:extLst>
              <a:ext uri="{FF2B5EF4-FFF2-40B4-BE49-F238E27FC236}">
                <a16:creationId xmlns:a16="http://schemas.microsoft.com/office/drawing/2014/main" id="{0C2B7A88-F1F4-4079-9E27-CCA45AC78F91}"/>
              </a:ext>
            </a:extLst>
          </p:cNvPr>
          <p:cNvGraphicFramePr>
            <a:graphicFrameLocks noGrp="1"/>
          </p:cNvGraphicFramePr>
          <p:nvPr>
            <p:extLst>
              <p:ext uri="{D42A27DB-BD31-4B8C-83A1-F6EECF244321}">
                <p14:modId xmlns:p14="http://schemas.microsoft.com/office/powerpoint/2010/main" val="2828602612"/>
              </p:ext>
            </p:extLst>
          </p:nvPr>
        </p:nvGraphicFramePr>
        <p:xfrm>
          <a:off x="6453307" y="2170514"/>
          <a:ext cx="1521536" cy="3886200"/>
        </p:xfrm>
        <a:graphic>
          <a:graphicData uri="http://schemas.openxmlformats.org/drawingml/2006/table">
            <a:tbl>
              <a:tblPr firstRow="1" bandRow="1">
                <a:tableStyleId>{AD6A3598-7CB8-4345-8D95-17CE05F158A0}</a:tableStyleId>
              </a:tblPr>
              <a:tblGrid>
                <a:gridCol w="1141152">
                  <a:extLst>
                    <a:ext uri="{9D8B030D-6E8A-4147-A177-3AD203B41FA5}">
                      <a16:colId xmlns:a16="http://schemas.microsoft.com/office/drawing/2014/main" val="3904809786"/>
                    </a:ext>
                  </a:extLst>
                </a:gridCol>
                <a:gridCol w="380384">
                  <a:extLst>
                    <a:ext uri="{9D8B030D-6E8A-4147-A177-3AD203B41FA5}">
                      <a16:colId xmlns:a16="http://schemas.microsoft.com/office/drawing/2014/main" val="174867543"/>
                    </a:ext>
                  </a:extLst>
                </a:gridCol>
              </a:tblGrid>
              <a:tr h="229740">
                <a:tc gridSpan="2">
                  <a:txBody>
                    <a:bodyPr/>
                    <a:lstStyle/>
                    <a:p>
                      <a:pPr algn="ctr"/>
                      <a:r>
                        <a:rPr lang="es-CO" sz="1100" dirty="0">
                          <a:latin typeface="Consolas" panose="020B0609020204030204" pitchFamily="49" charset="0"/>
                          <a:ea typeface="Roboto" panose="02000000000000000000" pitchFamily="2" charset="0"/>
                        </a:rPr>
                        <a:t>record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500112237"/>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433299529"/>
                  </a:ext>
                </a:extLst>
              </a:tr>
              <a:tr h="24299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089162325"/>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770067999"/>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164769815"/>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4243836020"/>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693277118"/>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271431542"/>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739822668"/>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748767563"/>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661270998"/>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863648499"/>
                  </a:ext>
                </a:extLst>
              </a:tr>
              <a:tr h="229740">
                <a:tc gridSpan="2">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1446910710"/>
                  </a:ext>
                </a:extLst>
              </a:tr>
              <a:tr h="229740">
                <a:tc gridSpan="2">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2685306776"/>
                  </a:ext>
                </a:extLst>
              </a:tr>
              <a:tr h="229740">
                <a:tc>
                  <a:txBody>
                    <a:bodyPr/>
                    <a:lstStyle/>
                    <a:p>
                      <a:endParaRPr lang="es-CO" sz="1100" dirty="0">
                        <a:latin typeface="Consolas" panose="020B0609020204030204" pitchFamily="49"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s-CO" sz="1100" b="1" dirty="0">
                          <a:latin typeface="Consolas" panose="020B0609020204030204" pitchFamily="49" charset="0"/>
                          <a:ea typeface="Roboto" panose="02000000000000000000" pitchFamily="2"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162425273"/>
                  </a:ext>
                </a:extLst>
              </a:tr>
            </a:tbl>
          </a:graphicData>
        </a:graphic>
      </p:graphicFrame>
      <p:sp>
        <p:nvSpPr>
          <p:cNvPr id="13" name="CuadroTexto 12">
            <a:extLst>
              <a:ext uri="{FF2B5EF4-FFF2-40B4-BE49-F238E27FC236}">
                <a16:creationId xmlns:a16="http://schemas.microsoft.com/office/drawing/2014/main" id="{E55C0DA6-2959-4CC6-81B3-8AEC22E3FA40}"/>
              </a:ext>
            </a:extLst>
          </p:cNvPr>
          <p:cNvSpPr txBox="1"/>
          <p:nvPr/>
        </p:nvSpPr>
        <p:spPr>
          <a:xfrm>
            <a:off x="8231134" y="5549557"/>
            <a:ext cx="2081062" cy="338554"/>
          </a:xfrm>
          <a:prstGeom prst="rect">
            <a:avLst/>
          </a:prstGeom>
          <a:noFill/>
        </p:spPr>
        <p:txBody>
          <a:bodyPr wrap="square">
            <a:spAutoFit/>
          </a:bodyPr>
          <a:lstStyle/>
          <a:p>
            <a:pPr algn="ctr"/>
            <a:r>
              <a:rPr lang="es-MX" altLang="en-US" sz="1600" b="1" dirty="0">
                <a:solidFill>
                  <a:srgbClr val="FF0000"/>
                </a:solidFill>
                <a:latin typeface="Consolas" panose="020B0609020204030204" pitchFamily="49" charset="0"/>
                <a:ea typeface="Roboto" panose="02000000000000000000" pitchFamily="2" charset="0"/>
              </a:rPr>
              <a:t>remove</a:t>
            </a:r>
            <a:r>
              <a:rPr lang="es-MX" altLang="en-US" sz="1600" b="1" dirty="0">
                <a:latin typeface="Consolas" panose="020B0609020204030204" pitchFamily="49" charset="0"/>
                <a:ea typeface="Roboto" panose="02000000000000000000" pitchFamily="2" charset="0"/>
              </a:rPr>
              <a:t>(record 3)</a:t>
            </a:r>
            <a:endParaRPr lang="es-CO" sz="1600" dirty="0">
              <a:solidFill>
                <a:srgbClr val="FF0000"/>
              </a:solidFill>
              <a:latin typeface="Roboto" panose="02000000000000000000" pitchFamily="2" charset="0"/>
              <a:ea typeface="Roboto" panose="02000000000000000000" pitchFamily="2" charset="0"/>
            </a:endParaRPr>
          </a:p>
        </p:txBody>
      </p:sp>
      <p:sp>
        <p:nvSpPr>
          <p:cNvPr id="14" name="Flecha: a la derecha 13">
            <a:extLst>
              <a:ext uri="{FF2B5EF4-FFF2-40B4-BE49-F238E27FC236}">
                <a16:creationId xmlns:a16="http://schemas.microsoft.com/office/drawing/2014/main" id="{12C29374-8E27-472F-9734-4768EBAF00CC}"/>
              </a:ext>
            </a:extLst>
          </p:cNvPr>
          <p:cNvSpPr/>
          <p:nvPr/>
        </p:nvSpPr>
        <p:spPr>
          <a:xfrm>
            <a:off x="8203439" y="5380577"/>
            <a:ext cx="2136453" cy="182762"/>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5" name="Grupo 14">
            <a:extLst>
              <a:ext uri="{FF2B5EF4-FFF2-40B4-BE49-F238E27FC236}">
                <a16:creationId xmlns:a16="http://schemas.microsoft.com/office/drawing/2014/main" id="{AB1D90D2-CAD1-45B8-B859-BCFC3099DD4C}"/>
              </a:ext>
            </a:extLst>
          </p:cNvPr>
          <p:cNvGrpSpPr/>
          <p:nvPr/>
        </p:nvGrpSpPr>
        <p:grpSpPr>
          <a:xfrm>
            <a:off x="5774974" y="2183214"/>
            <a:ext cx="658666" cy="3034721"/>
            <a:chOff x="5774974" y="2068914"/>
            <a:chExt cx="658666" cy="3034721"/>
          </a:xfrm>
        </p:grpSpPr>
        <p:sp>
          <p:nvSpPr>
            <p:cNvPr id="16" name="TextBox 47">
              <a:extLst>
                <a:ext uri="{FF2B5EF4-FFF2-40B4-BE49-F238E27FC236}">
                  <a16:creationId xmlns:a16="http://schemas.microsoft.com/office/drawing/2014/main" id="{65CE9FC1-6ECC-4F18-9546-D2BB5846BE31}"/>
                </a:ext>
              </a:extLst>
            </p:cNvPr>
            <p:cNvSpPr txBox="1"/>
            <p:nvPr/>
          </p:nvSpPr>
          <p:spPr>
            <a:xfrm>
              <a:off x="5874075" y="2068914"/>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(2,0)</a:t>
              </a:r>
            </a:p>
          </p:txBody>
        </p:sp>
        <p:sp>
          <p:nvSpPr>
            <p:cNvPr id="17" name="TextBox 47">
              <a:extLst>
                <a:ext uri="{FF2B5EF4-FFF2-40B4-BE49-F238E27FC236}">
                  <a16:creationId xmlns:a16="http://schemas.microsoft.com/office/drawing/2014/main" id="{11659E24-72A6-4A9E-BDAE-5F8404736A09}"/>
                </a:ext>
              </a:extLst>
            </p:cNvPr>
            <p:cNvSpPr txBox="1"/>
            <p:nvPr/>
          </p:nvSpPr>
          <p:spPr>
            <a:xfrm>
              <a:off x="5874075" y="2327131"/>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a:t>
              </a:r>
            </a:p>
          </p:txBody>
        </p:sp>
        <p:sp>
          <p:nvSpPr>
            <p:cNvPr id="18" name="TextBox 47">
              <a:extLst>
                <a:ext uri="{FF2B5EF4-FFF2-40B4-BE49-F238E27FC236}">
                  <a16:creationId xmlns:a16="http://schemas.microsoft.com/office/drawing/2014/main" id="{C729DCA8-D7E0-45B2-9F70-926B73514D3B}"/>
                </a:ext>
              </a:extLst>
            </p:cNvPr>
            <p:cNvSpPr txBox="1"/>
            <p:nvPr/>
          </p:nvSpPr>
          <p:spPr>
            <a:xfrm>
              <a:off x="5874075" y="2585348"/>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(2,2)</a:t>
              </a:r>
            </a:p>
          </p:txBody>
        </p:sp>
        <p:sp>
          <p:nvSpPr>
            <p:cNvPr id="19" name="TextBox 47">
              <a:extLst>
                <a:ext uri="{FF2B5EF4-FFF2-40B4-BE49-F238E27FC236}">
                  <a16:creationId xmlns:a16="http://schemas.microsoft.com/office/drawing/2014/main" id="{4A44DB6E-EC78-44F7-A9B3-242E1BE9424E}"/>
                </a:ext>
              </a:extLst>
            </p:cNvPr>
            <p:cNvSpPr txBox="1"/>
            <p:nvPr/>
          </p:nvSpPr>
          <p:spPr>
            <a:xfrm>
              <a:off x="5774974" y="4631992"/>
              <a:ext cx="658666"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(2,10)</a:t>
              </a:r>
            </a:p>
          </p:txBody>
        </p:sp>
        <p:sp>
          <p:nvSpPr>
            <p:cNvPr id="20" name="TextBox 47">
              <a:extLst>
                <a:ext uri="{FF2B5EF4-FFF2-40B4-BE49-F238E27FC236}">
                  <a16:creationId xmlns:a16="http://schemas.microsoft.com/office/drawing/2014/main" id="{4E474270-AB7B-47AD-AFA7-A5E670BD1E02}"/>
                </a:ext>
              </a:extLst>
            </p:cNvPr>
            <p:cNvSpPr txBox="1"/>
            <p:nvPr/>
          </p:nvSpPr>
          <p:spPr>
            <a:xfrm>
              <a:off x="5874075" y="2849841"/>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(2,3)</a:t>
              </a:r>
            </a:p>
          </p:txBody>
        </p:sp>
        <p:sp>
          <p:nvSpPr>
            <p:cNvPr id="21" name="TextBox 47">
              <a:extLst>
                <a:ext uri="{FF2B5EF4-FFF2-40B4-BE49-F238E27FC236}">
                  <a16:creationId xmlns:a16="http://schemas.microsoft.com/office/drawing/2014/main" id="{11F32FFE-BD93-43CF-B4B5-99311E047770}"/>
                </a:ext>
              </a:extLst>
            </p:cNvPr>
            <p:cNvSpPr txBox="1"/>
            <p:nvPr/>
          </p:nvSpPr>
          <p:spPr>
            <a:xfrm>
              <a:off x="5874075" y="3114482"/>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(2,4)</a:t>
              </a:r>
            </a:p>
          </p:txBody>
        </p:sp>
        <p:sp>
          <p:nvSpPr>
            <p:cNvPr id="22" name="TextBox 47">
              <a:extLst>
                <a:ext uri="{FF2B5EF4-FFF2-40B4-BE49-F238E27FC236}">
                  <a16:creationId xmlns:a16="http://schemas.microsoft.com/office/drawing/2014/main" id="{5D07FA6A-49E7-4DFD-984D-7FCCFFFB244D}"/>
                </a:ext>
              </a:extLst>
            </p:cNvPr>
            <p:cNvSpPr txBox="1"/>
            <p:nvPr/>
          </p:nvSpPr>
          <p:spPr>
            <a:xfrm>
              <a:off x="5874075" y="3369355"/>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(2,5)</a:t>
              </a:r>
            </a:p>
          </p:txBody>
        </p:sp>
        <p:sp>
          <p:nvSpPr>
            <p:cNvPr id="23" name="TextBox 47">
              <a:extLst>
                <a:ext uri="{FF2B5EF4-FFF2-40B4-BE49-F238E27FC236}">
                  <a16:creationId xmlns:a16="http://schemas.microsoft.com/office/drawing/2014/main" id="{67F6D8F4-D1A4-463C-8FF4-702B72791B54}"/>
                </a:ext>
              </a:extLst>
            </p:cNvPr>
            <p:cNvSpPr txBox="1"/>
            <p:nvPr/>
          </p:nvSpPr>
          <p:spPr>
            <a:xfrm>
              <a:off x="5874075" y="3637437"/>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(2,6)</a:t>
              </a:r>
            </a:p>
          </p:txBody>
        </p:sp>
        <p:sp>
          <p:nvSpPr>
            <p:cNvPr id="24" name="TextBox 47">
              <a:extLst>
                <a:ext uri="{FF2B5EF4-FFF2-40B4-BE49-F238E27FC236}">
                  <a16:creationId xmlns:a16="http://schemas.microsoft.com/office/drawing/2014/main" id="{F67FE7C1-9657-4309-AB8C-9B3383BAE7FA}"/>
                </a:ext>
              </a:extLst>
            </p:cNvPr>
            <p:cNvSpPr txBox="1"/>
            <p:nvPr/>
          </p:nvSpPr>
          <p:spPr>
            <a:xfrm>
              <a:off x="5874075" y="3893917"/>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(2,7)</a:t>
              </a:r>
            </a:p>
          </p:txBody>
        </p:sp>
        <p:sp>
          <p:nvSpPr>
            <p:cNvPr id="25" name="TextBox 47">
              <a:extLst>
                <a:ext uri="{FF2B5EF4-FFF2-40B4-BE49-F238E27FC236}">
                  <a16:creationId xmlns:a16="http://schemas.microsoft.com/office/drawing/2014/main" id="{54D19E40-D6DA-42D0-B9BE-D5DFD2D2C205}"/>
                </a:ext>
              </a:extLst>
            </p:cNvPr>
            <p:cNvSpPr txBox="1"/>
            <p:nvPr/>
          </p:nvSpPr>
          <p:spPr>
            <a:xfrm>
              <a:off x="5874075" y="4162771"/>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(2,8)</a:t>
              </a:r>
            </a:p>
          </p:txBody>
        </p:sp>
        <p:sp>
          <p:nvSpPr>
            <p:cNvPr id="26" name="TextBox 47">
              <a:extLst>
                <a:ext uri="{FF2B5EF4-FFF2-40B4-BE49-F238E27FC236}">
                  <a16:creationId xmlns:a16="http://schemas.microsoft.com/office/drawing/2014/main" id="{3FC0D0B1-D748-4256-B953-1DDC40D1FD11}"/>
                </a:ext>
              </a:extLst>
            </p:cNvPr>
            <p:cNvSpPr txBox="1"/>
            <p:nvPr/>
          </p:nvSpPr>
          <p:spPr>
            <a:xfrm>
              <a:off x="5874075" y="4403582"/>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(2,9)</a:t>
              </a:r>
            </a:p>
          </p:txBody>
        </p:sp>
        <p:sp>
          <p:nvSpPr>
            <p:cNvPr id="27" name="TextBox 47">
              <a:extLst>
                <a:ext uri="{FF2B5EF4-FFF2-40B4-BE49-F238E27FC236}">
                  <a16:creationId xmlns:a16="http://schemas.microsoft.com/office/drawing/2014/main" id="{AC93D6CC-5C0C-4290-96F4-484F8C5A04B2}"/>
                </a:ext>
              </a:extLst>
            </p:cNvPr>
            <p:cNvSpPr txBox="1"/>
            <p:nvPr/>
          </p:nvSpPr>
          <p:spPr>
            <a:xfrm>
              <a:off x="5774974" y="4872803"/>
              <a:ext cx="658666"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(2,11)</a:t>
              </a:r>
            </a:p>
          </p:txBody>
        </p:sp>
      </p:grpSp>
      <p:graphicFrame>
        <p:nvGraphicFramePr>
          <p:cNvPr id="54" name="Tabla 5">
            <a:extLst>
              <a:ext uri="{FF2B5EF4-FFF2-40B4-BE49-F238E27FC236}">
                <a16:creationId xmlns:a16="http://schemas.microsoft.com/office/drawing/2014/main" id="{7921106B-BDBE-46BC-8200-872526C3BA82}"/>
              </a:ext>
            </a:extLst>
          </p:cNvPr>
          <p:cNvGraphicFramePr>
            <a:graphicFrameLocks noGrp="1"/>
          </p:cNvGraphicFramePr>
          <p:nvPr>
            <p:extLst>
              <p:ext uri="{D42A27DB-BD31-4B8C-83A1-F6EECF244321}">
                <p14:modId xmlns:p14="http://schemas.microsoft.com/office/powerpoint/2010/main" val="4137020304"/>
              </p:ext>
            </p:extLst>
          </p:nvPr>
        </p:nvGraphicFramePr>
        <p:xfrm>
          <a:off x="10556206" y="2108829"/>
          <a:ext cx="1521536" cy="3886200"/>
        </p:xfrm>
        <a:graphic>
          <a:graphicData uri="http://schemas.openxmlformats.org/drawingml/2006/table">
            <a:tbl>
              <a:tblPr firstRow="1" bandRow="1">
                <a:tableStyleId>{AD6A3598-7CB8-4345-8D95-17CE05F158A0}</a:tableStyleId>
              </a:tblPr>
              <a:tblGrid>
                <a:gridCol w="1141152">
                  <a:extLst>
                    <a:ext uri="{9D8B030D-6E8A-4147-A177-3AD203B41FA5}">
                      <a16:colId xmlns:a16="http://schemas.microsoft.com/office/drawing/2014/main" val="3904809786"/>
                    </a:ext>
                  </a:extLst>
                </a:gridCol>
                <a:gridCol w="380384">
                  <a:extLst>
                    <a:ext uri="{9D8B030D-6E8A-4147-A177-3AD203B41FA5}">
                      <a16:colId xmlns:a16="http://schemas.microsoft.com/office/drawing/2014/main" val="174867543"/>
                    </a:ext>
                  </a:extLst>
                </a:gridCol>
              </a:tblGrid>
              <a:tr h="229740">
                <a:tc gridSpan="2">
                  <a:txBody>
                    <a:bodyPr/>
                    <a:lstStyle/>
                    <a:p>
                      <a:pPr algn="ctr"/>
                      <a:r>
                        <a:rPr lang="es-CO" sz="1100" dirty="0">
                          <a:latin typeface="Consolas" panose="020B0609020204030204" pitchFamily="49" charset="0"/>
                          <a:ea typeface="Roboto" panose="02000000000000000000" pitchFamily="2" charset="0"/>
                        </a:rPr>
                        <a:t>record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500112237"/>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433299529"/>
                  </a:ext>
                </a:extLst>
              </a:tr>
              <a:tr h="242994">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089162325"/>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770067999"/>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164769815"/>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4243836020"/>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693277118"/>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3271431542"/>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739822668"/>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748767563"/>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extLst>
                  <a:ext uri="{0D108BD9-81ED-4DB2-BD59-A6C34878D82A}">
                    <a16:rowId xmlns:a16="http://schemas.microsoft.com/office/drawing/2014/main" val="1661270998"/>
                  </a:ext>
                </a:extLst>
              </a:tr>
              <a:tr h="229740">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s-CO" sz="1100" dirty="0">
                        <a:latin typeface="Consolas" panose="020B0609020204030204" pitchFamily="49"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1863648499"/>
                  </a:ext>
                </a:extLst>
              </a:tr>
              <a:tr h="229740">
                <a:tc gridSpan="2">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1446910710"/>
                  </a:ext>
                </a:extLst>
              </a:tr>
              <a:tr h="229740">
                <a:tc gridSpan="2">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extLst>
                  <a:ext uri="{0D108BD9-81ED-4DB2-BD59-A6C34878D82A}">
                    <a16:rowId xmlns:a16="http://schemas.microsoft.com/office/drawing/2014/main" val="2685306776"/>
                  </a:ext>
                </a:extLst>
              </a:tr>
              <a:tr h="229740">
                <a:tc>
                  <a:txBody>
                    <a:bodyPr/>
                    <a:lstStyle/>
                    <a:p>
                      <a:endParaRPr lang="es-CO" sz="1100" dirty="0">
                        <a:latin typeface="Consolas" panose="020B0609020204030204" pitchFamily="49"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algn="ctr"/>
                      <a:r>
                        <a:rPr lang="es-CO" sz="1100" b="1" dirty="0">
                          <a:latin typeface="Consolas" panose="020B0609020204030204" pitchFamily="49" charset="0"/>
                          <a:ea typeface="Roboto" panose="02000000000000000000" pitchFamily="2"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162425273"/>
                  </a:ext>
                </a:extLst>
              </a:tr>
            </a:tbl>
          </a:graphicData>
        </a:graphic>
      </p:graphicFrame>
      <p:grpSp>
        <p:nvGrpSpPr>
          <p:cNvPr id="55" name="Grupo 54">
            <a:extLst>
              <a:ext uri="{FF2B5EF4-FFF2-40B4-BE49-F238E27FC236}">
                <a16:creationId xmlns:a16="http://schemas.microsoft.com/office/drawing/2014/main" id="{1FF68C90-63AB-4260-9F87-E244D602DFC2}"/>
              </a:ext>
            </a:extLst>
          </p:cNvPr>
          <p:cNvGrpSpPr/>
          <p:nvPr/>
        </p:nvGrpSpPr>
        <p:grpSpPr>
          <a:xfrm>
            <a:off x="9877873" y="2121529"/>
            <a:ext cx="658666" cy="3034721"/>
            <a:chOff x="5774974" y="2068914"/>
            <a:chExt cx="658666" cy="3034721"/>
          </a:xfrm>
        </p:grpSpPr>
        <p:sp>
          <p:nvSpPr>
            <p:cNvPr id="56" name="TextBox 47">
              <a:extLst>
                <a:ext uri="{FF2B5EF4-FFF2-40B4-BE49-F238E27FC236}">
                  <a16:creationId xmlns:a16="http://schemas.microsoft.com/office/drawing/2014/main" id="{B29173B7-2F78-4FF1-A0F0-B0B88316EBB8}"/>
                </a:ext>
              </a:extLst>
            </p:cNvPr>
            <p:cNvSpPr txBox="1"/>
            <p:nvPr/>
          </p:nvSpPr>
          <p:spPr>
            <a:xfrm>
              <a:off x="5874075" y="2068914"/>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(2,0)</a:t>
              </a:r>
            </a:p>
          </p:txBody>
        </p:sp>
        <p:sp>
          <p:nvSpPr>
            <p:cNvPr id="57" name="TextBox 47">
              <a:extLst>
                <a:ext uri="{FF2B5EF4-FFF2-40B4-BE49-F238E27FC236}">
                  <a16:creationId xmlns:a16="http://schemas.microsoft.com/office/drawing/2014/main" id="{D4E1E28C-9C7A-4585-A545-0CD8744F1C4B}"/>
                </a:ext>
              </a:extLst>
            </p:cNvPr>
            <p:cNvSpPr txBox="1"/>
            <p:nvPr/>
          </p:nvSpPr>
          <p:spPr>
            <a:xfrm>
              <a:off x="5874075" y="2327131"/>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a:t>
              </a:r>
            </a:p>
          </p:txBody>
        </p:sp>
        <p:sp>
          <p:nvSpPr>
            <p:cNvPr id="58" name="TextBox 47">
              <a:extLst>
                <a:ext uri="{FF2B5EF4-FFF2-40B4-BE49-F238E27FC236}">
                  <a16:creationId xmlns:a16="http://schemas.microsoft.com/office/drawing/2014/main" id="{C9FF1B2C-7B50-45A1-A830-60A891D9E06B}"/>
                </a:ext>
              </a:extLst>
            </p:cNvPr>
            <p:cNvSpPr txBox="1"/>
            <p:nvPr/>
          </p:nvSpPr>
          <p:spPr>
            <a:xfrm>
              <a:off x="5874075" y="2585348"/>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(2,2)</a:t>
              </a:r>
            </a:p>
          </p:txBody>
        </p:sp>
        <p:sp>
          <p:nvSpPr>
            <p:cNvPr id="59" name="TextBox 47">
              <a:extLst>
                <a:ext uri="{FF2B5EF4-FFF2-40B4-BE49-F238E27FC236}">
                  <a16:creationId xmlns:a16="http://schemas.microsoft.com/office/drawing/2014/main" id="{6865C22D-E03E-413B-80A8-169E562A72EE}"/>
                </a:ext>
              </a:extLst>
            </p:cNvPr>
            <p:cNvSpPr txBox="1"/>
            <p:nvPr/>
          </p:nvSpPr>
          <p:spPr>
            <a:xfrm>
              <a:off x="5774974" y="4631992"/>
              <a:ext cx="658666"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(2,10)</a:t>
              </a:r>
            </a:p>
          </p:txBody>
        </p:sp>
        <p:sp>
          <p:nvSpPr>
            <p:cNvPr id="60" name="TextBox 47">
              <a:extLst>
                <a:ext uri="{FF2B5EF4-FFF2-40B4-BE49-F238E27FC236}">
                  <a16:creationId xmlns:a16="http://schemas.microsoft.com/office/drawing/2014/main" id="{7973793C-7121-4C64-8E12-4ED4EF4F1DA3}"/>
                </a:ext>
              </a:extLst>
            </p:cNvPr>
            <p:cNvSpPr txBox="1"/>
            <p:nvPr/>
          </p:nvSpPr>
          <p:spPr>
            <a:xfrm>
              <a:off x="5874075" y="2849841"/>
              <a:ext cx="559565" cy="230832"/>
            </a:xfrm>
            <a:prstGeom prst="rect">
              <a:avLst/>
            </a:prstGeom>
            <a:noFill/>
          </p:spPr>
          <p:txBody>
            <a:bodyPr wrap="square" rtlCol="0">
              <a:spAutoFit/>
            </a:bodyPr>
            <a:lstStyle/>
            <a:p>
              <a:pPr algn="r"/>
              <a:r>
                <a:rPr lang="en-US" sz="900" dirty="0">
                  <a:solidFill>
                    <a:srgbClr val="FF0000"/>
                  </a:solidFill>
                  <a:highlight>
                    <a:srgbClr val="FFFF00"/>
                  </a:highlight>
                  <a:latin typeface="Consolas" panose="020B0609020204030204" pitchFamily="49" charset="0"/>
                  <a:ea typeface="Roboto" panose="02000000000000000000" pitchFamily="2" charset="0"/>
                </a:rPr>
                <a:t>(2,3)</a:t>
              </a:r>
            </a:p>
          </p:txBody>
        </p:sp>
        <p:sp>
          <p:nvSpPr>
            <p:cNvPr id="61" name="TextBox 47">
              <a:extLst>
                <a:ext uri="{FF2B5EF4-FFF2-40B4-BE49-F238E27FC236}">
                  <a16:creationId xmlns:a16="http://schemas.microsoft.com/office/drawing/2014/main" id="{730AC3EB-D646-4B5D-802C-092209EE2050}"/>
                </a:ext>
              </a:extLst>
            </p:cNvPr>
            <p:cNvSpPr txBox="1"/>
            <p:nvPr/>
          </p:nvSpPr>
          <p:spPr>
            <a:xfrm>
              <a:off x="5874075" y="3114482"/>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(2,4)</a:t>
              </a:r>
            </a:p>
          </p:txBody>
        </p:sp>
        <p:sp>
          <p:nvSpPr>
            <p:cNvPr id="62" name="TextBox 47">
              <a:extLst>
                <a:ext uri="{FF2B5EF4-FFF2-40B4-BE49-F238E27FC236}">
                  <a16:creationId xmlns:a16="http://schemas.microsoft.com/office/drawing/2014/main" id="{1FC06CC4-4CA9-45C7-BEAC-90D4EF0FBFB9}"/>
                </a:ext>
              </a:extLst>
            </p:cNvPr>
            <p:cNvSpPr txBox="1"/>
            <p:nvPr/>
          </p:nvSpPr>
          <p:spPr>
            <a:xfrm>
              <a:off x="5874075" y="3369355"/>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(2,5)</a:t>
              </a:r>
            </a:p>
          </p:txBody>
        </p:sp>
        <p:sp>
          <p:nvSpPr>
            <p:cNvPr id="63" name="TextBox 47">
              <a:extLst>
                <a:ext uri="{FF2B5EF4-FFF2-40B4-BE49-F238E27FC236}">
                  <a16:creationId xmlns:a16="http://schemas.microsoft.com/office/drawing/2014/main" id="{22AECA08-438C-4975-9B37-2065A9BC21C2}"/>
                </a:ext>
              </a:extLst>
            </p:cNvPr>
            <p:cNvSpPr txBox="1"/>
            <p:nvPr/>
          </p:nvSpPr>
          <p:spPr>
            <a:xfrm>
              <a:off x="5874075" y="3637437"/>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(2,6)</a:t>
              </a:r>
            </a:p>
          </p:txBody>
        </p:sp>
        <p:sp>
          <p:nvSpPr>
            <p:cNvPr id="64" name="TextBox 47">
              <a:extLst>
                <a:ext uri="{FF2B5EF4-FFF2-40B4-BE49-F238E27FC236}">
                  <a16:creationId xmlns:a16="http://schemas.microsoft.com/office/drawing/2014/main" id="{BAADE3B4-B216-40E5-8103-CB6E6A8ECDA3}"/>
                </a:ext>
              </a:extLst>
            </p:cNvPr>
            <p:cNvSpPr txBox="1"/>
            <p:nvPr/>
          </p:nvSpPr>
          <p:spPr>
            <a:xfrm>
              <a:off x="5874075" y="3893917"/>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(2,7)</a:t>
              </a:r>
            </a:p>
          </p:txBody>
        </p:sp>
        <p:sp>
          <p:nvSpPr>
            <p:cNvPr id="65" name="TextBox 47">
              <a:extLst>
                <a:ext uri="{FF2B5EF4-FFF2-40B4-BE49-F238E27FC236}">
                  <a16:creationId xmlns:a16="http://schemas.microsoft.com/office/drawing/2014/main" id="{F9C43154-AB8D-4D92-B613-3E56A678530B}"/>
                </a:ext>
              </a:extLst>
            </p:cNvPr>
            <p:cNvSpPr txBox="1"/>
            <p:nvPr/>
          </p:nvSpPr>
          <p:spPr>
            <a:xfrm>
              <a:off x="5874075" y="4162771"/>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(2,8)</a:t>
              </a:r>
            </a:p>
          </p:txBody>
        </p:sp>
        <p:sp>
          <p:nvSpPr>
            <p:cNvPr id="66" name="TextBox 47">
              <a:extLst>
                <a:ext uri="{FF2B5EF4-FFF2-40B4-BE49-F238E27FC236}">
                  <a16:creationId xmlns:a16="http://schemas.microsoft.com/office/drawing/2014/main" id="{EFB9AD68-FCBE-4017-8607-09DB55A6F2B5}"/>
                </a:ext>
              </a:extLst>
            </p:cNvPr>
            <p:cNvSpPr txBox="1"/>
            <p:nvPr/>
          </p:nvSpPr>
          <p:spPr>
            <a:xfrm>
              <a:off x="5874075" y="4403582"/>
              <a:ext cx="559565"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(2,9)</a:t>
              </a:r>
            </a:p>
          </p:txBody>
        </p:sp>
        <p:sp>
          <p:nvSpPr>
            <p:cNvPr id="67" name="TextBox 47">
              <a:extLst>
                <a:ext uri="{FF2B5EF4-FFF2-40B4-BE49-F238E27FC236}">
                  <a16:creationId xmlns:a16="http://schemas.microsoft.com/office/drawing/2014/main" id="{9B5F1082-92B7-4396-B5E9-14C73B741A12}"/>
                </a:ext>
              </a:extLst>
            </p:cNvPr>
            <p:cNvSpPr txBox="1"/>
            <p:nvPr/>
          </p:nvSpPr>
          <p:spPr>
            <a:xfrm>
              <a:off x="5774974" y="4872803"/>
              <a:ext cx="658666" cy="230832"/>
            </a:xfrm>
            <a:prstGeom prst="rect">
              <a:avLst/>
            </a:prstGeom>
            <a:noFill/>
          </p:spPr>
          <p:txBody>
            <a:bodyPr wrap="square" rtlCol="0">
              <a:spAutoFit/>
            </a:bodyPr>
            <a:lstStyle/>
            <a:p>
              <a:pPr algn="r"/>
              <a:r>
                <a:rPr lang="en-US" sz="900" dirty="0">
                  <a:solidFill>
                    <a:srgbClr val="FF0000"/>
                  </a:solidFill>
                  <a:latin typeface="Consolas" panose="020B0609020204030204" pitchFamily="49" charset="0"/>
                  <a:ea typeface="Roboto" panose="02000000000000000000" pitchFamily="2" charset="0"/>
                </a:rPr>
                <a:t>(2,11)</a:t>
              </a:r>
            </a:p>
          </p:txBody>
        </p:sp>
      </p:grpSp>
      <p:sp>
        <p:nvSpPr>
          <p:cNvPr id="68" name="Google Shape;310;p34">
            <a:extLst>
              <a:ext uri="{FF2B5EF4-FFF2-40B4-BE49-F238E27FC236}">
                <a16:creationId xmlns:a16="http://schemas.microsoft.com/office/drawing/2014/main" id="{DDF55A15-CB88-4308-B31F-B9AA74427D70}"/>
              </a:ext>
            </a:extLst>
          </p:cNvPr>
          <p:cNvSpPr txBox="1">
            <a:spLocks/>
          </p:cNvSpPr>
          <p:nvPr/>
        </p:nvSpPr>
        <p:spPr>
          <a:xfrm>
            <a:off x="806740" y="1972275"/>
            <a:ext cx="4739638" cy="230479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1800" b="1" dirty="0">
                <a:solidFill>
                  <a:schemeClr val="tx1"/>
                </a:solidFill>
              </a:rPr>
              <a:t>Alternativa</a:t>
            </a:r>
            <a:r>
              <a:rPr lang="es-MX" sz="1800" dirty="0">
                <a:solidFill>
                  <a:schemeClr val="tx1"/>
                </a:solidFill>
              </a:rPr>
              <a:t>:</a:t>
            </a:r>
          </a:p>
          <a:p>
            <a:r>
              <a:rPr lang="es-MX" sz="1800" dirty="0">
                <a:solidFill>
                  <a:schemeClr val="tx1"/>
                </a:solidFill>
              </a:rPr>
              <a:t>Dejar libre el espacio ocupado por los registros borrados y esperar a una inserción posterior antes de volver a utilizar ese espacio. </a:t>
            </a:r>
          </a:p>
          <a:p>
            <a:r>
              <a:rPr lang="es-MX" sz="1800" b="1" dirty="0">
                <a:solidFill>
                  <a:srgbClr val="FF0000"/>
                </a:solidFill>
              </a:rPr>
              <a:t>Es necesario introducir una estructura adicional en el header</a:t>
            </a:r>
            <a:r>
              <a:rPr lang="es-MX" sz="1800" dirty="0">
                <a:solidFill>
                  <a:srgbClr val="FF0000"/>
                </a:solidFill>
              </a:rPr>
              <a:t>.</a:t>
            </a:r>
          </a:p>
          <a:p>
            <a:endParaRPr lang="es-MX" sz="2000" dirty="0">
              <a:solidFill>
                <a:schemeClr val="tx1"/>
              </a:solidFill>
            </a:endParaRPr>
          </a:p>
        </p:txBody>
      </p:sp>
    </p:spTree>
    <p:extLst>
      <p:ext uri="{BB962C8B-B14F-4D97-AF65-F5344CB8AC3E}">
        <p14:creationId xmlns:p14="http://schemas.microsoft.com/office/powerpoint/2010/main" val="10786094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 – Uso de bitmap</a:t>
            </a:r>
            <a:endParaRPr b="1" dirty="0">
              <a:solidFill>
                <a:srgbClr val="0B6937"/>
              </a:solidFill>
              <a:latin typeface="Roboto Slab"/>
              <a:ea typeface="Roboto Slab"/>
              <a:cs typeface="Roboto Slab"/>
              <a:sym typeface="Roboto Slab"/>
            </a:endParaRPr>
          </a:p>
        </p:txBody>
      </p:sp>
      <p:sp>
        <p:nvSpPr>
          <p:cNvPr id="5" name="Google Shape;310;p34">
            <a:extLst>
              <a:ext uri="{FF2B5EF4-FFF2-40B4-BE49-F238E27FC236}">
                <a16:creationId xmlns:a16="http://schemas.microsoft.com/office/drawing/2014/main" id="{65815137-AD04-4EC8-BF55-704CDAB1F01C}"/>
              </a:ext>
            </a:extLst>
          </p:cNvPr>
          <p:cNvSpPr txBox="1">
            <a:spLocks/>
          </p:cNvSpPr>
          <p:nvPr/>
        </p:nvSpPr>
        <p:spPr>
          <a:xfrm>
            <a:off x="916649" y="916629"/>
            <a:ext cx="10506093" cy="172497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t>Actualizando la estructura</a:t>
            </a:r>
            <a:r>
              <a:rPr lang="es-MX" sz="2000" dirty="0"/>
              <a:t>: </a:t>
            </a:r>
          </a:p>
          <a:p>
            <a:endParaRPr lang="es-MX" sz="2000" dirty="0"/>
          </a:p>
        </p:txBody>
      </p:sp>
      <p:sp>
        <p:nvSpPr>
          <p:cNvPr id="8" name="CuadroTexto 7">
            <a:extLst>
              <a:ext uri="{FF2B5EF4-FFF2-40B4-BE49-F238E27FC236}">
                <a16:creationId xmlns:a16="http://schemas.microsoft.com/office/drawing/2014/main" id="{ED2E258C-D0DA-4CA5-9270-4BD799A0294C}"/>
              </a:ext>
            </a:extLst>
          </p:cNvPr>
          <p:cNvSpPr txBox="1"/>
          <p:nvPr/>
        </p:nvSpPr>
        <p:spPr>
          <a:xfrm>
            <a:off x="1023928" y="1779114"/>
            <a:ext cx="4796301" cy="584775"/>
          </a:xfrm>
          <a:prstGeom prst="rect">
            <a:avLst/>
          </a:prstGeom>
          <a:noFill/>
        </p:spPr>
        <p:txBody>
          <a:bodyPr wrap="square">
            <a:spAutoFit/>
          </a:bodyPr>
          <a:lstStyle/>
          <a:p>
            <a:r>
              <a:rPr lang="es-MX" sz="1600" b="1" dirty="0">
                <a:latin typeface="Roboto" panose="02000000000000000000" pitchFamily="2" charset="0"/>
                <a:ea typeface="Roboto" panose="02000000000000000000" pitchFamily="2" charset="0"/>
              </a:rPr>
              <a:t>Registros de Longitud Fija (FLR - Fixed Length Records)</a:t>
            </a:r>
            <a:endParaRPr lang="es-CO" sz="1600" dirty="0"/>
          </a:p>
        </p:txBody>
      </p:sp>
      <p:grpSp>
        <p:nvGrpSpPr>
          <p:cNvPr id="3" name="Grupo 2">
            <a:extLst>
              <a:ext uri="{FF2B5EF4-FFF2-40B4-BE49-F238E27FC236}">
                <a16:creationId xmlns:a16="http://schemas.microsoft.com/office/drawing/2014/main" id="{1BC59CDC-1AD7-4F45-84BC-18CDE216A28E}"/>
              </a:ext>
            </a:extLst>
          </p:cNvPr>
          <p:cNvGrpSpPr/>
          <p:nvPr/>
        </p:nvGrpSpPr>
        <p:grpSpPr>
          <a:xfrm>
            <a:off x="1552022" y="2870432"/>
            <a:ext cx="3519952" cy="2382808"/>
            <a:chOff x="1552022" y="2870432"/>
            <a:chExt cx="3519952" cy="2382808"/>
          </a:xfrm>
        </p:grpSpPr>
        <p:grpSp>
          <p:nvGrpSpPr>
            <p:cNvPr id="20" name="Grupo 19">
              <a:extLst>
                <a:ext uri="{FF2B5EF4-FFF2-40B4-BE49-F238E27FC236}">
                  <a16:creationId xmlns:a16="http://schemas.microsoft.com/office/drawing/2014/main" id="{2BE0636F-31BE-4A6D-85DF-19275D40969B}"/>
                </a:ext>
              </a:extLst>
            </p:cNvPr>
            <p:cNvGrpSpPr/>
            <p:nvPr/>
          </p:nvGrpSpPr>
          <p:grpSpPr>
            <a:xfrm>
              <a:off x="1554378" y="2908847"/>
              <a:ext cx="2648822" cy="2344393"/>
              <a:chOff x="2670628" y="2908847"/>
              <a:chExt cx="2648822" cy="2344393"/>
            </a:xfrm>
            <a:solidFill>
              <a:schemeClr val="bg1"/>
            </a:solidFill>
          </p:grpSpPr>
          <p:sp>
            <p:nvSpPr>
              <p:cNvPr id="26" name="Rectángulo 25">
                <a:extLst>
                  <a:ext uri="{FF2B5EF4-FFF2-40B4-BE49-F238E27FC236}">
                    <a16:creationId xmlns:a16="http://schemas.microsoft.com/office/drawing/2014/main" id="{A309F92A-A8DD-4A60-A9D7-405BEFA2E445}"/>
                  </a:ext>
                </a:extLst>
              </p:cNvPr>
              <p:cNvSpPr/>
              <p:nvPr/>
            </p:nvSpPr>
            <p:spPr>
              <a:xfrm>
                <a:off x="2670628" y="2908847"/>
                <a:ext cx="2648821" cy="1915826"/>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7" name="Rectángulo 26">
                <a:extLst>
                  <a:ext uri="{FF2B5EF4-FFF2-40B4-BE49-F238E27FC236}">
                    <a16:creationId xmlns:a16="http://schemas.microsoft.com/office/drawing/2014/main" id="{358EB0C0-D04F-43C2-9EB1-E34D6744A679}"/>
                  </a:ext>
                </a:extLst>
              </p:cNvPr>
              <p:cNvSpPr/>
              <p:nvPr/>
            </p:nvSpPr>
            <p:spPr>
              <a:xfrm>
                <a:off x="4352200" y="4825553"/>
                <a:ext cx="967250" cy="427687"/>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N</a:t>
                </a:r>
              </a:p>
            </p:txBody>
          </p:sp>
        </p:grpSp>
        <p:sp>
          <p:nvSpPr>
            <p:cNvPr id="21" name="Rectángulo 20">
              <a:extLst>
                <a:ext uri="{FF2B5EF4-FFF2-40B4-BE49-F238E27FC236}">
                  <a16:creationId xmlns:a16="http://schemas.microsoft.com/office/drawing/2014/main" id="{C3DC6F01-3EC3-476E-9493-5130ACE8A83F}"/>
                </a:ext>
              </a:extLst>
            </p:cNvPr>
            <p:cNvSpPr/>
            <p:nvPr/>
          </p:nvSpPr>
          <p:spPr>
            <a:xfrm>
              <a:off x="1554376" y="2901226"/>
              <a:ext cx="2648823" cy="241099"/>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2" name="Rectángulo 21">
              <a:extLst>
                <a:ext uri="{FF2B5EF4-FFF2-40B4-BE49-F238E27FC236}">
                  <a16:creationId xmlns:a16="http://schemas.microsoft.com/office/drawing/2014/main" id="{CE2AC3C4-A217-4513-92CE-D2171A81B7B1}"/>
                </a:ext>
              </a:extLst>
            </p:cNvPr>
            <p:cNvSpPr/>
            <p:nvPr/>
          </p:nvSpPr>
          <p:spPr>
            <a:xfrm>
              <a:off x="1554378" y="3101975"/>
              <a:ext cx="2648822" cy="200748"/>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3" name="Rectángulo 22">
              <a:extLst>
                <a:ext uri="{FF2B5EF4-FFF2-40B4-BE49-F238E27FC236}">
                  <a16:creationId xmlns:a16="http://schemas.microsoft.com/office/drawing/2014/main" id="{3B2F87EF-E615-46B5-BC65-04624F6E84B6}"/>
                </a:ext>
              </a:extLst>
            </p:cNvPr>
            <p:cNvSpPr/>
            <p:nvPr/>
          </p:nvSpPr>
          <p:spPr>
            <a:xfrm>
              <a:off x="1554376" y="4117584"/>
              <a:ext cx="2648824" cy="241099"/>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4" name="Rectángulo 23">
              <a:extLst>
                <a:ext uri="{FF2B5EF4-FFF2-40B4-BE49-F238E27FC236}">
                  <a16:creationId xmlns:a16="http://schemas.microsoft.com/office/drawing/2014/main" id="{1A30ABCC-1C73-48C5-920B-C51290381CDC}"/>
                </a:ext>
              </a:extLst>
            </p:cNvPr>
            <p:cNvSpPr/>
            <p:nvPr/>
          </p:nvSpPr>
          <p:spPr>
            <a:xfrm>
              <a:off x="1554374" y="4319061"/>
              <a:ext cx="2648825" cy="505611"/>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5" name="CuadroTexto 24">
              <a:extLst>
                <a:ext uri="{FF2B5EF4-FFF2-40B4-BE49-F238E27FC236}">
                  <a16:creationId xmlns:a16="http://schemas.microsoft.com/office/drawing/2014/main" id="{D999E7BF-C164-4835-BB55-52A3A76955C7}"/>
                </a:ext>
              </a:extLst>
            </p:cNvPr>
            <p:cNvSpPr txBox="1"/>
            <p:nvPr/>
          </p:nvSpPr>
          <p:spPr>
            <a:xfrm>
              <a:off x="4206524" y="4483269"/>
              <a:ext cx="865450"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Free space</a:t>
              </a:r>
              <a:endParaRPr lang="es-CO" dirty="0">
                <a:latin typeface="Roboto" panose="02000000000000000000" pitchFamily="2" charset="0"/>
                <a:ea typeface="Roboto" panose="02000000000000000000" pitchFamily="2" charset="0"/>
              </a:endParaRPr>
            </a:p>
          </p:txBody>
        </p:sp>
        <p:sp>
          <p:nvSpPr>
            <p:cNvPr id="28" name="Rectángulo 27">
              <a:extLst>
                <a:ext uri="{FF2B5EF4-FFF2-40B4-BE49-F238E27FC236}">
                  <a16:creationId xmlns:a16="http://schemas.microsoft.com/office/drawing/2014/main" id="{F33A4876-0199-4A19-ACEE-56D5F7D912D5}"/>
                </a:ext>
              </a:extLst>
            </p:cNvPr>
            <p:cNvSpPr/>
            <p:nvPr/>
          </p:nvSpPr>
          <p:spPr>
            <a:xfrm>
              <a:off x="1554374" y="3301577"/>
              <a:ext cx="2648822" cy="200748"/>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9" name="Rectángulo 28">
              <a:extLst>
                <a:ext uri="{FF2B5EF4-FFF2-40B4-BE49-F238E27FC236}">
                  <a16:creationId xmlns:a16="http://schemas.microsoft.com/office/drawing/2014/main" id="{EC1C7177-6CD5-4A7E-88F3-25DEFDE5D23F}"/>
                </a:ext>
              </a:extLst>
            </p:cNvPr>
            <p:cNvSpPr/>
            <p:nvPr/>
          </p:nvSpPr>
          <p:spPr>
            <a:xfrm>
              <a:off x="1554374" y="3495432"/>
              <a:ext cx="2648822" cy="200748"/>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0" name="CuadroTexto 29">
              <a:extLst>
                <a:ext uri="{FF2B5EF4-FFF2-40B4-BE49-F238E27FC236}">
                  <a16:creationId xmlns:a16="http://schemas.microsoft.com/office/drawing/2014/main" id="{B5661244-A0F1-469C-A231-F2791EBD342F}"/>
                </a:ext>
              </a:extLst>
            </p:cNvPr>
            <p:cNvSpPr txBox="1"/>
            <p:nvPr/>
          </p:nvSpPr>
          <p:spPr>
            <a:xfrm>
              <a:off x="4203196" y="2870432"/>
              <a:ext cx="749804" cy="261610"/>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#1</a:t>
              </a:r>
              <a:endParaRPr lang="es-CO" dirty="0">
                <a:latin typeface="Roboto" panose="02000000000000000000" pitchFamily="2" charset="0"/>
                <a:ea typeface="Roboto" panose="02000000000000000000" pitchFamily="2" charset="0"/>
              </a:endParaRPr>
            </a:p>
          </p:txBody>
        </p:sp>
        <p:sp>
          <p:nvSpPr>
            <p:cNvPr id="31" name="CuadroTexto 30">
              <a:extLst>
                <a:ext uri="{FF2B5EF4-FFF2-40B4-BE49-F238E27FC236}">
                  <a16:creationId xmlns:a16="http://schemas.microsoft.com/office/drawing/2014/main" id="{2D65499D-6478-4359-93B0-6F9AA8101480}"/>
                </a:ext>
              </a:extLst>
            </p:cNvPr>
            <p:cNvSpPr txBox="1"/>
            <p:nvPr/>
          </p:nvSpPr>
          <p:spPr>
            <a:xfrm>
              <a:off x="4203196" y="3074028"/>
              <a:ext cx="635504" cy="252978"/>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#2</a:t>
              </a:r>
              <a:endParaRPr lang="es-CO" dirty="0">
                <a:latin typeface="Roboto" panose="02000000000000000000" pitchFamily="2" charset="0"/>
                <a:ea typeface="Roboto" panose="02000000000000000000" pitchFamily="2" charset="0"/>
              </a:endParaRPr>
            </a:p>
          </p:txBody>
        </p:sp>
        <p:sp>
          <p:nvSpPr>
            <p:cNvPr id="32" name="CuadroTexto 31">
              <a:extLst>
                <a:ext uri="{FF2B5EF4-FFF2-40B4-BE49-F238E27FC236}">
                  <a16:creationId xmlns:a16="http://schemas.microsoft.com/office/drawing/2014/main" id="{4A061545-D69C-49A6-8A3B-1D94C7711132}"/>
                </a:ext>
              </a:extLst>
            </p:cNvPr>
            <p:cNvSpPr txBox="1"/>
            <p:nvPr/>
          </p:nvSpPr>
          <p:spPr>
            <a:xfrm>
              <a:off x="4188145" y="4111902"/>
              <a:ext cx="635504"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#N</a:t>
              </a:r>
              <a:endParaRPr lang="es-CO" dirty="0">
                <a:latin typeface="Roboto" panose="02000000000000000000" pitchFamily="2" charset="0"/>
                <a:ea typeface="Roboto" panose="02000000000000000000" pitchFamily="2" charset="0"/>
              </a:endParaRPr>
            </a:p>
          </p:txBody>
        </p:sp>
        <p:sp>
          <p:nvSpPr>
            <p:cNvPr id="33" name="CuadroTexto 32">
              <a:extLst>
                <a:ext uri="{FF2B5EF4-FFF2-40B4-BE49-F238E27FC236}">
                  <a16:creationId xmlns:a16="http://schemas.microsoft.com/office/drawing/2014/main" id="{45190304-AA2C-4576-AD6F-997E47BEE83C}"/>
                </a:ext>
              </a:extLst>
            </p:cNvPr>
            <p:cNvSpPr txBox="1"/>
            <p:nvPr/>
          </p:nvSpPr>
          <p:spPr>
            <a:xfrm>
              <a:off x="4203196" y="3270553"/>
              <a:ext cx="635504"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#3</a:t>
              </a:r>
              <a:endParaRPr lang="es-CO" dirty="0">
                <a:latin typeface="Roboto" panose="02000000000000000000" pitchFamily="2" charset="0"/>
                <a:ea typeface="Roboto" panose="02000000000000000000" pitchFamily="2" charset="0"/>
              </a:endParaRPr>
            </a:p>
          </p:txBody>
        </p:sp>
        <p:sp>
          <p:nvSpPr>
            <p:cNvPr id="34" name="CuadroTexto 33">
              <a:extLst>
                <a:ext uri="{FF2B5EF4-FFF2-40B4-BE49-F238E27FC236}">
                  <a16:creationId xmlns:a16="http://schemas.microsoft.com/office/drawing/2014/main" id="{3647348C-0A94-46D0-BB75-93F28E6A2B5B}"/>
                </a:ext>
              </a:extLst>
            </p:cNvPr>
            <p:cNvSpPr txBox="1"/>
            <p:nvPr/>
          </p:nvSpPr>
          <p:spPr>
            <a:xfrm>
              <a:off x="4203621" y="3491249"/>
              <a:ext cx="678606"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#4</a:t>
              </a:r>
              <a:endParaRPr lang="es-CO" dirty="0">
                <a:latin typeface="Roboto" panose="02000000000000000000" pitchFamily="2" charset="0"/>
                <a:ea typeface="Roboto" panose="02000000000000000000" pitchFamily="2" charset="0"/>
              </a:endParaRPr>
            </a:p>
          </p:txBody>
        </p:sp>
        <p:sp>
          <p:nvSpPr>
            <p:cNvPr id="55" name="Rectángulo 54">
              <a:extLst>
                <a:ext uri="{FF2B5EF4-FFF2-40B4-BE49-F238E27FC236}">
                  <a16:creationId xmlns:a16="http://schemas.microsoft.com/office/drawing/2014/main" id="{4175070C-66C1-4A2B-8177-FC5C6CB989C9}"/>
                </a:ext>
              </a:extLst>
            </p:cNvPr>
            <p:cNvSpPr/>
            <p:nvPr/>
          </p:nvSpPr>
          <p:spPr>
            <a:xfrm>
              <a:off x="1552022" y="3677459"/>
              <a:ext cx="2648824" cy="437341"/>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56" name="CuadroTexto 55">
              <a:extLst>
                <a:ext uri="{FF2B5EF4-FFF2-40B4-BE49-F238E27FC236}">
                  <a16:creationId xmlns:a16="http://schemas.microsoft.com/office/drawing/2014/main" id="{200E769B-9966-4B5B-B78B-94DE41D9E5B9}"/>
                </a:ext>
              </a:extLst>
            </p:cNvPr>
            <p:cNvSpPr txBox="1"/>
            <p:nvPr/>
          </p:nvSpPr>
          <p:spPr>
            <a:xfrm>
              <a:off x="4200845" y="3775849"/>
              <a:ext cx="472755" cy="261610"/>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a:t>
              </a:r>
              <a:endParaRPr lang="es-CO" dirty="0">
                <a:latin typeface="Roboto" panose="02000000000000000000" pitchFamily="2" charset="0"/>
                <a:ea typeface="Roboto" panose="02000000000000000000" pitchFamily="2" charset="0"/>
              </a:endParaRPr>
            </a:p>
          </p:txBody>
        </p:sp>
        <p:sp>
          <p:nvSpPr>
            <p:cNvPr id="57" name="CuadroTexto 56">
              <a:extLst>
                <a:ext uri="{FF2B5EF4-FFF2-40B4-BE49-F238E27FC236}">
                  <a16:creationId xmlns:a16="http://schemas.microsoft.com/office/drawing/2014/main" id="{9FC74578-B133-49AE-A06A-6F8FA67A8DAF}"/>
                </a:ext>
              </a:extLst>
            </p:cNvPr>
            <p:cNvSpPr txBox="1"/>
            <p:nvPr/>
          </p:nvSpPr>
          <p:spPr>
            <a:xfrm>
              <a:off x="2235759" y="3711463"/>
              <a:ext cx="1281350" cy="369332"/>
            </a:xfrm>
            <a:prstGeom prst="rect">
              <a:avLst/>
            </a:prstGeom>
            <a:noFill/>
          </p:spPr>
          <p:txBody>
            <a:bodyPr wrap="square" rtlCol="0">
              <a:spAutoFit/>
            </a:bodyPr>
            <a:lstStyle/>
            <a:p>
              <a:pPr algn="ctr"/>
              <a:r>
                <a:rPr lang="es-CO" sz="1800" dirty="0">
                  <a:latin typeface="Roboto" panose="02000000000000000000" pitchFamily="2" charset="0"/>
                  <a:ea typeface="Roboto" panose="02000000000000000000" pitchFamily="2" charset="0"/>
                </a:rPr>
                <a:t>...</a:t>
              </a:r>
              <a:endParaRPr lang="es-CO" sz="2800" dirty="0">
                <a:latin typeface="Roboto" panose="02000000000000000000" pitchFamily="2" charset="0"/>
                <a:ea typeface="Roboto" panose="02000000000000000000" pitchFamily="2" charset="0"/>
              </a:endParaRPr>
            </a:p>
          </p:txBody>
        </p:sp>
      </p:grpSp>
      <p:sp>
        <p:nvSpPr>
          <p:cNvPr id="86" name="CuadroTexto 85">
            <a:extLst>
              <a:ext uri="{FF2B5EF4-FFF2-40B4-BE49-F238E27FC236}">
                <a16:creationId xmlns:a16="http://schemas.microsoft.com/office/drawing/2014/main" id="{D5A1CC68-0786-407C-B2F4-AEB0919FF2B1}"/>
              </a:ext>
            </a:extLst>
          </p:cNvPr>
          <p:cNvSpPr txBox="1"/>
          <p:nvPr/>
        </p:nvSpPr>
        <p:spPr>
          <a:xfrm>
            <a:off x="6869401" y="1792847"/>
            <a:ext cx="4796301" cy="584775"/>
          </a:xfrm>
          <a:prstGeom prst="rect">
            <a:avLst/>
          </a:prstGeom>
          <a:noFill/>
        </p:spPr>
        <p:txBody>
          <a:bodyPr wrap="square">
            <a:spAutoFit/>
          </a:bodyPr>
          <a:lstStyle/>
          <a:p>
            <a:r>
              <a:rPr lang="es-MX" sz="1600" b="1" dirty="0">
                <a:latin typeface="Roboto" panose="02000000000000000000" pitchFamily="2" charset="0"/>
                <a:ea typeface="Roboto" panose="02000000000000000000" pitchFamily="2" charset="0"/>
              </a:rPr>
              <a:t>Registros de Longitud Fija (FLR - Fixed Length Records) – Con mapa de bits</a:t>
            </a:r>
            <a:endParaRPr lang="es-CO" sz="1600" dirty="0"/>
          </a:p>
        </p:txBody>
      </p:sp>
      <p:grpSp>
        <p:nvGrpSpPr>
          <p:cNvPr id="2" name="Grupo 1">
            <a:extLst>
              <a:ext uri="{FF2B5EF4-FFF2-40B4-BE49-F238E27FC236}">
                <a16:creationId xmlns:a16="http://schemas.microsoft.com/office/drawing/2014/main" id="{1D9A8D94-3E7E-45B8-9441-9FB60DBCAFA9}"/>
              </a:ext>
            </a:extLst>
          </p:cNvPr>
          <p:cNvGrpSpPr/>
          <p:nvPr/>
        </p:nvGrpSpPr>
        <p:grpSpPr>
          <a:xfrm>
            <a:off x="7902790" y="2870432"/>
            <a:ext cx="3553229" cy="2614218"/>
            <a:chOff x="7902790" y="2870432"/>
            <a:chExt cx="3553229" cy="2614218"/>
          </a:xfrm>
        </p:grpSpPr>
        <p:grpSp>
          <p:nvGrpSpPr>
            <p:cNvPr id="58" name="Grupo 57">
              <a:extLst>
                <a:ext uri="{FF2B5EF4-FFF2-40B4-BE49-F238E27FC236}">
                  <a16:creationId xmlns:a16="http://schemas.microsoft.com/office/drawing/2014/main" id="{2DBBA998-2A3D-4BF8-B812-3732EB94F7DB}"/>
                </a:ext>
              </a:extLst>
            </p:cNvPr>
            <p:cNvGrpSpPr/>
            <p:nvPr/>
          </p:nvGrpSpPr>
          <p:grpSpPr>
            <a:xfrm>
              <a:off x="7902790" y="2870432"/>
              <a:ext cx="3519952" cy="2382808"/>
              <a:chOff x="1552022" y="2870432"/>
              <a:chExt cx="3519952" cy="2382808"/>
            </a:xfrm>
          </p:grpSpPr>
          <p:grpSp>
            <p:nvGrpSpPr>
              <p:cNvPr id="59" name="Grupo 58">
                <a:extLst>
                  <a:ext uri="{FF2B5EF4-FFF2-40B4-BE49-F238E27FC236}">
                    <a16:creationId xmlns:a16="http://schemas.microsoft.com/office/drawing/2014/main" id="{623E55ED-A44F-42E1-8721-AF996C995645}"/>
                  </a:ext>
                </a:extLst>
              </p:cNvPr>
              <p:cNvGrpSpPr/>
              <p:nvPr/>
            </p:nvGrpSpPr>
            <p:grpSpPr>
              <a:xfrm>
                <a:off x="1554378" y="2908847"/>
                <a:ext cx="2648822" cy="2344393"/>
                <a:chOff x="2670628" y="2908847"/>
                <a:chExt cx="2648822" cy="2344393"/>
              </a:xfrm>
              <a:solidFill>
                <a:schemeClr val="bg1"/>
              </a:solidFill>
            </p:grpSpPr>
            <p:sp>
              <p:nvSpPr>
                <p:cNvPr id="75" name="Rectángulo 74">
                  <a:extLst>
                    <a:ext uri="{FF2B5EF4-FFF2-40B4-BE49-F238E27FC236}">
                      <a16:creationId xmlns:a16="http://schemas.microsoft.com/office/drawing/2014/main" id="{BD798D0B-192F-4254-B480-BC78DB6FF369}"/>
                    </a:ext>
                  </a:extLst>
                </p:cNvPr>
                <p:cNvSpPr/>
                <p:nvPr/>
              </p:nvSpPr>
              <p:spPr>
                <a:xfrm>
                  <a:off x="2670628" y="2908847"/>
                  <a:ext cx="2648821" cy="1915826"/>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76" name="Rectángulo 75">
                  <a:extLst>
                    <a:ext uri="{FF2B5EF4-FFF2-40B4-BE49-F238E27FC236}">
                      <a16:creationId xmlns:a16="http://schemas.microsoft.com/office/drawing/2014/main" id="{D21AA74A-F272-4898-8355-94E642FED4C3}"/>
                    </a:ext>
                  </a:extLst>
                </p:cNvPr>
                <p:cNvSpPr/>
                <p:nvPr/>
              </p:nvSpPr>
              <p:spPr>
                <a:xfrm>
                  <a:off x="3541182" y="4825553"/>
                  <a:ext cx="1778268" cy="427687"/>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grpSp>
          <p:sp>
            <p:nvSpPr>
              <p:cNvPr id="60" name="Rectángulo 59">
                <a:extLst>
                  <a:ext uri="{FF2B5EF4-FFF2-40B4-BE49-F238E27FC236}">
                    <a16:creationId xmlns:a16="http://schemas.microsoft.com/office/drawing/2014/main" id="{86303C3D-3B72-4899-AC55-D373A829C313}"/>
                  </a:ext>
                </a:extLst>
              </p:cNvPr>
              <p:cNvSpPr/>
              <p:nvPr/>
            </p:nvSpPr>
            <p:spPr>
              <a:xfrm>
                <a:off x="1554376" y="2901226"/>
                <a:ext cx="2648823" cy="241099"/>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61" name="Rectángulo 60">
                <a:extLst>
                  <a:ext uri="{FF2B5EF4-FFF2-40B4-BE49-F238E27FC236}">
                    <a16:creationId xmlns:a16="http://schemas.microsoft.com/office/drawing/2014/main" id="{59F98488-29BF-4379-9B32-C1A100311BC4}"/>
                  </a:ext>
                </a:extLst>
              </p:cNvPr>
              <p:cNvSpPr/>
              <p:nvPr/>
            </p:nvSpPr>
            <p:spPr>
              <a:xfrm>
                <a:off x="1554378" y="3101975"/>
                <a:ext cx="2648822" cy="20074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62" name="Rectángulo 61">
                <a:extLst>
                  <a:ext uri="{FF2B5EF4-FFF2-40B4-BE49-F238E27FC236}">
                    <a16:creationId xmlns:a16="http://schemas.microsoft.com/office/drawing/2014/main" id="{18A2E6E5-A591-4849-8A8D-543356DDA6A0}"/>
                  </a:ext>
                </a:extLst>
              </p:cNvPr>
              <p:cNvSpPr/>
              <p:nvPr/>
            </p:nvSpPr>
            <p:spPr>
              <a:xfrm>
                <a:off x="1554376" y="4117584"/>
                <a:ext cx="2648824" cy="241099"/>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63" name="Rectángulo 62">
                <a:extLst>
                  <a:ext uri="{FF2B5EF4-FFF2-40B4-BE49-F238E27FC236}">
                    <a16:creationId xmlns:a16="http://schemas.microsoft.com/office/drawing/2014/main" id="{095AA5E2-C9F6-4525-90FF-6EFD9D9AE900}"/>
                  </a:ext>
                </a:extLst>
              </p:cNvPr>
              <p:cNvSpPr/>
              <p:nvPr/>
            </p:nvSpPr>
            <p:spPr>
              <a:xfrm>
                <a:off x="1554374" y="4319061"/>
                <a:ext cx="2648825" cy="505611"/>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64" name="CuadroTexto 63">
                <a:extLst>
                  <a:ext uri="{FF2B5EF4-FFF2-40B4-BE49-F238E27FC236}">
                    <a16:creationId xmlns:a16="http://schemas.microsoft.com/office/drawing/2014/main" id="{654EF26D-65D7-4EFD-8B5D-1499394B09E5}"/>
                  </a:ext>
                </a:extLst>
              </p:cNvPr>
              <p:cNvSpPr txBox="1"/>
              <p:nvPr/>
            </p:nvSpPr>
            <p:spPr>
              <a:xfrm>
                <a:off x="4206524" y="4483269"/>
                <a:ext cx="865450"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Free space</a:t>
                </a:r>
                <a:endParaRPr lang="es-CO" dirty="0">
                  <a:latin typeface="Roboto" panose="02000000000000000000" pitchFamily="2" charset="0"/>
                  <a:ea typeface="Roboto" panose="02000000000000000000" pitchFamily="2" charset="0"/>
                </a:endParaRPr>
              </a:p>
            </p:txBody>
          </p:sp>
          <p:sp>
            <p:nvSpPr>
              <p:cNvPr id="65" name="Rectángulo 64">
                <a:extLst>
                  <a:ext uri="{FF2B5EF4-FFF2-40B4-BE49-F238E27FC236}">
                    <a16:creationId xmlns:a16="http://schemas.microsoft.com/office/drawing/2014/main" id="{026CE901-0070-425A-884F-D637DF1169C4}"/>
                  </a:ext>
                </a:extLst>
              </p:cNvPr>
              <p:cNvSpPr/>
              <p:nvPr/>
            </p:nvSpPr>
            <p:spPr>
              <a:xfrm>
                <a:off x="1554374" y="3301577"/>
                <a:ext cx="2648822" cy="200748"/>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66" name="Rectángulo 65">
                <a:extLst>
                  <a:ext uri="{FF2B5EF4-FFF2-40B4-BE49-F238E27FC236}">
                    <a16:creationId xmlns:a16="http://schemas.microsoft.com/office/drawing/2014/main" id="{214A8809-8ECA-47B5-8B62-0C5D50C92AC7}"/>
                  </a:ext>
                </a:extLst>
              </p:cNvPr>
              <p:cNvSpPr/>
              <p:nvPr/>
            </p:nvSpPr>
            <p:spPr>
              <a:xfrm>
                <a:off x="1554374" y="3495432"/>
                <a:ext cx="2648822" cy="20074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67" name="CuadroTexto 66">
                <a:extLst>
                  <a:ext uri="{FF2B5EF4-FFF2-40B4-BE49-F238E27FC236}">
                    <a16:creationId xmlns:a16="http://schemas.microsoft.com/office/drawing/2014/main" id="{EF1D21BC-463B-4660-84C6-FE454A04095A}"/>
                  </a:ext>
                </a:extLst>
              </p:cNvPr>
              <p:cNvSpPr txBox="1"/>
              <p:nvPr/>
            </p:nvSpPr>
            <p:spPr>
              <a:xfrm>
                <a:off x="4203196" y="2870432"/>
                <a:ext cx="749804" cy="261610"/>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#1</a:t>
                </a:r>
                <a:endParaRPr lang="es-CO" dirty="0">
                  <a:latin typeface="Roboto" panose="02000000000000000000" pitchFamily="2" charset="0"/>
                  <a:ea typeface="Roboto" panose="02000000000000000000" pitchFamily="2" charset="0"/>
                </a:endParaRPr>
              </a:p>
            </p:txBody>
          </p:sp>
          <p:sp>
            <p:nvSpPr>
              <p:cNvPr id="68" name="CuadroTexto 67">
                <a:extLst>
                  <a:ext uri="{FF2B5EF4-FFF2-40B4-BE49-F238E27FC236}">
                    <a16:creationId xmlns:a16="http://schemas.microsoft.com/office/drawing/2014/main" id="{670811EB-5554-4E80-B0D5-0E2639162730}"/>
                  </a:ext>
                </a:extLst>
              </p:cNvPr>
              <p:cNvSpPr txBox="1"/>
              <p:nvPr/>
            </p:nvSpPr>
            <p:spPr>
              <a:xfrm>
                <a:off x="4203196" y="3074028"/>
                <a:ext cx="635504" cy="252978"/>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#2</a:t>
                </a:r>
                <a:endParaRPr lang="es-CO" dirty="0">
                  <a:latin typeface="Roboto" panose="02000000000000000000" pitchFamily="2" charset="0"/>
                  <a:ea typeface="Roboto" panose="02000000000000000000" pitchFamily="2" charset="0"/>
                </a:endParaRPr>
              </a:p>
            </p:txBody>
          </p:sp>
          <p:sp>
            <p:nvSpPr>
              <p:cNvPr id="69" name="CuadroTexto 68">
                <a:extLst>
                  <a:ext uri="{FF2B5EF4-FFF2-40B4-BE49-F238E27FC236}">
                    <a16:creationId xmlns:a16="http://schemas.microsoft.com/office/drawing/2014/main" id="{CBAE523D-D4AB-48D3-828F-D8651BB47219}"/>
                  </a:ext>
                </a:extLst>
              </p:cNvPr>
              <p:cNvSpPr txBox="1"/>
              <p:nvPr/>
            </p:nvSpPr>
            <p:spPr>
              <a:xfrm>
                <a:off x="4188661" y="4080795"/>
                <a:ext cx="635504"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#N</a:t>
                </a:r>
                <a:endParaRPr lang="es-CO" dirty="0">
                  <a:latin typeface="Roboto" panose="02000000000000000000" pitchFamily="2" charset="0"/>
                  <a:ea typeface="Roboto" panose="02000000000000000000" pitchFamily="2" charset="0"/>
                </a:endParaRPr>
              </a:p>
            </p:txBody>
          </p:sp>
          <p:sp>
            <p:nvSpPr>
              <p:cNvPr id="70" name="CuadroTexto 69">
                <a:extLst>
                  <a:ext uri="{FF2B5EF4-FFF2-40B4-BE49-F238E27FC236}">
                    <a16:creationId xmlns:a16="http://schemas.microsoft.com/office/drawing/2014/main" id="{9BB78568-195B-41B6-86FA-7D2FC6753358}"/>
                  </a:ext>
                </a:extLst>
              </p:cNvPr>
              <p:cNvSpPr txBox="1"/>
              <p:nvPr/>
            </p:nvSpPr>
            <p:spPr>
              <a:xfrm>
                <a:off x="4203196" y="3270553"/>
                <a:ext cx="635504"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#3</a:t>
                </a:r>
                <a:endParaRPr lang="es-CO" dirty="0">
                  <a:latin typeface="Roboto" panose="02000000000000000000" pitchFamily="2" charset="0"/>
                  <a:ea typeface="Roboto" panose="02000000000000000000" pitchFamily="2" charset="0"/>
                </a:endParaRPr>
              </a:p>
            </p:txBody>
          </p:sp>
          <p:sp>
            <p:nvSpPr>
              <p:cNvPr id="71" name="CuadroTexto 70">
                <a:extLst>
                  <a:ext uri="{FF2B5EF4-FFF2-40B4-BE49-F238E27FC236}">
                    <a16:creationId xmlns:a16="http://schemas.microsoft.com/office/drawing/2014/main" id="{C5A38815-B8D5-425C-A996-C6B486ADF7AF}"/>
                  </a:ext>
                </a:extLst>
              </p:cNvPr>
              <p:cNvSpPr txBox="1"/>
              <p:nvPr/>
            </p:nvSpPr>
            <p:spPr>
              <a:xfrm>
                <a:off x="4203621" y="3491249"/>
                <a:ext cx="678606"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#4</a:t>
                </a:r>
                <a:endParaRPr lang="es-CO" dirty="0">
                  <a:latin typeface="Roboto" panose="02000000000000000000" pitchFamily="2" charset="0"/>
                  <a:ea typeface="Roboto" panose="02000000000000000000" pitchFamily="2" charset="0"/>
                </a:endParaRPr>
              </a:p>
            </p:txBody>
          </p:sp>
          <p:sp>
            <p:nvSpPr>
              <p:cNvPr id="72" name="Rectángulo 71">
                <a:extLst>
                  <a:ext uri="{FF2B5EF4-FFF2-40B4-BE49-F238E27FC236}">
                    <a16:creationId xmlns:a16="http://schemas.microsoft.com/office/drawing/2014/main" id="{999CE499-A865-420C-9626-B826396239F8}"/>
                  </a:ext>
                </a:extLst>
              </p:cNvPr>
              <p:cNvSpPr/>
              <p:nvPr/>
            </p:nvSpPr>
            <p:spPr>
              <a:xfrm>
                <a:off x="1552022" y="3677459"/>
                <a:ext cx="2648824" cy="437341"/>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73" name="CuadroTexto 72">
                <a:extLst>
                  <a:ext uri="{FF2B5EF4-FFF2-40B4-BE49-F238E27FC236}">
                    <a16:creationId xmlns:a16="http://schemas.microsoft.com/office/drawing/2014/main" id="{7E3B8957-D3AC-4533-A980-690973A9C91F}"/>
                  </a:ext>
                </a:extLst>
              </p:cNvPr>
              <p:cNvSpPr txBox="1"/>
              <p:nvPr/>
            </p:nvSpPr>
            <p:spPr>
              <a:xfrm>
                <a:off x="4200845" y="3775849"/>
                <a:ext cx="472755" cy="261610"/>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a:t>
                </a:r>
                <a:endParaRPr lang="es-CO" dirty="0">
                  <a:latin typeface="Roboto" panose="02000000000000000000" pitchFamily="2" charset="0"/>
                  <a:ea typeface="Roboto" panose="02000000000000000000" pitchFamily="2" charset="0"/>
                </a:endParaRPr>
              </a:p>
            </p:txBody>
          </p:sp>
          <p:sp>
            <p:nvSpPr>
              <p:cNvPr id="74" name="CuadroTexto 73">
                <a:extLst>
                  <a:ext uri="{FF2B5EF4-FFF2-40B4-BE49-F238E27FC236}">
                    <a16:creationId xmlns:a16="http://schemas.microsoft.com/office/drawing/2014/main" id="{5F19C23B-2348-4745-8DDA-7C918E27DAAE}"/>
                  </a:ext>
                </a:extLst>
              </p:cNvPr>
              <p:cNvSpPr txBox="1"/>
              <p:nvPr/>
            </p:nvSpPr>
            <p:spPr>
              <a:xfrm>
                <a:off x="2235759" y="3711463"/>
                <a:ext cx="1281350" cy="369332"/>
              </a:xfrm>
              <a:prstGeom prst="rect">
                <a:avLst/>
              </a:prstGeom>
              <a:noFill/>
            </p:spPr>
            <p:txBody>
              <a:bodyPr wrap="square" rtlCol="0">
                <a:spAutoFit/>
              </a:bodyPr>
              <a:lstStyle/>
              <a:p>
                <a:pPr algn="ctr"/>
                <a:r>
                  <a:rPr lang="es-CO" sz="1800" dirty="0">
                    <a:latin typeface="Roboto" panose="02000000000000000000" pitchFamily="2" charset="0"/>
                    <a:ea typeface="Roboto" panose="02000000000000000000" pitchFamily="2" charset="0"/>
                  </a:rPr>
                  <a:t>...</a:t>
                </a:r>
                <a:endParaRPr lang="es-CO" sz="2800" dirty="0">
                  <a:latin typeface="Roboto" panose="02000000000000000000" pitchFamily="2" charset="0"/>
                  <a:ea typeface="Roboto" panose="02000000000000000000" pitchFamily="2" charset="0"/>
                </a:endParaRPr>
              </a:p>
            </p:txBody>
          </p:sp>
        </p:grpSp>
        <p:sp>
          <p:nvSpPr>
            <p:cNvPr id="77" name="Rectángulo 76">
              <a:extLst>
                <a:ext uri="{FF2B5EF4-FFF2-40B4-BE49-F238E27FC236}">
                  <a16:creationId xmlns:a16="http://schemas.microsoft.com/office/drawing/2014/main" id="{7727B481-CC67-446B-846C-748C2D4B2236}"/>
                </a:ext>
              </a:extLst>
            </p:cNvPr>
            <p:cNvSpPr/>
            <p:nvPr/>
          </p:nvSpPr>
          <p:spPr>
            <a:xfrm>
              <a:off x="8775882" y="4825553"/>
              <a:ext cx="196668" cy="42768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1</a:t>
              </a:r>
            </a:p>
          </p:txBody>
        </p:sp>
        <p:sp>
          <p:nvSpPr>
            <p:cNvPr id="78" name="Rectángulo 77">
              <a:extLst>
                <a:ext uri="{FF2B5EF4-FFF2-40B4-BE49-F238E27FC236}">
                  <a16:creationId xmlns:a16="http://schemas.microsoft.com/office/drawing/2014/main" id="{8AA76718-99BA-44CB-88FD-95D7332B4B40}"/>
                </a:ext>
              </a:extLst>
            </p:cNvPr>
            <p:cNvSpPr/>
            <p:nvPr/>
          </p:nvSpPr>
          <p:spPr>
            <a:xfrm>
              <a:off x="8972550" y="4825553"/>
              <a:ext cx="196668" cy="42768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0</a:t>
              </a:r>
            </a:p>
          </p:txBody>
        </p:sp>
        <p:sp>
          <p:nvSpPr>
            <p:cNvPr id="79" name="Rectángulo 78">
              <a:extLst>
                <a:ext uri="{FF2B5EF4-FFF2-40B4-BE49-F238E27FC236}">
                  <a16:creationId xmlns:a16="http://schemas.microsoft.com/office/drawing/2014/main" id="{797AD799-3C7F-41E5-B63B-688A4238C8BC}"/>
                </a:ext>
              </a:extLst>
            </p:cNvPr>
            <p:cNvSpPr/>
            <p:nvPr/>
          </p:nvSpPr>
          <p:spPr>
            <a:xfrm>
              <a:off x="9169218" y="4825553"/>
              <a:ext cx="196668" cy="42768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1</a:t>
              </a:r>
            </a:p>
          </p:txBody>
        </p:sp>
        <p:sp>
          <p:nvSpPr>
            <p:cNvPr id="80" name="Rectángulo 79">
              <a:extLst>
                <a:ext uri="{FF2B5EF4-FFF2-40B4-BE49-F238E27FC236}">
                  <a16:creationId xmlns:a16="http://schemas.microsoft.com/office/drawing/2014/main" id="{5C9D7C97-52AD-440D-BF1B-DAFE8C5B4A31}"/>
                </a:ext>
              </a:extLst>
            </p:cNvPr>
            <p:cNvSpPr/>
            <p:nvPr/>
          </p:nvSpPr>
          <p:spPr>
            <a:xfrm>
              <a:off x="9365886" y="4825553"/>
              <a:ext cx="196668" cy="42768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0</a:t>
              </a:r>
            </a:p>
          </p:txBody>
        </p:sp>
        <p:sp>
          <p:nvSpPr>
            <p:cNvPr id="81" name="Rectángulo 80">
              <a:extLst>
                <a:ext uri="{FF2B5EF4-FFF2-40B4-BE49-F238E27FC236}">
                  <a16:creationId xmlns:a16="http://schemas.microsoft.com/office/drawing/2014/main" id="{FC176B6A-FA05-4D60-A1D1-0BD5CA603300}"/>
                </a:ext>
              </a:extLst>
            </p:cNvPr>
            <p:cNvSpPr/>
            <p:nvPr/>
          </p:nvSpPr>
          <p:spPr>
            <a:xfrm>
              <a:off x="10033000" y="4825553"/>
              <a:ext cx="520968" cy="427687"/>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M</a:t>
              </a:r>
            </a:p>
          </p:txBody>
        </p:sp>
        <p:sp>
          <p:nvSpPr>
            <p:cNvPr id="84" name="Rectángulo 83">
              <a:extLst>
                <a:ext uri="{FF2B5EF4-FFF2-40B4-BE49-F238E27FC236}">
                  <a16:creationId xmlns:a16="http://schemas.microsoft.com/office/drawing/2014/main" id="{0B377450-26D4-45E3-9542-2CCAE78135EB}"/>
                </a:ext>
              </a:extLst>
            </p:cNvPr>
            <p:cNvSpPr/>
            <p:nvPr/>
          </p:nvSpPr>
          <p:spPr>
            <a:xfrm>
              <a:off x="9562554" y="4821116"/>
              <a:ext cx="520968" cy="427687"/>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a:t>
              </a:r>
            </a:p>
          </p:txBody>
        </p:sp>
        <p:sp>
          <p:nvSpPr>
            <p:cNvPr id="85" name="CuadroTexto 84">
              <a:extLst>
                <a:ext uri="{FF2B5EF4-FFF2-40B4-BE49-F238E27FC236}">
                  <a16:creationId xmlns:a16="http://schemas.microsoft.com/office/drawing/2014/main" id="{177AB317-F5FB-4682-BBA9-ADF8B46C19E1}"/>
                </a:ext>
              </a:extLst>
            </p:cNvPr>
            <p:cNvSpPr txBox="1"/>
            <p:nvPr/>
          </p:nvSpPr>
          <p:spPr>
            <a:xfrm>
              <a:off x="10590569" y="4908001"/>
              <a:ext cx="865450" cy="253916"/>
            </a:xfrm>
            <a:prstGeom prst="rect">
              <a:avLst/>
            </a:prstGeom>
            <a:noFill/>
          </p:spPr>
          <p:txBody>
            <a:bodyPr wrap="square" rtlCol="0">
              <a:spAutoFit/>
            </a:bodyPr>
            <a:lstStyle/>
            <a:p>
              <a:r>
                <a:rPr lang="es-CO" sz="1050" b="1" dirty="0">
                  <a:latin typeface="Roboto" panose="02000000000000000000" pitchFamily="2" charset="0"/>
                  <a:ea typeface="Roboto" panose="02000000000000000000" pitchFamily="2" charset="0"/>
                </a:rPr>
                <a:t>Header</a:t>
              </a:r>
              <a:endParaRPr lang="es-CO" b="1" dirty="0">
                <a:latin typeface="Roboto" panose="02000000000000000000" pitchFamily="2" charset="0"/>
                <a:ea typeface="Roboto" panose="02000000000000000000" pitchFamily="2" charset="0"/>
              </a:endParaRPr>
            </a:p>
          </p:txBody>
        </p:sp>
        <p:sp>
          <p:nvSpPr>
            <p:cNvPr id="51" name="CuadroTexto 50">
              <a:extLst>
                <a:ext uri="{FF2B5EF4-FFF2-40B4-BE49-F238E27FC236}">
                  <a16:creationId xmlns:a16="http://schemas.microsoft.com/office/drawing/2014/main" id="{BA8F8BCA-CAD6-44B1-BE05-22618EEE1573}"/>
                </a:ext>
              </a:extLst>
            </p:cNvPr>
            <p:cNvSpPr txBox="1"/>
            <p:nvPr/>
          </p:nvSpPr>
          <p:spPr>
            <a:xfrm>
              <a:off x="8775700" y="5269206"/>
              <a:ext cx="196850" cy="215444"/>
            </a:xfrm>
            <a:prstGeom prst="rect">
              <a:avLst/>
            </a:prstGeom>
            <a:noFill/>
          </p:spPr>
          <p:txBody>
            <a:bodyPr wrap="square" rtlCol="0">
              <a:spAutoFit/>
            </a:bodyPr>
            <a:lstStyle/>
            <a:p>
              <a:pPr algn="ctr"/>
              <a:r>
                <a:rPr lang="es-CO" sz="800" dirty="0">
                  <a:latin typeface="Roboto" panose="02000000000000000000" pitchFamily="2" charset="0"/>
                  <a:ea typeface="Roboto" panose="02000000000000000000" pitchFamily="2" charset="0"/>
                </a:rPr>
                <a:t>0</a:t>
              </a:r>
              <a:endParaRPr lang="es-CO" sz="1050" dirty="0">
                <a:latin typeface="Roboto" panose="02000000000000000000" pitchFamily="2" charset="0"/>
                <a:ea typeface="Roboto" panose="02000000000000000000" pitchFamily="2" charset="0"/>
              </a:endParaRPr>
            </a:p>
          </p:txBody>
        </p:sp>
        <p:sp>
          <p:nvSpPr>
            <p:cNvPr id="52" name="CuadroTexto 51">
              <a:extLst>
                <a:ext uri="{FF2B5EF4-FFF2-40B4-BE49-F238E27FC236}">
                  <a16:creationId xmlns:a16="http://schemas.microsoft.com/office/drawing/2014/main" id="{D2B3D765-8D17-45EF-B526-963B73EA5A76}"/>
                </a:ext>
              </a:extLst>
            </p:cNvPr>
            <p:cNvSpPr txBox="1"/>
            <p:nvPr/>
          </p:nvSpPr>
          <p:spPr>
            <a:xfrm>
              <a:off x="8968195" y="5269206"/>
              <a:ext cx="196850" cy="215444"/>
            </a:xfrm>
            <a:prstGeom prst="rect">
              <a:avLst/>
            </a:prstGeom>
            <a:noFill/>
          </p:spPr>
          <p:txBody>
            <a:bodyPr wrap="square" rtlCol="0">
              <a:spAutoFit/>
            </a:bodyPr>
            <a:lstStyle/>
            <a:p>
              <a:pPr algn="ctr"/>
              <a:r>
                <a:rPr lang="es-CO" sz="800" dirty="0">
                  <a:latin typeface="Roboto" panose="02000000000000000000" pitchFamily="2" charset="0"/>
                  <a:ea typeface="Roboto" panose="02000000000000000000" pitchFamily="2" charset="0"/>
                </a:rPr>
                <a:t>1</a:t>
              </a:r>
              <a:endParaRPr lang="es-CO" sz="1050" dirty="0">
                <a:latin typeface="Roboto" panose="02000000000000000000" pitchFamily="2" charset="0"/>
                <a:ea typeface="Roboto" panose="02000000000000000000" pitchFamily="2" charset="0"/>
              </a:endParaRPr>
            </a:p>
          </p:txBody>
        </p:sp>
        <p:sp>
          <p:nvSpPr>
            <p:cNvPr id="53" name="CuadroTexto 52">
              <a:extLst>
                <a:ext uri="{FF2B5EF4-FFF2-40B4-BE49-F238E27FC236}">
                  <a16:creationId xmlns:a16="http://schemas.microsoft.com/office/drawing/2014/main" id="{6180DA29-7554-4D3B-85C1-C20D5B237AF3}"/>
                </a:ext>
              </a:extLst>
            </p:cNvPr>
            <p:cNvSpPr txBox="1"/>
            <p:nvPr/>
          </p:nvSpPr>
          <p:spPr>
            <a:xfrm>
              <a:off x="9170667" y="5269206"/>
              <a:ext cx="196850" cy="215444"/>
            </a:xfrm>
            <a:prstGeom prst="rect">
              <a:avLst/>
            </a:prstGeom>
            <a:noFill/>
          </p:spPr>
          <p:txBody>
            <a:bodyPr wrap="square" rtlCol="0">
              <a:spAutoFit/>
            </a:bodyPr>
            <a:lstStyle/>
            <a:p>
              <a:pPr algn="ctr"/>
              <a:r>
                <a:rPr lang="es-CO" sz="800" dirty="0">
                  <a:latin typeface="Roboto" panose="02000000000000000000" pitchFamily="2" charset="0"/>
                  <a:ea typeface="Roboto" panose="02000000000000000000" pitchFamily="2" charset="0"/>
                </a:rPr>
                <a:t>2</a:t>
              </a:r>
              <a:endParaRPr lang="es-CO" sz="1050" dirty="0">
                <a:latin typeface="Roboto" panose="02000000000000000000" pitchFamily="2" charset="0"/>
                <a:ea typeface="Roboto" panose="02000000000000000000" pitchFamily="2" charset="0"/>
              </a:endParaRPr>
            </a:p>
          </p:txBody>
        </p:sp>
        <p:sp>
          <p:nvSpPr>
            <p:cNvPr id="54" name="CuadroTexto 53">
              <a:extLst>
                <a:ext uri="{FF2B5EF4-FFF2-40B4-BE49-F238E27FC236}">
                  <a16:creationId xmlns:a16="http://schemas.microsoft.com/office/drawing/2014/main" id="{137F548F-F4DA-428A-843B-6BF7A7E1F98C}"/>
                </a:ext>
              </a:extLst>
            </p:cNvPr>
            <p:cNvSpPr txBox="1"/>
            <p:nvPr/>
          </p:nvSpPr>
          <p:spPr>
            <a:xfrm>
              <a:off x="9373139" y="5264769"/>
              <a:ext cx="196850" cy="215444"/>
            </a:xfrm>
            <a:prstGeom prst="rect">
              <a:avLst/>
            </a:prstGeom>
            <a:noFill/>
          </p:spPr>
          <p:txBody>
            <a:bodyPr wrap="square" rtlCol="0">
              <a:spAutoFit/>
            </a:bodyPr>
            <a:lstStyle/>
            <a:p>
              <a:pPr algn="ctr"/>
              <a:r>
                <a:rPr lang="es-CO" sz="800" dirty="0">
                  <a:latin typeface="Roboto" panose="02000000000000000000" pitchFamily="2" charset="0"/>
                  <a:ea typeface="Roboto" panose="02000000000000000000" pitchFamily="2" charset="0"/>
                </a:rPr>
                <a:t>3</a:t>
              </a:r>
              <a:endParaRPr lang="es-CO" sz="1050" dirty="0">
                <a:latin typeface="Roboto" panose="02000000000000000000" pitchFamily="2" charset="0"/>
                <a:ea typeface="Roboto" panose="02000000000000000000" pitchFamily="2" charset="0"/>
              </a:endParaRPr>
            </a:p>
          </p:txBody>
        </p:sp>
        <p:sp>
          <p:nvSpPr>
            <p:cNvPr id="82" name="CuadroTexto 81">
              <a:extLst>
                <a:ext uri="{FF2B5EF4-FFF2-40B4-BE49-F238E27FC236}">
                  <a16:creationId xmlns:a16="http://schemas.microsoft.com/office/drawing/2014/main" id="{D10563A2-FD67-4025-821D-774F89752BE5}"/>
                </a:ext>
              </a:extLst>
            </p:cNvPr>
            <p:cNvSpPr txBox="1"/>
            <p:nvPr/>
          </p:nvSpPr>
          <p:spPr>
            <a:xfrm>
              <a:off x="9668844" y="5204200"/>
              <a:ext cx="308387" cy="215444"/>
            </a:xfrm>
            <a:prstGeom prst="rect">
              <a:avLst/>
            </a:prstGeom>
            <a:noFill/>
          </p:spPr>
          <p:txBody>
            <a:bodyPr wrap="square" rtlCol="0">
              <a:spAutoFit/>
            </a:bodyPr>
            <a:lstStyle/>
            <a:p>
              <a:pPr algn="ctr"/>
              <a:r>
                <a:rPr lang="es-CO" sz="800" dirty="0">
                  <a:latin typeface="Roboto" panose="02000000000000000000" pitchFamily="2" charset="0"/>
                  <a:ea typeface="Roboto" panose="02000000000000000000" pitchFamily="2" charset="0"/>
                </a:rPr>
                <a:t>...</a:t>
              </a:r>
              <a:endParaRPr lang="es-CO" sz="1050" dirty="0">
                <a:latin typeface="Roboto" panose="02000000000000000000" pitchFamily="2" charset="0"/>
                <a:ea typeface="Roboto" panose="02000000000000000000" pitchFamily="2" charset="0"/>
              </a:endParaRPr>
            </a:p>
          </p:txBody>
        </p:sp>
      </p:grpSp>
    </p:spTree>
    <p:extLst>
      <p:ext uri="{BB962C8B-B14F-4D97-AF65-F5344CB8AC3E}">
        <p14:creationId xmlns:p14="http://schemas.microsoft.com/office/powerpoint/2010/main" val="16424873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 – Uso de bitmap</a:t>
            </a:r>
            <a:endParaRPr b="1" dirty="0">
              <a:solidFill>
                <a:srgbClr val="0B6937"/>
              </a:solidFill>
              <a:latin typeface="Roboto Slab"/>
              <a:ea typeface="Roboto Slab"/>
              <a:cs typeface="Roboto Slab"/>
              <a:sym typeface="Roboto Slab"/>
            </a:endParaRPr>
          </a:p>
        </p:txBody>
      </p:sp>
      <p:sp>
        <p:nvSpPr>
          <p:cNvPr id="5" name="Google Shape;310;p34">
            <a:extLst>
              <a:ext uri="{FF2B5EF4-FFF2-40B4-BE49-F238E27FC236}">
                <a16:creationId xmlns:a16="http://schemas.microsoft.com/office/drawing/2014/main" id="{65815137-AD04-4EC8-BF55-704CDAB1F01C}"/>
              </a:ext>
            </a:extLst>
          </p:cNvPr>
          <p:cNvSpPr txBox="1">
            <a:spLocks/>
          </p:cNvSpPr>
          <p:nvPr/>
        </p:nvSpPr>
        <p:spPr>
          <a:xfrm>
            <a:off x="757204" y="1045538"/>
            <a:ext cx="5895445" cy="56148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t>Enfoque Desempaquetado con Mapa de Bits (Bitmap)</a:t>
            </a:r>
          </a:p>
          <a:p>
            <a:r>
              <a:rPr lang="es-MX" sz="2000" dirty="0"/>
              <a:t>Esta técnica utiliza una estructura auxiliar, generalmente un </a:t>
            </a:r>
            <a:r>
              <a:rPr lang="es-MX" sz="2000" b="1" dirty="0"/>
              <a:t>array de bits bitmap) </a:t>
            </a:r>
            <a:r>
              <a:rPr lang="es-MX" sz="2000" dirty="0"/>
              <a:t>ubicado en la cabecera de la página, donde cada bit corresponde a una slot (ranura) específica.</a:t>
            </a:r>
          </a:p>
          <a:p>
            <a:r>
              <a:rPr lang="es-MX" sz="2000" dirty="0"/>
              <a:t>La indicación del estado de los slots (ranuras) se hace en el bitmap:</a:t>
            </a:r>
          </a:p>
          <a:p>
            <a:pPr lvl="1"/>
            <a:r>
              <a:rPr lang="es-MX" sz="1600" b="1" dirty="0"/>
              <a:t>1</a:t>
            </a:r>
            <a:r>
              <a:rPr lang="es-MX" sz="1600" dirty="0"/>
              <a:t>: Significa que hay un registro en el slot</a:t>
            </a:r>
          </a:p>
          <a:p>
            <a:pPr lvl="1"/>
            <a:r>
              <a:rPr lang="es-MX" sz="1600" b="1" dirty="0"/>
              <a:t>0</a:t>
            </a:r>
            <a:r>
              <a:rPr lang="es-MX" sz="1600" dirty="0"/>
              <a:t>: El slot esta vacío </a:t>
            </a:r>
          </a:p>
          <a:p>
            <a:r>
              <a:rPr lang="es-MX" sz="2000" b="1" dirty="0"/>
              <a:t>Ventajas</a:t>
            </a:r>
            <a:r>
              <a:rPr lang="es-MX" sz="2000" dirty="0"/>
              <a:t>: </a:t>
            </a:r>
          </a:p>
          <a:p>
            <a:pPr lvl="1"/>
            <a:r>
              <a:rPr lang="es-MX" sz="1800" dirty="0"/>
              <a:t>Los registros no necesitan moverse físicamente para llenar huecos. </a:t>
            </a:r>
          </a:p>
          <a:p>
            <a:pPr lvl="1"/>
            <a:r>
              <a:rPr lang="es-MX" sz="1800" dirty="0"/>
              <a:t>Los identificadores de registro (RID) permanezcan estables (nos es necesario actualizarlos).</a:t>
            </a:r>
          </a:p>
          <a:p>
            <a:endParaRPr lang="es-MX" sz="2000" dirty="0"/>
          </a:p>
        </p:txBody>
      </p:sp>
      <p:grpSp>
        <p:nvGrpSpPr>
          <p:cNvPr id="7" name="Grupo 6">
            <a:extLst>
              <a:ext uri="{FF2B5EF4-FFF2-40B4-BE49-F238E27FC236}">
                <a16:creationId xmlns:a16="http://schemas.microsoft.com/office/drawing/2014/main" id="{4893D92F-37AD-418E-9426-D4E7577125B0}"/>
              </a:ext>
            </a:extLst>
          </p:cNvPr>
          <p:cNvGrpSpPr/>
          <p:nvPr/>
        </p:nvGrpSpPr>
        <p:grpSpPr>
          <a:xfrm>
            <a:off x="7433060" y="1582249"/>
            <a:ext cx="3553229" cy="2382808"/>
            <a:chOff x="1396792" y="2422425"/>
            <a:chExt cx="3553229" cy="2382808"/>
          </a:xfrm>
        </p:grpSpPr>
        <p:grpSp>
          <p:nvGrpSpPr>
            <p:cNvPr id="58" name="Grupo 57">
              <a:extLst>
                <a:ext uri="{FF2B5EF4-FFF2-40B4-BE49-F238E27FC236}">
                  <a16:creationId xmlns:a16="http://schemas.microsoft.com/office/drawing/2014/main" id="{2DBBA998-2A3D-4BF8-B812-3732EB94F7DB}"/>
                </a:ext>
              </a:extLst>
            </p:cNvPr>
            <p:cNvGrpSpPr/>
            <p:nvPr/>
          </p:nvGrpSpPr>
          <p:grpSpPr>
            <a:xfrm>
              <a:off x="1396792" y="2422425"/>
              <a:ext cx="3519952" cy="2382808"/>
              <a:chOff x="1552022" y="2870432"/>
              <a:chExt cx="3519952" cy="2382808"/>
            </a:xfrm>
          </p:grpSpPr>
          <p:grpSp>
            <p:nvGrpSpPr>
              <p:cNvPr id="59" name="Grupo 58">
                <a:extLst>
                  <a:ext uri="{FF2B5EF4-FFF2-40B4-BE49-F238E27FC236}">
                    <a16:creationId xmlns:a16="http://schemas.microsoft.com/office/drawing/2014/main" id="{623E55ED-A44F-42E1-8721-AF996C995645}"/>
                  </a:ext>
                </a:extLst>
              </p:cNvPr>
              <p:cNvGrpSpPr/>
              <p:nvPr/>
            </p:nvGrpSpPr>
            <p:grpSpPr>
              <a:xfrm>
                <a:off x="1554378" y="2908847"/>
                <a:ext cx="2648822" cy="2344393"/>
                <a:chOff x="2670628" y="2908847"/>
                <a:chExt cx="2648822" cy="2344393"/>
              </a:xfrm>
              <a:solidFill>
                <a:schemeClr val="bg1"/>
              </a:solidFill>
            </p:grpSpPr>
            <p:sp>
              <p:nvSpPr>
                <p:cNvPr id="75" name="Rectángulo 74">
                  <a:extLst>
                    <a:ext uri="{FF2B5EF4-FFF2-40B4-BE49-F238E27FC236}">
                      <a16:creationId xmlns:a16="http://schemas.microsoft.com/office/drawing/2014/main" id="{BD798D0B-192F-4254-B480-BC78DB6FF369}"/>
                    </a:ext>
                  </a:extLst>
                </p:cNvPr>
                <p:cNvSpPr/>
                <p:nvPr/>
              </p:nvSpPr>
              <p:spPr>
                <a:xfrm>
                  <a:off x="2670628" y="2908847"/>
                  <a:ext cx="2648821" cy="1915826"/>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76" name="Rectángulo 75">
                  <a:extLst>
                    <a:ext uri="{FF2B5EF4-FFF2-40B4-BE49-F238E27FC236}">
                      <a16:creationId xmlns:a16="http://schemas.microsoft.com/office/drawing/2014/main" id="{D21AA74A-F272-4898-8355-94E642FED4C3}"/>
                    </a:ext>
                  </a:extLst>
                </p:cNvPr>
                <p:cNvSpPr/>
                <p:nvPr/>
              </p:nvSpPr>
              <p:spPr>
                <a:xfrm>
                  <a:off x="3541182" y="4825553"/>
                  <a:ext cx="1778268" cy="427687"/>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grpSp>
          <p:sp>
            <p:nvSpPr>
              <p:cNvPr id="60" name="Rectángulo 59">
                <a:extLst>
                  <a:ext uri="{FF2B5EF4-FFF2-40B4-BE49-F238E27FC236}">
                    <a16:creationId xmlns:a16="http://schemas.microsoft.com/office/drawing/2014/main" id="{86303C3D-3B72-4899-AC55-D373A829C313}"/>
                  </a:ext>
                </a:extLst>
              </p:cNvPr>
              <p:cNvSpPr/>
              <p:nvPr/>
            </p:nvSpPr>
            <p:spPr>
              <a:xfrm>
                <a:off x="1554376" y="2901226"/>
                <a:ext cx="2648823" cy="241099"/>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61" name="Rectángulo 60">
                <a:extLst>
                  <a:ext uri="{FF2B5EF4-FFF2-40B4-BE49-F238E27FC236}">
                    <a16:creationId xmlns:a16="http://schemas.microsoft.com/office/drawing/2014/main" id="{59F98488-29BF-4379-9B32-C1A100311BC4}"/>
                  </a:ext>
                </a:extLst>
              </p:cNvPr>
              <p:cNvSpPr/>
              <p:nvPr/>
            </p:nvSpPr>
            <p:spPr>
              <a:xfrm>
                <a:off x="1554378" y="3101975"/>
                <a:ext cx="2648822" cy="20074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62" name="Rectángulo 61">
                <a:extLst>
                  <a:ext uri="{FF2B5EF4-FFF2-40B4-BE49-F238E27FC236}">
                    <a16:creationId xmlns:a16="http://schemas.microsoft.com/office/drawing/2014/main" id="{18A2E6E5-A591-4849-8A8D-543356DDA6A0}"/>
                  </a:ext>
                </a:extLst>
              </p:cNvPr>
              <p:cNvSpPr/>
              <p:nvPr/>
            </p:nvSpPr>
            <p:spPr>
              <a:xfrm>
                <a:off x="1554376" y="4117584"/>
                <a:ext cx="2648824" cy="241099"/>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63" name="Rectángulo 62">
                <a:extLst>
                  <a:ext uri="{FF2B5EF4-FFF2-40B4-BE49-F238E27FC236}">
                    <a16:creationId xmlns:a16="http://schemas.microsoft.com/office/drawing/2014/main" id="{095AA5E2-C9F6-4525-90FF-6EFD9D9AE900}"/>
                  </a:ext>
                </a:extLst>
              </p:cNvPr>
              <p:cNvSpPr/>
              <p:nvPr/>
            </p:nvSpPr>
            <p:spPr>
              <a:xfrm>
                <a:off x="1554374" y="4319061"/>
                <a:ext cx="2648825" cy="505611"/>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64" name="CuadroTexto 63">
                <a:extLst>
                  <a:ext uri="{FF2B5EF4-FFF2-40B4-BE49-F238E27FC236}">
                    <a16:creationId xmlns:a16="http://schemas.microsoft.com/office/drawing/2014/main" id="{654EF26D-65D7-4EFD-8B5D-1499394B09E5}"/>
                  </a:ext>
                </a:extLst>
              </p:cNvPr>
              <p:cNvSpPr txBox="1"/>
              <p:nvPr/>
            </p:nvSpPr>
            <p:spPr>
              <a:xfrm>
                <a:off x="4206524" y="4483269"/>
                <a:ext cx="865450"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Free space</a:t>
                </a:r>
                <a:endParaRPr lang="es-CO" dirty="0">
                  <a:latin typeface="Roboto" panose="02000000000000000000" pitchFamily="2" charset="0"/>
                  <a:ea typeface="Roboto" panose="02000000000000000000" pitchFamily="2" charset="0"/>
                </a:endParaRPr>
              </a:p>
            </p:txBody>
          </p:sp>
          <p:sp>
            <p:nvSpPr>
              <p:cNvPr id="65" name="Rectángulo 64">
                <a:extLst>
                  <a:ext uri="{FF2B5EF4-FFF2-40B4-BE49-F238E27FC236}">
                    <a16:creationId xmlns:a16="http://schemas.microsoft.com/office/drawing/2014/main" id="{026CE901-0070-425A-884F-D637DF1169C4}"/>
                  </a:ext>
                </a:extLst>
              </p:cNvPr>
              <p:cNvSpPr/>
              <p:nvPr/>
            </p:nvSpPr>
            <p:spPr>
              <a:xfrm>
                <a:off x="1554374" y="3301577"/>
                <a:ext cx="2648822" cy="200748"/>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66" name="Rectángulo 65">
                <a:extLst>
                  <a:ext uri="{FF2B5EF4-FFF2-40B4-BE49-F238E27FC236}">
                    <a16:creationId xmlns:a16="http://schemas.microsoft.com/office/drawing/2014/main" id="{214A8809-8ECA-47B5-8B62-0C5D50C92AC7}"/>
                  </a:ext>
                </a:extLst>
              </p:cNvPr>
              <p:cNvSpPr/>
              <p:nvPr/>
            </p:nvSpPr>
            <p:spPr>
              <a:xfrm>
                <a:off x="1554374" y="3495432"/>
                <a:ext cx="2648822" cy="20074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67" name="CuadroTexto 66">
                <a:extLst>
                  <a:ext uri="{FF2B5EF4-FFF2-40B4-BE49-F238E27FC236}">
                    <a16:creationId xmlns:a16="http://schemas.microsoft.com/office/drawing/2014/main" id="{EF1D21BC-463B-4660-84C6-FE454A04095A}"/>
                  </a:ext>
                </a:extLst>
              </p:cNvPr>
              <p:cNvSpPr txBox="1"/>
              <p:nvPr/>
            </p:nvSpPr>
            <p:spPr>
              <a:xfrm>
                <a:off x="4203196" y="2870432"/>
                <a:ext cx="749804" cy="261610"/>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#1</a:t>
                </a:r>
                <a:endParaRPr lang="es-CO" dirty="0">
                  <a:latin typeface="Roboto" panose="02000000000000000000" pitchFamily="2" charset="0"/>
                  <a:ea typeface="Roboto" panose="02000000000000000000" pitchFamily="2" charset="0"/>
                </a:endParaRPr>
              </a:p>
            </p:txBody>
          </p:sp>
          <p:sp>
            <p:nvSpPr>
              <p:cNvPr id="68" name="CuadroTexto 67">
                <a:extLst>
                  <a:ext uri="{FF2B5EF4-FFF2-40B4-BE49-F238E27FC236}">
                    <a16:creationId xmlns:a16="http://schemas.microsoft.com/office/drawing/2014/main" id="{670811EB-5554-4E80-B0D5-0E2639162730}"/>
                  </a:ext>
                </a:extLst>
              </p:cNvPr>
              <p:cNvSpPr txBox="1"/>
              <p:nvPr/>
            </p:nvSpPr>
            <p:spPr>
              <a:xfrm>
                <a:off x="4203196" y="3074028"/>
                <a:ext cx="635504" cy="252978"/>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#2</a:t>
                </a:r>
                <a:endParaRPr lang="es-CO" dirty="0">
                  <a:latin typeface="Roboto" panose="02000000000000000000" pitchFamily="2" charset="0"/>
                  <a:ea typeface="Roboto" panose="02000000000000000000" pitchFamily="2" charset="0"/>
                </a:endParaRPr>
              </a:p>
            </p:txBody>
          </p:sp>
          <p:sp>
            <p:nvSpPr>
              <p:cNvPr id="69" name="CuadroTexto 68">
                <a:extLst>
                  <a:ext uri="{FF2B5EF4-FFF2-40B4-BE49-F238E27FC236}">
                    <a16:creationId xmlns:a16="http://schemas.microsoft.com/office/drawing/2014/main" id="{CBAE523D-D4AB-48D3-828F-D8651BB47219}"/>
                  </a:ext>
                </a:extLst>
              </p:cNvPr>
              <p:cNvSpPr txBox="1"/>
              <p:nvPr/>
            </p:nvSpPr>
            <p:spPr>
              <a:xfrm>
                <a:off x="4188661" y="4080795"/>
                <a:ext cx="635504"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#N</a:t>
                </a:r>
                <a:endParaRPr lang="es-CO" dirty="0">
                  <a:latin typeface="Roboto" panose="02000000000000000000" pitchFamily="2" charset="0"/>
                  <a:ea typeface="Roboto" panose="02000000000000000000" pitchFamily="2" charset="0"/>
                </a:endParaRPr>
              </a:p>
            </p:txBody>
          </p:sp>
          <p:sp>
            <p:nvSpPr>
              <p:cNvPr id="70" name="CuadroTexto 69">
                <a:extLst>
                  <a:ext uri="{FF2B5EF4-FFF2-40B4-BE49-F238E27FC236}">
                    <a16:creationId xmlns:a16="http://schemas.microsoft.com/office/drawing/2014/main" id="{9BB78568-195B-41B6-86FA-7D2FC6753358}"/>
                  </a:ext>
                </a:extLst>
              </p:cNvPr>
              <p:cNvSpPr txBox="1"/>
              <p:nvPr/>
            </p:nvSpPr>
            <p:spPr>
              <a:xfrm>
                <a:off x="4203196" y="3270553"/>
                <a:ext cx="635504"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#3</a:t>
                </a:r>
                <a:endParaRPr lang="es-CO" dirty="0">
                  <a:latin typeface="Roboto" panose="02000000000000000000" pitchFamily="2" charset="0"/>
                  <a:ea typeface="Roboto" panose="02000000000000000000" pitchFamily="2" charset="0"/>
                </a:endParaRPr>
              </a:p>
            </p:txBody>
          </p:sp>
          <p:sp>
            <p:nvSpPr>
              <p:cNvPr id="71" name="CuadroTexto 70">
                <a:extLst>
                  <a:ext uri="{FF2B5EF4-FFF2-40B4-BE49-F238E27FC236}">
                    <a16:creationId xmlns:a16="http://schemas.microsoft.com/office/drawing/2014/main" id="{C5A38815-B8D5-425C-A996-C6B486ADF7AF}"/>
                  </a:ext>
                </a:extLst>
              </p:cNvPr>
              <p:cNvSpPr txBox="1"/>
              <p:nvPr/>
            </p:nvSpPr>
            <p:spPr>
              <a:xfrm>
                <a:off x="4203621" y="3491249"/>
                <a:ext cx="678606"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#4</a:t>
                </a:r>
                <a:endParaRPr lang="es-CO" dirty="0">
                  <a:latin typeface="Roboto" panose="02000000000000000000" pitchFamily="2" charset="0"/>
                  <a:ea typeface="Roboto" panose="02000000000000000000" pitchFamily="2" charset="0"/>
                </a:endParaRPr>
              </a:p>
            </p:txBody>
          </p:sp>
          <p:sp>
            <p:nvSpPr>
              <p:cNvPr id="72" name="Rectángulo 71">
                <a:extLst>
                  <a:ext uri="{FF2B5EF4-FFF2-40B4-BE49-F238E27FC236}">
                    <a16:creationId xmlns:a16="http://schemas.microsoft.com/office/drawing/2014/main" id="{999CE499-A865-420C-9626-B826396239F8}"/>
                  </a:ext>
                </a:extLst>
              </p:cNvPr>
              <p:cNvSpPr/>
              <p:nvPr/>
            </p:nvSpPr>
            <p:spPr>
              <a:xfrm>
                <a:off x="1552022" y="3677459"/>
                <a:ext cx="2648824" cy="437341"/>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73" name="CuadroTexto 72">
                <a:extLst>
                  <a:ext uri="{FF2B5EF4-FFF2-40B4-BE49-F238E27FC236}">
                    <a16:creationId xmlns:a16="http://schemas.microsoft.com/office/drawing/2014/main" id="{7E3B8957-D3AC-4533-A980-690973A9C91F}"/>
                  </a:ext>
                </a:extLst>
              </p:cNvPr>
              <p:cNvSpPr txBox="1"/>
              <p:nvPr/>
            </p:nvSpPr>
            <p:spPr>
              <a:xfrm>
                <a:off x="4200845" y="3775849"/>
                <a:ext cx="472755" cy="261610"/>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a:t>
                </a:r>
                <a:endParaRPr lang="es-CO" dirty="0">
                  <a:latin typeface="Roboto" panose="02000000000000000000" pitchFamily="2" charset="0"/>
                  <a:ea typeface="Roboto" panose="02000000000000000000" pitchFamily="2" charset="0"/>
                </a:endParaRPr>
              </a:p>
            </p:txBody>
          </p:sp>
          <p:sp>
            <p:nvSpPr>
              <p:cNvPr id="74" name="CuadroTexto 73">
                <a:extLst>
                  <a:ext uri="{FF2B5EF4-FFF2-40B4-BE49-F238E27FC236}">
                    <a16:creationId xmlns:a16="http://schemas.microsoft.com/office/drawing/2014/main" id="{5F19C23B-2348-4745-8DDA-7C918E27DAAE}"/>
                  </a:ext>
                </a:extLst>
              </p:cNvPr>
              <p:cNvSpPr txBox="1"/>
              <p:nvPr/>
            </p:nvSpPr>
            <p:spPr>
              <a:xfrm>
                <a:off x="2235759" y="3711463"/>
                <a:ext cx="1281350" cy="369332"/>
              </a:xfrm>
              <a:prstGeom prst="rect">
                <a:avLst/>
              </a:prstGeom>
              <a:noFill/>
            </p:spPr>
            <p:txBody>
              <a:bodyPr wrap="square" rtlCol="0">
                <a:spAutoFit/>
              </a:bodyPr>
              <a:lstStyle/>
              <a:p>
                <a:pPr algn="ctr"/>
                <a:r>
                  <a:rPr lang="es-CO" sz="1800" dirty="0">
                    <a:latin typeface="Roboto" panose="02000000000000000000" pitchFamily="2" charset="0"/>
                    <a:ea typeface="Roboto" panose="02000000000000000000" pitchFamily="2" charset="0"/>
                  </a:rPr>
                  <a:t>...</a:t>
                </a:r>
                <a:endParaRPr lang="es-CO" sz="2800" dirty="0">
                  <a:latin typeface="Roboto" panose="02000000000000000000" pitchFamily="2" charset="0"/>
                  <a:ea typeface="Roboto" panose="02000000000000000000" pitchFamily="2" charset="0"/>
                </a:endParaRPr>
              </a:p>
            </p:txBody>
          </p:sp>
        </p:grpSp>
        <p:sp>
          <p:nvSpPr>
            <p:cNvPr id="77" name="Rectángulo 76">
              <a:extLst>
                <a:ext uri="{FF2B5EF4-FFF2-40B4-BE49-F238E27FC236}">
                  <a16:creationId xmlns:a16="http://schemas.microsoft.com/office/drawing/2014/main" id="{7727B481-CC67-446B-846C-748C2D4B2236}"/>
                </a:ext>
              </a:extLst>
            </p:cNvPr>
            <p:cNvSpPr/>
            <p:nvPr/>
          </p:nvSpPr>
          <p:spPr>
            <a:xfrm>
              <a:off x="2269884" y="4377546"/>
              <a:ext cx="196668" cy="42768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1</a:t>
              </a:r>
            </a:p>
          </p:txBody>
        </p:sp>
        <p:sp>
          <p:nvSpPr>
            <p:cNvPr id="78" name="Rectángulo 77">
              <a:extLst>
                <a:ext uri="{FF2B5EF4-FFF2-40B4-BE49-F238E27FC236}">
                  <a16:creationId xmlns:a16="http://schemas.microsoft.com/office/drawing/2014/main" id="{8AA76718-99BA-44CB-88FD-95D7332B4B40}"/>
                </a:ext>
              </a:extLst>
            </p:cNvPr>
            <p:cNvSpPr/>
            <p:nvPr/>
          </p:nvSpPr>
          <p:spPr>
            <a:xfrm>
              <a:off x="2466552" y="4377546"/>
              <a:ext cx="196668" cy="42768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0</a:t>
              </a:r>
            </a:p>
          </p:txBody>
        </p:sp>
        <p:sp>
          <p:nvSpPr>
            <p:cNvPr id="79" name="Rectángulo 78">
              <a:extLst>
                <a:ext uri="{FF2B5EF4-FFF2-40B4-BE49-F238E27FC236}">
                  <a16:creationId xmlns:a16="http://schemas.microsoft.com/office/drawing/2014/main" id="{797AD799-3C7F-41E5-B63B-688A4238C8BC}"/>
                </a:ext>
              </a:extLst>
            </p:cNvPr>
            <p:cNvSpPr/>
            <p:nvPr/>
          </p:nvSpPr>
          <p:spPr>
            <a:xfrm>
              <a:off x="2663220" y="4377546"/>
              <a:ext cx="196668" cy="42768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1</a:t>
              </a:r>
            </a:p>
          </p:txBody>
        </p:sp>
        <p:sp>
          <p:nvSpPr>
            <p:cNvPr id="80" name="Rectángulo 79">
              <a:extLst>
                <a:ext uri="{FF2B5EF4-FFF2-40B4-BE49-F238E27FC236}">
                  <a16:creationId xmlns:a16="http://schemas.microsoft.com/office/drawing/2014/main" id="{5C9D7C97-52AD-440D-BF1B-DAFE8C5B4A31}"/>
                </a:ext>
              </a:extLst>
            </p:cNvPr>
            <p:cNvSpPr/>
            <p:nvPr/>
          </p:nvSpPr>
          <p:spPr>
            <a:xfrm>
              <a:off x="2859888" y="4377546"/>
              <a:ext cx="196668" cy="42768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0</a:t>
              </a:r>
            </a:p>
          </p:txBody>
        </p:sp>
        <p:sp>
          <p:nvSpPr>
            <p:cNvPr id="81" name="Rectángulo 80">
              <a:extLst>
                <a:ext uri="{FF2B5EF4-FFF2-40B4-BE49-F238E27FC236}">
                  <a16:creationId xmlns:a16="http://schemas.microsoft.com/office/drawing/2014/main" id="{FC176B6A-FA05-4D60-A1D1-0BD5CA603300}"/>
                </a:ext>
              </a:extLst>
            </p:cNvPr>
            <p:cNvSpPr/>
            <p:nvPr/>
          </p:nvSpPr>
          <p:spPr>
            <a:xfrm>
              <a:off x="3527002" y="4377546"/>
              <a:ext cx="520968" cy="427687"/>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M</a:t>
              </a:r>
            </a:p>
          </p:txBody>
        </p:sp>
        <p:sp>
          <p:nvSpPr>
            <p:cNvPr id="84" name="Rectángulo 83">
              <a:extLst>
                <a:ext uri="{FF2B5EF4-FFF2-40B4-BE49-F238E27FC236}">
                  <a16:creationId xmlns:a16="http://schemas.microsoft.com/office/drawing/2014/main" id="{0B377450-26D4-45E3-9542-2CCAE78135EB}"/>
                </a:ext>
              </a:extLst>
            </p:cNvPr>
            <p:cNvSpPr/>
            <p:nvPr/>
          </p:nvSpPr>
          <p:spPr>
            <a:xfrm>
              <a:off x="3056556" y="4373109"/>
              <a:ext cx="520968" cy="427687"/>
            </a:xfrm>
            <a:prstGeom prst="rect">
              <a:avLst/>
            </a:prstGeom>
            <a:solidFill>
              <a:schemeClr val="bg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solidFill>
                  <a:latin typeface="Roboto" panose="02000000000000000000" pitchFamily="2" charset="0"/>
                  <a:ea typeface="Roboto" panose="02000000000000000000" pitchFamily="2" charset="0"/>
                </a:rPr>
                <a:t>...</a:t>
              </a:r>
            </a:p>
          </p:txBody>
        </p:sp>
        <p:sp>
          <p:nvSpPr>
            <p:cNvPr id="85" name="CuadroTexto 84">
              <a:extLst>
                <a:ext uri="{FF2B5EF4-FFF2-40B4-BE49-F238E27FC236}">
                  <a16:creationId xmlns:a16="http://schemas.microsoft.com/office/drawing/2014/main" id="{177AB317-F5FB-4682-BBA9-ADF8B46C19E1}"/>
                </a:ext>
              </a:extLst>
            </p:cNvPr>
            <p:cNvSpPr txBox="1"/>
            <p:nvPr/>
          </p:nvSpPr>
          <p:spPr>
            <a:xfrm>
              <a:off x="4084571" y="4459994"/>
              <a:ext cx="865450" cy="253916"/>
            </a:xfrm>
            <a:prstGeom prst="rect">
              <a:avLst/>
            </a:prstGeom>
            <a:noFill/>
          </p:spPr>
          <p:txBody>
            <a:bodyPr wrap="square" rtlCol="0">
              <a:spAutoFit/>
            </a:bodyPr>
            <a:lstStyle/>
            <a:p>
              <a:r>
                <a:rPr lang="es-CO" sz="1050" b="1" dirty="0">
                  <a:latin typeface="Roboto" panose="02000000000000000000" pitchFamily="2" charset="0"/>
                  <a:ea typeface="Roboto" panose="02000000000000000000" pitchFamily="2" charset="0"/>
                </a:rPr>
                <a:t>Header</a:t>
              </a:r>
              <a:endParaRPr lang="es-CO" b="1" dirty="0">
                <a:latin typeface="Roboto" panose="02000000000000000000" pitchFamily="2" charset="0"/>
                <a:ea typeface="Roboto" panose="02000000000000000000" pitchFamily="2" charset="0"/>
              </a:endParaRPr>
            </a:p>
          </p:txBody>
        </p:sp>
      </p:grpSp>
      <p:grpSp>
        <p:nvGrpSpPr>
          <p:cNvPr id="6" name="Grupo 5">
            <a:extLst>
              <a:ext uri="{FF2B5EF4-FFF2-40B4-BE49-F238E27FC236}">
                <a16:creationId xmlns:a16="http://schemas.microsoft.com/office/drawing/2014/main" id="{E35F5F06-C32A-4263-B6E6-DFAF28F3C55C}"/>
              </a:ext>
            </a:extLst>
          </p:cNvPr>
          <p:cNvGrpSpPr/>
          <p:nvPr/>
        </p:nvGrpSpPr>
        <p:grpSpPr>
          <a:xfrm>
            <a:off x="6832787" y="4319160"/>
            <a:ext cx="3886920" cy="1916962"/>
            <a:chOff x="6771400" y="2609034"/>
            <a:chExt cx="3886920" cy="1916962"/>
          </a:xfrm>
        </p:grpSpPr>
        <p:sp>
          <p:nvSpPr>
            <p:cNvPr id="51" name="Rectángulo 50">
              <a:extLst>
                <a:ext uri="{FF2B5EF4-FFF2-40B4-BE49-F238E27FC236}">
                  <a16:creationId xmlns:a16="http://schemas.microsoft.com/office/drawing/2014/main" id="{99FACF38-B30B-40F4-B2C4-4A41144AF5DA}"/>
                </a:ext>
              </a:extLst>
            </p:cNvPr>
            <p:cNvSpPr/>
            <p:nvPr/>
          </p:nvSpPr>
          <p:spPr>
            <a:xfrm>
              <a:off x="6772934" y="2610170"/>
              <a:ext cx="3874102" cy="1915826"/>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52" name="CuadroTexto 51">
                  <a:extLst>
                    <a:ext uri="{FF2B5EF4-FFF2-40B4-BE49-F238E27FC236}">
                      <a16:creationId xmlns:a16="http://schemas.microsoft.com/office/drawing/2014/main" id="{FEB0800D-8099-444C-8B7B-8A3C28AF4D81}"/>
                    </a:ext>
                  </a:extLst>
                </p:cNvPr>
                <p:cNvSpPr txBox="1"/>
                <p:nvPr/>
              </p:nvSpPr>
              <p:spPr>
                <a:xfrm>
                  <a:off x="8239013" y="4173873"/>
                  <a:ext cx="88004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Free</m:t>
                        </m:r>
                        <m:r>
                          <a:rPr lang="es-MX" b="0" i="0" smtClean="0">
                            <a:latin typeface="Cambria Math" panose="02040503050406030204" pitchFamily="18" charset="0"/>
                            <a:ea typeface="Cambria Math" panose="02040503050406030204" pitchFamily="18" charset="0"/>
                          </a:rPr>
                          <m:t> </m:t>
                        </m:r>
                        <m:r>
                          <m:rPr>
                            <m:sty m:val="p"/>
                          </m:rPr>
                          <a:rPr lang="es-MX" b="0" i="0" smtClean="0">
                            <a:latin typeface="Cambria Math" panose="02040503050406030204" pitchFamily="18" charset="0"/>
                            <a:ea typeface="Cambria Math" panose="02040503050406030204" pitchFamily="18" charset="0"/>
                          </a:rPr>
                          <m:t>Space</m:t>
                        </m:r>
                      </m:oMath>
                    </m:oMathPara>
                  </a14:m>
                  <a:endParaRPr lang="es-CO" dirty="0"/>
                </a:p>
              </p:txBody>
            </p:sp>
          </mc:Choice>
          <mc:Fallback xmlns="">
            <p:sp>
              <p:nvSpPr>
                <p:cNvPr id="52" name="CuadroTexto 51">
                  <a:extLst>
                    <a:ext uri="{FF2B5EF4-FFF2-40B4-BE49-F238E27FC236}">
                      <a16:creationId xmlns:a16="http://schemas.microsoft.com/office/drawing/2014/main" id="{FEB0800D-8099-444C-8B7B-8A3C28AF4D81}"/>
                    </a:ext>
                  </a:extLst>
                </p:cNvPr>
                <p:cNvSpPr txBox="1">
                  <a:spLocks noRot="1" noChangeAspect="1" noMove="1" noResize="1" noEditPoints="1" noAdjustHandles="1" noChangeArrowheads="1" noChangeShapeType="1" noTextEdit="1"/>
                </p:cNvSpPr>
                <p:nvPr/>
              </p:nvSpPr>
              <p:spPr>
                <a:xfrm>
                  <a:off x="8239013" y="4173873"/>
                  <a:ext cx="880049" cy="215444"/>
                </a:xfrm>
                <a:prstGeom prst="rect">
                  <a:avLst/>
                </a:prstGeom>
                <a:blipFill>
                  <a:blip r:embed="rId3"/>
                  <a:stretch>
                    <a:fillRect l="-3472" r="-5556" b="-30556"/>
                  </a:stretch>
                </a:blipFill>
              </p:spPr>
              <p:txBody>
                <a:bodyPr/>
                <a:lstStyle/>
                <a:p>
                  <a:r>
                    <a:rPr lang="es-CO">
                      <a:noFill/>
                    </a:rPr>
                    <a:t> </a:t>
                  </a:r>
                </a:p>
              </p:txBody>
            </p:sp>
          </mc:Fallback>
        </mc:AlternateContent>
        <p:sp>
          <p:nvSpPr>
            <p:cNvPr id="82" name="Rectángulo 81">
              <a:extLst>
                <a:ext uri="{FF2B5EF4-FFF2-40B4-BE49-F238E27FC236}">
                  <a16:creationId xmlns:a16="http://schemas.microsoft.com/office/drawing/2014/main" id="{FD824188-AD26-430A-A2B9-894DA089EA8B}"/>
                </a:ext>
              </a:extLst>
            </p:cNvPr>
            <p:cNvSpPr/>
            <p:nvPr/>
          </p:nvSpPr>
          <p:spPr>
            <a:xfrm>
              <a:off x="6771921" y="2848078"/>
              <a:ext cx="2443978" cy="257418"/>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83" name="CuadroTexto 82">
                  <a:extLst>
                    <a:ext uri="{FF2B5EF4-FFF2-40B4-BE49-F238E27FC236}">
                      <a16:creationId xmlns:a16="http://schemas.microsoft.com/office/drawing/2014/main" id="{19947459-AB37-4D71-947C-11436F8A65D4}"/>
                    </a:ext>
                  </a:extLst>
                </p:cNvPr>
                <p:cNvSpPr txBox="1"/>
                <p:nvPr/>
              </p:nvSpPr>
              <p:spPr>
                <a:xfrm>
                  <a:off x="6869166" y="2862277"/>
                  <a:ext cx="5963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a:latin typeface="Cambria Math" panose="02040503050406030204" pitchFamily="18" charset="0"/>
                            <a:ea typeface="Cambria Math" panose="02040503050406030204" pitchFamily="18" charset="0"/>
                          </a:rPr>
                          <m:t>Record</m:t>
                        </m:r>
                      </m:oMath>
                    </m:oMathPara>
                  </a14:m>
                  <a:endParaRPr lang="es-CO" dirty="0"/>
                </a:p>
              </p:txBody>
            </p:sp>
          </mc:Choice>
          <mc:Fallback xmlns="">
            <p:sp>
              <p:nvSpPr>
                <p:cNvPr id="83" name="CuadroTexto 82">
                  <a:extLst>
                    <a:ext uri="{FF2B5EF4-FFF2-40B4-BE49-F238E27FC236}">
                      <a16:creationId xmlns:a16="http://schemas.microsoft.com/office/drawing/2014/main" id="{19947459-AB37-4D71-947C-11436F8A65D4}"/>
                    </a:ext>
                  </a:extLst>
                </p:cNvPr>
                <p:cNvSpPr txBox="1">
                  <a:spLocks noRot="1" noChangeAspect="1" noMove="1" noResize="1" noEditPoints="1" noAdjustHandles="1" noChangeArrowheads="1" noChangeShapeType="1" noTextEdit="1"/>
                </p:cNvSpPr>
                <p:nvPr/>
              </p:nvSpPr>
              <p:spPr>
                <a:xfrm>
                  <a:off x="6869166" y="2862277"/>
                  <a:ext cx="596317" cy="215444"/>
                </a:xfrm>
                <a:prstGeom prst="rect">
                  <a:avLst/>
                </a:prstGeom>
                <a:blipFill>
                  <a:blip r:embed="rId4"/>
                  <a:stretch>
                    <a:fillRect l="-7143" r="-4082" b="-11429"/>
                  </a:stretch>
                </a:blipFill>
              </p:spPr>
              <p:txBody>
                <a:bodyPr/>
                <a:lstStyle/>
                <a:p>
                  <a:r>
                    <a:rPr lang="es-CO">
                      <a:noFill/>
                    </a:rPr>
                    <a:t> </a:t>
                  </a:r>
                </a:p>
              </p:txBody>
            </p:sp>
          </mc:Fallback>
        </mc:AlternateContent>
        <p:cxnSp>
          <p:nvCxnSpPr>
            <p:cNvPr id="87" name="Conector recto de flecha 86">
              <a:extLst>
                <a:ext uri="{FF2B5EF4-FFF2-40B4-BE49-F238E27FC236}">
                  <a16:creationId xmlns:a16="http://schemas.microsoft.com/office/drawing/2014/main" id="{F9BA220D-7ABA-4D82-9ACD-66C40A82F36B}"/>
                </a:ext>
              </a:extLst>
            </p:cNvPr>
            <p:cNvCxnSpPr>
              <a:cxnSpLocks/>
            </p:cNvCxnSpPr>
            <p:nvPr/>
          </p:nvCxnSpPr>
          <p:spPr>
            <a:xfrm>
              <a:off x="7627083" y="2976787"/>
              <a:ext cx="683909" cy="0"/>
            </a:xfrm>
            <a:prstGeom prst="straightConnector1">
              <a:avLst/>
            </a:prstGeom>
            <a:ln w="127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Rectángulo 88">
                  <a:extLst>
                    <a:ext uri="{FF2B5EF4-FFF2-40B4-BE49-F238E27FC236}">
                      <a16:creationId xmlns:a16="http://schemas.microsoft.com/office/drawing/2014/main" id="{940AE410-B97F-4695-B2BE-8E6816C00632}"/>
                    </a:ext>
                  </a:extLst>
                </p:cNvPr>
                <p:cNvSpPr/>
                <p:nvPr/>
              </p:nvSpPr>
              <p:spPr>
                <a:xfrm>
                  <a:off x="6771400" y="2609034"/>
                  <a:ext cx="3875636" cy="258745"/>
                </a:xfrm>
                <a:prstGeom prst="rect">
                  <a:avLst/>
                </a:prstGeom>
                <a:solidFill>
                  <a:schemeClr val="accent4">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left"/>
                      </m:oMathParaPr>
                      <m:oMath xmlns:m="http://schemas.openxmlformats.org/officeDocument/2006/math">
                        <m:r>
                          <m:rPr>
                            <m:sty m:val="p"/>
                          </m:rPr>
                          <a:rPr lang="es-MX" b="0" i="0" smtClean="0">
                            <a:solidFill>
                              <a:schemeClr val="tx1"/>
                            </a:solidFill>
                            <a:latin typeface="Cambria Math" panose="02040503050406030204" pitchFamily="18" charset="0"/>
                            <a:ea typeface="Cambria Math" panose="02040503050406030204" pitchFamily="18" charset="0"/>
                          </a:rPr>
                          <m:t>Page</m:t>
                        </m:r>
                        <m:r>
                          <a:rPr lang="es-MX" b="0" i="0" smtClean="0">
                            <a:solidFill>
                              <a:schemeClr val="tx1"/>
                            </a:solidFill>
                            <a:latin typeface="Cambria Math" panose="02040503050406030204" pitchFamily="18" charset="0"/>
                            <a:ea typeface="Cambria Math" panose="02040503050406030204" pitchFamily="18" charset="0"/>
                          </a:rPr>
                          <m:t> </m:t>
                        </m:r>
                        <m:r>
                          <m:rPr>
                            <m:sty m:val="p"/>
                          </m:rPr>
                          <a:rPr lang="es-MX" b="0" i="0" smtClean="0">
                            <a:solidFill>
                              <a:schemeClr val="tx1"/>
                            </a:solidFill>
                            <a:latin typeface="Cambria Math" panose="02040503050406030204" pitchFamily="18" charset="0"/>
                            <a:ea typeface="Cambria Math" panose="02040503050406030204" pitchFamily="18" charset="0"/>
                          </a:rPr>
                          <m:t>Header</m:t>
                        </m:r>
                      </m:oMath>
                    </m:oMathPara>
                  </a14:m>
                  <a:endParaRPr lang="es-CO" b="1" dirty="0">
                    <a:solidFill>
                      <a:schemeClr val="tx1"/>
                    </a:solidFill>
                    <a:latin typeface="Roboto" panose="02000000000000000000" pitchFamily="2" charset="0"/>
                    <a:ea typeface="Roboto" panose="02000000000000000000" pitchFamily="2" charset="0"/>
                  </a:endParaRPr>
                </a:p>
              </p:txBody>
            </p:sp>
          </mc:Choice>
          <mc:Fallback xmlns="">
            <p:sp>
              <p:nvSpPr>
                <p:cNvPr id="89" name="Rectángulo 88">
                  <a:extLst>
                    <a:ext uri="{FF2B5EF4-FFF2-40B4-BE49-F238E27FC236}">
                      <a16:creationId xmlns:a16="http://schemas.microsoft.com/office/drawing/2014/main" id="{940AE410-B97F-4695-B2BE-8E6816C00632}"/>
                    </a:ext>
                  </a:extLst>
                </p:cNvPr>
                <p:cNvSpPr>
                  <a:spLocks noRot="1" noChangeAspect="1" noMove="1" noResize="1" noEditPoints="1" noAdjustHandles="1" noChangeArrowheads="1" noChangeShapeType="1" noTextEdit="1"/>
                </p:cNvSpPr>
                <p:nvPr/>
              </p:nvSpPr>
              <p:spPr>
                <a:xfrm>
                  <a:off x="6771400" y="2609034"/>
                  <a:ext cx="3875636" cy="258745"/>
                </a:xfrm>
                <a:prstGeom prst="rect">
                  <a:avLst/>
                </a:prstGeom>
                <a:blipFill>
                  <a:blip r:embed="rId5"/>
                  <a:stretch>
                    <a:fillRect b="-13043"/>
                  </a:stretch>
                </a:blipFill>
                <a:ln>
                  <a:solidFill>
                    <a:schemeClr val="tx1"/>
                  </a:solid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105" name="CuadroTexto 104">
                  <a:extLst>
                    <a:ext uri="{FF2B5EF4-FFF2-40B4-BE49-F238E27FC236}">
                      <a16:creationId xmlns:a16="http://schemas.microsoft.com/office/drawing/2014/main" id="{7B9CB700-4294-47BA-90F1-8BDA14CEDD4E}"/>
                    </a:ext>
                  </a:extLst>
                </p:cNvPr>
                <p:cNvSpPr txBox="1"/>
                <p:nvPr/>
              </p:nvSpPr>
              <p:spPr>
                <a:xfrm>
                  <a:off x="8528043" y="3398385"/>
                  <a:ext cx="2035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105" name="CuadroTexto 104">
                  <a:extLst>
                    <a:ext uri="{FF2B5EF4-FFF2-40B4-BE49-F238E27FC236}">
                      <a16:creationId xmlns:a16="http://schemas.microsoft.com/office/drawing/2014/main" id="{7B9CB700-4294-47BA-90F1-8BDA14CEDD4E}"/>
                    </a:ext>
                  </a:extLst>
                </p:cNvPr>
                <p:cNvSpPr txBox="1">
                  <a:spLocks noRot="1" noChangeAspect="1" noMove="1" noResize="1" noEditPoints="1" noAdjustHandles="1" noChangeArrowheads="1" noChangeShapeType="1" noTextEdit="1"/>
                </p:cNvSpPr>
                <p:nvPr/>
              </p:nvSpPr>
              <p:spPr>
                <a:xfrm>
                  <a:off x="8528043" y="3398385"/>
                  <a:ext cx="203581" cy="215444"/>
                </a:xfrm>
                <a:prstGeom prst="rect">
                  <a:avLst/>
                </a:prstGeom>
                <a:blipFill>
                  <a:blip r:embed="rId6"/>
                  <a:stretch>
                    <a:fillRect l="-3030" r="-6061"/>
                  </a:stretch>
                </a:blipFill>
              </p:spPr>
              <p:txBody>
                <a:bodyPr/>
                <a:lstStyle/>
                <a:p>
                  <a:r>
                    <a:rPr lang="es-CO">
                      <a:noFill/>
                    </a:rPr>
                    <a:t> </a:t>
                  </a:r>
                </a:p>
              </p:txBody>
            </p:sp>
          </mc:Fallback>
        </mc:AlternateContent>
        <p:grpSp>
          <p:nvGrpSpPr>
            <p:cNvPr id="4" name="Grupo 3">
              <a:extLst>
                <a:ext uri="{FF2B5EF4-FFF2-40B4-BE49-F238E27FC236}">
                  <a16:creationId xmlns:a16="http://schemas.microsoft.com/office/drawing/2014/main" id="{0DA0A50D-96D4-497F-9885-762CD706A64B}"/>
                </a:ext>
              </a:extLst>
            </p:cNvPr>
            <p:cNvGrpSpPr/>
            <p:nvPr/>
          </p:nvGrpSpPr>
          <p:grpSpPr>
            <a:xfrm>
              <a:off x="7370411" y="3564439"/>
              <a:ext cx="3277638" cy="253181"/>
              <a:chOff x="6911683" y="1105982"/>
              <a:chExt cx="1421981" cy="253181"/>
            </a:xfrm>
          </p:grpSpPr>
          <p:sp>
            <p:nvSpPr>
              <p:cNvPr id="106" name="Rectángulo 105">
                <a:extLst>
                  <a:ext uri="{FF2B5EF4-FFF2-40B4-BE49-F238E27FC236}">
                    <a16:creationId xmlns:a16="http://schemas.microsoft.com/office/drawing/2014/main" id="{8A0BC132-4EAA-4979-B7F3-7B335296791F}"/>
                  </a:ext>
                </a:extLst>
              </p:cNvPr>
              <p:cNvSpPr/>
              <p:nvPr/>
            </p:nvSpPr>
            <p:spPr>
              <a:xfrm>
                <a:off x="6911683" y="1105982"/>
                <a:ext cx="1421981" cy="25318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107" name="CuadroTexto 106">
                    <a:extLst>
                      <a:ext uri="{FF2B5EF4-FFF2-40B4-BE49-F238E27FC236}">
                        <a16:creationId xmlns:a16="http://schemas.microsoft.com/office/drawing/2014/main" id="{41E32098-47E8-4E64-BA38-38DA09B19CC8}"/>
                      </a:ext>
                    </a:extLst>
                  </p:cNvPr>
                  <p:cNvSpPr txBox="1"/>
                  <p:nvPr/>
                </p:nvSpPr>
                <p:spPr>
                  <a:xfrm>
                    <a:off x="7479422" y="1116879"/>
                    <a:ext cx="2035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107" name="CuadroTexto 106">
                    <a:extLst>
                      <a:ext uri="{FF2B5EF4-FFF2-40B4-BE49-F238E27FC236}">
                        <a16:creationId xmlns:a16="http://schemas.microsoft.com/office/drawing/2014/main" id="{41E32098-47E8-4E64-BA38-38DA09B19CC8}"/>
                      </a:ext>
                    </a:extLst>
                  </p:cNvPr>
                  <p:cNvSpPr txBox="1">
                    <a:spLocks noRot="1" noChangeAspect="1" noMove="1" noResize="1" noEditPoints="1" noAdjustHandles="1" noChangeArrowheads="1" noChangeShapeType="1" noTextEdit="1"/>
                  </p:cNvSpPr>
                  <p:nvPr/>
                </p:nvSpPr>
                <p:spPr>
                  <a:xfrm>
                    <a:off x="7479422" y="1116879"/>
                    <a:ext cx="203581" cy="215444"/>
                  </a:xfrm>
                  <a:prstGeom prst="rect">
                    <a:avLst/>
                  </a:prstGeom>
                  <a:blipFill>
                    <a:blip r:embed="rId7"/>
                    <a:stretch>
                      <a:fillRect/>
                    </a:stretch>
                  </a:blipFill>
                </p:spPr>
                <p:txBody>
                  <a:bodyPr/>
                  <a:lstStyle/>
                  <a:p>
                    <a:r>
                      <a:rPr lang="es-CO">
                        <a:noFill/>
                      </a:rPr>
                      <a:t> </a:t>
                    </a:r>
                  </a:p>
                </p:txBody>
              </p:sp>
            </mc:Fallback>
          </mc:AlternateContent>
        </p:grpSp>
        <p:sp>
          <p:nvSpPr>
            <p:cNvPr id="126" name="Rectángulo 125">
              <a:extLst>
                <a:ext uri="{FF2B5EF4-FFF2-40B4-BE49-F238E27FC236}">
                  <a16:creationId xmlns:a16="http://schemas.microsoft.com/office/drawing/2014/main" id="{60F0C5E0-9428-4510-B02C-9C3F4A9B893C}"/>
                </a:ext>
              </a:extLst>
            </p:cNvPr>
            <p:cNvSpPr/>
            <p:nvPr/>
          </p:nvSpPr>
          <p:spPr>
            <a:xfrm>
              <a:off x="8630803" y="2650407"/>
              <a:ext cx="161589" cy="18291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000" b="1" dirty="0">
                  <a:solidFill>
                    <a:schemeClr val="tx1"/>
                  </a:solidFill>
                  <a:latin typeface="Roboto" panose="02000000000000000000" pitchFamily="2" charset="0"/>
                  <a:ea typeface="Roboto" panose="02000000000000000000" pitchFamily="2" charset="0"/>
                </a:rPr>
                <a:t>1</a:t>
              </a:r>
              <a:endParaRPr lang="es-CO" b="1" dirty="0">
                <a:solidFill>
                  <a:schemeClr val="tx1"/>
                </a:solidFill>
                <a:latin typeface="Roboto" panose="02000000000000000000" pitchFamily="2" charset="0"/>
                <a:ea typeface="Roboto" panose="02000000000000000000" pitchFamily="2" charset="0"/>
              </a:endParaRPr>
            </a:p>
          </p:txBody>
        </p:sp>
        <p:sp>
          <p:nvSpPr>
            <p:cNvPr id="128" name="Rectángulo 127">
              <a:extLst>
                <a:ext uri="{FF2B5EF4-FFF2-40B4-BE49-F238E27FC236}">
                  <a16:creationId xmlns:a16="http://schemas.microsoft.com/office/drawing/2014/main" id="{B2F0387E-EECF-455C-BDEF-4C1A8CD13E44}"/>
                </a:ext>
              </a:extLst>
            </p:cNvPr>
            <p:cNvSpPr/>
            <p:nvPr/>
          </p:nvSpPr>
          <p:spPr>
            <a:xfrm>
              <a:off x="8873943" y="2650407"/>
              <a:ext cx="161589" cy="18291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000" b="1" dirty="0">
                  <a:solidFill>
                    <a:schemeClr val="tx1"/>
                  </a:solidFill>
                  <a:latin typeface="Roboto" panose="02000000000000000000" pitchFamily="2" charset="0"/>
                  <a:ea typeface="Roboto" panose="02000000000000000000" pitchFamily="2" charset="0"/>
                </a:rPr>
                <a:t>0</a:t>
              </a:r>
              <a:endParaRPr lang="es-CO" b="1" dirty="0">
                <a:solidFill>
                  <a:schemeClr val="tx1"/>
                </a:solidFill>
                <a:latin typeface="Roboto" panose="02000000000000000000" pitchFamily="2" charset="0"/>
                <a:ea typeface="Roboto" panose="02000000000000000000" pitchFamily="2" charset="0"/>
              </a:endParaRPr>
            </a:p>
          </p:txBody>
        </p:sp>
        <p:sp>
          <p:nvSpPr>
            <p:cNvPr id="129" name="Rectángulo 128">
              <a:extLst>
                <a:ext uri="{FF2B5EF4-FFF2-40B4-BE49-F238E27FC236}">
                  <a16:creationId xmlns:a16="http://schemas.microsoft.com/office/drawing/2014/main" id="{C05D5915-6B2A-4BDA-AFE1-60E003EC5DD7}"/>
                </a:ext>
              </a:extLst>
            </p:cNvPr>
            <p:cNvSpPr/>
            <p:nvPr/>
          </p:nvSpPr>
          <p:spPr>
            <a:xfrm>
              <a:off x="9357585" y="2650407"/>
              <a:ext cx="161589" cy="18291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000" b="1" dirty="0">
                  <a:solidFill>
                    <a:schemeClr val="tx1"/>
                  </a:solidFill>
                  <a:latin typeface="Roboto" panose="02000000000000000000" pitchFamily="2" charset="0"/>
                  <a:ea typeface="Roboto" panose="02000000000000000000" pitchFamily="2" charset="0"/>
                </a:rPr>
                <a:t>0</a:t>
              </a:r>
              <a:endParaRPr lang="es-CO" b="1" dirty="0">
                <a:solidFill>
                  <a:schemeClr val="tx1"/>
                </a:solidFill>
                <a:latin typeface="Roboto" panose="02000000000000000000" pitchFamily="2" charset="0"/>
                <a:ea typeface="Roboto" panose="02000000000000000000" pitchFamily="2" charset="0"/>
              </a:endParaRPr>
            </a:p>
          </p:txBody>
        </p:sp>
        <p:sp>
          <p:nvSpPr>
            <p:cNvPr id="130" name="Rectángulo 129">
              <a:extLst>
                <a:ext uri="{FF2B5EF4-FFF2-40B4-BE49-F238E27FC236}">
                  <a16:creationId xmlns:a16="http://schemas.microsoft.com/office/drawing/2014/main" id="{8F6D1298-A93B-4814-B262-4ABABAA84BB0}"/>
                </a:ext>
              </a:extLst>
            </p:cNvPr>
            <p:cNvSpPr/>
            <p:nvPr/>
          </p:nvSpPr>
          <p:spPr>
            <a:xfrm>
              <a:off x="9117083" y="2650407"/>
              <a:ext cx="161589" cy="18291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000" b="1" dirty="0">
                  <a:solidFill>
                    <a:schemeClr val="tx1"/>
                  </a:solidFill>
                  <a:latin typeface="Roboto" panose="02000000000000000000" pitchFamily="2" charset="0"/>
                  <a:ea typeface="Roboto" panose="02000000000000000000" pitchFamily="2" charset="0"/>
                </a:rPr>
                <a:t>1</a:t>
              </a:r>
              <a:endParaRPr lang="es-CO" b="1" dirty="0">
                <a:solidFill>
                  <a:schemeClr val="tx1"/>
                </a:solidFill>
                <a:latin typeface="Roboto" panose="02000000000000000000" pitchFamily="2" charset="0"/>
                <a:ea typeface="Roboto" panose="02000000000000000000" pitchFamily="2" charset="0"/>
              </a:endParaRPr>
            </a:p>
          </p:txBody>
        </p:sp>
        <p:sp>
          <p:nvSpPr>
            <p:cNvPr id="131" name="Rectángulo 130">
              <a:extLst>
                <a:ext uri="{FF2B5EF4-FFF2-40B4-BE49-F238E27FC236}">
                  <a16:creationId xmlns:a16="http://schemas.microsoft.com/office/drawing/2014/main" id="{443AC6C1-C786-43DF-B2F2-C36DD1A1F5C3}"/>
                </a:ext>
              </a:extLst>
            </p:cNvPr>
            <p:cNvSpPr/>
            <p:nvPr/>
          </p:nvSpPr>
          <p:spPr>
            <a:xfrm>
              <a:off x="10407546" y="2650407"/>
              <a:ext cx="161589" cy="18291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000" b="1" dirty="0">
                  <a:solidFill>
                    <a:schemeClr val="tx1"/>
                  </a:solidFill>
                  <a:latin typeface="Roboto" panose="02000000000000000000" pitchFamily="2" charset="0"/>
                  <a:ea typeface="Roboto" panose="02000000000000000000" pitchFamily="2" charset="0"/>
                </a:rPr>
                <a:t>1</a:t>
              </a: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132" name="CuadroTexto 131">
                  <a:extLst>
                    <a:ext uri="{FF2B5EF4-FFF2-40B4-BE49-F238E27FC236}">
                      <a16:creationId xmlns:a16="http://schemas.microsoft.com/office/drawing/2014/main" id="{CD55C498-D21D-4A92-9D93-44F2367FD06C}"/>
                    </a:ext>
                  </a:extLst>
                </p:cNvPr>
                <p:cNvSpPr txBox="1"/>
                <p:nvPr/>
              </p:nvSpPr>
              <p:spPr>
                <a:xfrm>
                  <a:off x="9883780" y="2630684"/>
                  <a:ext cx="2035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132" name="CuadroTexto 131">
                  <a:extLst>
                    <a:ext uri="{FF2B5EF4-FFF2-40B4-BE49-F238E27FC236}">
                      <a16:creationId xmlns:a16="http://schemas.microsoft.com/office/drawing/2014/main" id="{CD55C498-D21D-4A92-9D93-44F2367FD06C}"/>
                    </a:ext>
                  </a:extLst>
                </p:cNvPr>
                <p:cNvSpPr txBox="1">
                  <a:spLocks noRot="1" noChangeAspect="1" noMove="1" noResize="1" noEditPoints="1" noAdjustHandles="1" noChangeArrowheads="1" noChangeShapeType="1" noTextEdit="1"/>
                </p:cNvSpPr>
                <p:nvPr/>
              </p:nvSpPr>
              <p:spPr>
                <a:xfrm>
                  <a:off x="9883780" y="2630684"/>
                  <a:ext cx="203581" cy="215444"/>
                </a:xfrm>
                <a:prstGeom prst="rect">
                  <a:avLst/>
                </a:prstGeom>
                <a:blipFill>
                  <a:blip r:embed="rId6"/>
                  <a:stretch>
                    <a:fillRect l="-2941" r="-2941"/>
                  </a:stretch>
                </a:blipFill>
              </p:spPr>
              <p:txBody>
                <a:bodyPr/>
                <a:lstStyle/>
                <a:p>
                  <a:r>
                    <a:rPr lang="es-CO">
                      <a:noFill/>
                    </a:rPr>
                    <a:t> </a:t>
                  </a:r>
                </a:p>
              </p:txBody>
            </p:sp>
          </mc:Fallback>
        </mc:AlternateContent>
        <p:sp>
          <p:nvSpPr>
            <p:cNvPr id="138" name="Rectángulo 137">
              <a:extLst>
                <a:ext uri="{FF2B5EF4-FFF2-40B4-BE49-F238E27FC236}">
                  <a16:creationId xmlns:a16="http://schemas.microsoft.com/office/drawing/2014/main" id="{B4FCC8B9-854D-4D32-84C4-4F55CF34D449}"/>
                </a:ext>
              </a:extLst>
            </p:cNvPr>
            <p:cNvSpPr/>
            <p:nvPr/>
          </p:nvSpPr>
          <p:spPr>
            <a:xfrm>
              <a:off x="9222300" y="2867283"/>
              <a:ext cx="1422716" cy="243345"/>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139" name="CuadroTexto 138">
                  <a:extLst>
                    <a:ext uri="{FF2B5EF4-FFF2-40B4-BE49-F238E27FC236}">
                      <a16:creationId xmlns:a16="http://schemas.microsoft.com/office/drawing/2014/main" id="{345275F4-FCD2-4252-8534-8C69D0D59C44}"/>
                    </a:ext>
                  </a:extLst>
                </p:cNvPr>
                <p:cNvSpPr txBox="1"/>
                <p:nvPr/>
              </p:nvSpPr>
              <p:spPr>
                <a:xfrm>
                  <a:off x="9278672" y="2881482"/>
                  <a:ext cx="633507"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a:latin typeface="Cambria Math" panose="02040503050406030204" pitchFamily="18" charset="0"/>
                            <a:ea typeface="Cambria Math" panose="02040503050406030204" pitchFamily="18" charset="0"/>
                          </a:rPr>
                          <m:t>Record</m:t>
                        </m:r>
                      </m:oMath>
                    </m:oMathPara>
                  </a14:m>
                  <a:endParaRPr lang="es-CO" dirty="0"/>
                </a:p>
              </p:txBody>
            </p:sp>
          </mc:Choice>
          <mc:Fallback xmlns="">
            <p:sp>
              <p:nvSpPr>
                <p:cNvPr id="139" name="CuadroTexto 138">
                  <a:extLst>
                    <a:ext uri="{FF2B5EF4-FFF2-40B4-BE49-F238E27FC236}">
                      <a16:creationId xmlns:a16="http://schemas.microsoft.com/office/drawing/2014/main" id="{345275F4-FCD2-4252-8534-8C69D0D59C44}"/>
                    </a:ext>
                  </a:extLst>
                </p:cNvPr>
                <p:cNvSpPr txBox="1">
                  <a:spLocks noRot="1" noChangeAspect="1" noMove="1" noResize="1" noEditPoints="1" noAdjustHandles="1" noChangeArrowheads="1" noChangeShapeType="1" noTextEdit="1"/>
                </p:cNvSpPr>
                <p:nvPr/>
              </p:nvSpPr>
              <p:spPr>
                <a:xfrm>
                  <a:off x="9278672" y="2881482"/>
                  <a:ext cx="633507" cy="215444"/>
                </a:xfrm>
                <a:prstGeom prst="rect">
                  <a:avLst/>
                </a:prstGeom>
                <a:blipFill>
                  <a:blip r:embed="rId8"/>
                  <a:stretch>
                    <a:fillRect l="-1923" r="-2885" b="-8333"/>
                  </a:stretch>
                </a:blipFill>
              </p:spPr>
              <p:txBody>
                <a:bodyPr/>
                <a:lstStyle/>
                <a:p>
                  <a:r>
                    <a:rPr lang="es-CO">
                      <a:noFill/>
                    </a:rPr>
                    <a:t> </a:t>
                  </a:r>
                </a:p>
              </p:txBody>
            </p:sp>
          </mc:Fallback>
        </mc:AlternateContent>
        <p:cxnSp>
          <p:nvCxnSpPr>
            <p:cNvPr id="140" name="Conector recto de flecha 139">
              <a:extLst>
                <a:ext uri="{FF2B5EF4-FFF2-40B4-BE49-F238E27FC236}">
                  <a16:creationId xmlns:a16="http://schemas.microsoft.com/office/drawing/2014/main" id="{840EF6FA-3852-4811-8A74-C4343E5F2E2F}"/>
                </a:ext>
              </a:extLst>
            </p:cNvPr>
            <p:cNvCxnSpPr>
              <a:cxnSpLocks/>
            </p:cNvCxnSpPr>
            <p:nvPr/>
          </p:nvCxnSpPr>
          <p:spPr>
            <a:xfrm>
              <a:off x="9990949" y="2995992"/>
              <a:ext cx="472955" cy="0"/>
            </a:xfrm>
            <a:prstGeom prst="straightConnector1">
              <a:avLst/>
            </a:prstGeom>
            <a:solidFill>
              <a:schemeClr val="bg1">
                <a:lumMod val="95000"/>
              </a:schemeClr>
            </a:solidFill>
            <a:ln w="127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2" name="Rectángulo 141">
              <a:extLst>
                <a:ext uri="{FF2B5EF4-FFF2-40B4-BE49-F238E27FC236}">
                  <a16:creationId xmlns:a16="http://schemas.microsoft.com/office/drawing/2014/main" id="{37466DEA-C03B-45B2-8C7F-CE11C4AAD034}"/>
                </a:ext>
              </a:extLst>
            </p:cNvPr>
            <p:cNvSpPr/>
            <p:nvPr/>
          </p:nvSpPr>
          <p:spPr>
            <a:xfrm>
              <a:off x="6785442" y="3311576"/>
              <a:ext cx="2046797" cy="25741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143" name="CuadroTexto 142">
                  <a:extLst>
                    <a:ext uri="{FF2B5EF4-FFF2-40B4-BE49-F238E27FC236}">
                      <a16:creationId xmlns:a16="http://schemas.microsoft.com/office/drawing/2014/main" id="{CF462E91-B027-4295-B450-800D35AF6688}"/>
                    </a:ext>
                  </a:extLst>
                </p:cNvPr>
                <p:cNvSpPr txBox="1"/>
                <p:nvPr/>
              </p:nvSpPr>
              <p:spPr>
                <a:xfrm>
                  <a:off x="6811255" y="3354592"/>
                  <a:ext cx="5963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a:latin typeface="Cambria Math" panose="02040503050406030204" pitchFamily="18" charset="0"/>
                            <a:ea typeface="Cambria Math" panose="02040503050406030204" pitchFamily="18" charset="0"/>
                          </a:rPr>
                          <m:t>Record</m:t>
                        </m:r>
                      </m:oMath>
                    </m:oMathPara>
                  </a14:m>
                  <a:endParaRPr lang="es-CO" dirty="0"/>
                </a:p>
              </p:txBody>
            </p:sp>
          </mc:Choice>
          <mc:Fallback xmlns="">
            <p:sp>
              <p:nvSpPr>
                <p:cNvPr id="143" name="CuadroTexto 142">
                  <a:extLst>
                    <a:ext uri="{FF2B5EF4-FFF2-40B4-BE49-F238E27FC236}">
                      <a16:creationId xmlns:a16="http://schemas.microsoft.com/office/drawing/2014/main" id="{CF462E91-B027-4295-B450-800D35AF6688}"/>
                    </a:ext>
                  </a:extLst>
                </p:cNvPr>
                <p:cNvSpPr txBox="1">
                  <a:spLocks noRot="1" noChangeAspect="1" noMove="1" noResize="1" noEditPoints="1" noAdjustHandles="1" noChangeArrowheads="1" noChangeShapeType="1" noTextEdit="1"/>
                </p:cNvSpPr>
                <p:nvPr/>
              </p:nvSpPr>
              <p:spPr>
                <a:xfrm>
                  <a:off x="6811255" y="3354592"/>
                  <a:ext cx="596317" cy="215444"/>
                </a:xfrm>
                <a:prstGeom prst="rect">
                  <a:avLst/>
                </a:prstGeom>
                <a:blipFill>
                  <a:blip r:embed="rId9"/>
                  <a:stretch>
                    <a:fillRect l="-6122" r="-5102" b="-8571"/>
                  </a:stretch>
                </a:blipFill>
              </p:spPr>
              <p:txBody>
                <a:bodyPr/>
                <a:lstStyle/>
                <a:p>
                  <a:r>
                    <a:rPr lang="es-CO">
                      <a:noFill/>
                    </a:rPr>
                    <a:t> </a:t>
                  </a:r>
                </a:p>
              </p:txBody>
            </p:sp>
          </mc:Fallback>
        </mc:AlternateContent>
        <p:sp>
          <p:nvSpPr>
            <p:cNvPr id="145" name="Rectángulo 144">
              <a:extLst>
                <a:ext uri="{FF2B5EF4-FFF2-40B4-BE49-F238E27FC236}">
                  <a16:creationId xmlns:a16="http://schemas.microsoft.com/office/drawing/2014/main" id="{A85A2A06-D7C0-49C6-8FA6-08240B30E700}"/>
                </a:ext>
              </a:extLst>
            </p:cNvPr>
            <p:cNvSpPr/>
            <p:nvPr/>
          </p:nvSpPr>
          <p:spPr>
            <a:xfrm>
              <a:off x="6774158" y="3110533"/>
              <a:ext cx="1023282" cy="22639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grpSp>
          <p:nvGrpSpPr>
            <p:cNvPr id="146" name="Grupo 145">
              <a:extLst>
                <a:ext uri="{FF2B5EF4-FFF2-40B4-BE49-F238E27FC236}">
                  <a16:creationId xmlns:a16="http://schemas.microsoft.com/office/drawing/2014/main" id="{9B388A37-17B4-4034-BD5B-D77CAE7AF91B}"/>
                </a:ext>
              </a:extLst>
            </p:cNvPr>
            <p:cNvGrpSpPr/>
            <p:nvPr/>
          </p:nvGrpSpPr>
          <p:grpSpPr>
            <a:xfrm>
              <a:off x="7797440" y="3110533"/>
              <a:ext cx="2453428" cy="227392"/>
              <a:chOff x="7605453" y="2614366"/>
              <a:chExt cx="2453428" cy="227392"/>
            </a:xfrm>
          </p:grpSpPr>
          <p:sp>
            <p:nvSpPr>
              <p:cNvPr id="147" name="Rectángulo 146">
                <a:extLst>
                  <a:ext uri="{FF2B5EF4-FFF2-40B4-BE49-F238E27FC236}">
                    <a16:creationId xmlns:a16="http://schemas.microsoft.com/office/drawing/2014/main" id="{12485F5E-AE39-418A-86D5-88BE75B2D07D}"/>
                  </a:ext>
                </a:extLst>
              </p:cNvPr>
              <p:cNvSpPr/>
              <p:nvPr/>
            </p:nvSpPr>
            <p:spPr>
              <a:xfrm>
                <a:off x="7605453" y="2614366"/>
                <a:ext cx="2453428" cy="225142"/>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148" name="CuadroTexto 147">
                    <a:extLst>
                      <a:ext uri="{FF2B5EF4-FFF2-40B4-BE49-F238E27FC236}">
                        <a16:creationId xmlns:a16="http://schemas.microsoft.com/office/drawing/2014/main" id="{E145F5A1-8389-41A8-B9D9-83A0460315BC}"/>
                      </a:ext>
                    </a:extLst>
                  </p:cNvPr>
                  <p:cNvSpPr txBox="1"/>
                  <p:nvPr/>
                </p:nvSpPr>
                <p:spPr>
                  <a:xfrm>
                    <a:off x="7712148" y="2626314"/>
                    <a:ext cx="5963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Record</m:t>
                          </m:r>
                        </m:oMath>
                      </m:oMathPara>
                    </a14:m>
                    <a:endParaRPr lang="es-CO" dirty="0"/>
                  </a:p>
                </p:txBody>
              </p:sp>
            </mc:Choice>
            <mc:Fallback xmlns="">
              <p:sp>
                <p:nvSpPr>
                  <p:cNvPr id="148" name="CuadroTexto 147">
                    <a:extLst>
                      <a:ext uri="{FF2B5EF4-FFF2-40B4-BE49-F238E27FC236}">
                        <a16:creationId xmlns:a16="http://schemas.microsoft.com/office/drawing/2014/main" id="{E145F5A1-8389-41A8-B9D9-83A0460315BC}"/>
                      </a:ext>
                    </a:extLst>
                  </p:cNvPr>
                  <p:cNvSpPr txBox="1">
                    <a:spLocks noRot="1" noChangeAspect="1" noMove="1" noResize="1" noEditPoints="1" noAdjustHandles="1" noChangeArrowheads="1" noChangeShapeType="1" noTextEdit="1"/>
                  </p:cNvSpPr>
                  <p:nvPr/>
                </p:nvSpPr>
                <p:spPr>
                  <a:xfrm>
                    <a:off x="7712148" y="2626314"/>
                    <a:ext cx="596317" cy="215444"/>
                  </a:xfrm>
                  <a:prstGeom prst="rect">
                    <a:avLst/>
                  </a:prstGeom>
                  <a:blipFill>
                    <a:blip r:embed="rId10"/>
                    <a:stretch>
                      <a:fillRect l="-7143" r="-4082" b="-8571"/>
                    </a:stretch>
                  </a:blipFill>
                </p:spPr>
                <p:txBody>
                  <a:bodyPr/>
                  <a:lstStyle/>
                  <a:p>
                    <a:r>
                      <a:rPr lang="es-CO">
                        <a:noFill/>
                      </a:rPr>
                      <a:t> </a:t>
                    </a:r>
                  </a:p>
                </p:txBody>
              </p:sp>
            </mc:Fallback>
          </mc:AlternateContent>
          <p:cxnSp>
            <p:nvCxnSpPr>
              <p:cNvPr id="149" name="Conector recto de flecha 148">
                <a:extLst>
                  <a:ext uri="{FF2B5EF4-FFF2-40B4-BE49-F238E27FC236}">
                    <a16:creationId xmlns:a16="http://schemas.microsoft.com/office/drawing/2014/main" id="{E28152F3-2950-4B24-B26F-3DBABF1F5CE3}"/>
                  </a:ext>
                </a:extLst>
              </p:cNvPr>
              <p:cNvCxnSpPr>
                <a:cxnSpLocks/>
              </p:cNvCxnSpPr>
              <p:nvPr/>
            </p:nvCxnSpPr>
            <p:spPr>
              <a:xfrm>
                <a:off x="8470065" y="2740824"/>
                <a:ext cx="683909" cy="0"/>
              </a:xfrm>
              <a:prstGeom prst="straightConnector1">
                <a:avLst/>
              </a:prstGeom>
              <a:ln w="127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50" name="Rectángulo 149">
              <a:extLst>
                <a:ext uri="{FF2B5EF4-FFF2-40B4-BE49-F238E27FC236}">
                  <a16:creationId xmlns:a16="http://schemas.microsoft.com/office/drawing/2014/main" id="{636EC0AD-67C3-490C-8245-E62DA3E3548F}"/>
                </a:ext>
              </a:extLst>
            </p:cNvPr>
            <p:cNvSpPr/>
            <p:nvPr/>
          </p:nvSpPr>
          <p:spPr>
            <a:xfrm>
              <a:off x="10240495" y="3110532"/>
              <a:ext cx="400264" cy="226393"/>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cxnSp>
          <p:nvCxnSpPr>
            <p:cNvPr id="151" name="Conector recto de flecha 150">
              <a:extLst>
                <a:ext uri="{FF2B5EF4-FFF2-40B4-BE49-F238E27FC236}">
                  <a16:creationId xmlns:a16="http://schemas.microsoft.com/office/drawing/2014/main" id="{390E4B0B-E67B-4EBA-8318-782B08580500}"/>
                </a:ext>
              </a:extLst>
            </p:cNvPr>
            <p:cNvCxnSpPr>
              <a:cxnSpLocks/>
            </p:cNvCxnSpPr>
            <p:nvPr/>
          </p:nvCxnSpPr>
          <p:spPr>
            <a:xfrm>
              <a:off x="7473009" y="3462314"/>
              <a:ext cx="472955" cy="0"/>
            </a:xfrm>
            <a:prstGeom prst="straightConnector1">
              <a:avLst/>
            </a:prstGeom>
            <a:solidFill>
              <a:schemeClr val="bg1">
                <a:lumMod val="95000"/>
              </a:schemeClr>
            </a:solidFill>
            <a:ln w="127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152" name="Grupo 151">
              <a:extLst>
                <a:ext uri="{FF2B5EF4-FFF2-40B4-BE49-F238E27FC236}">
                  <a16:creationId xmlns:a16="http://schemas.microsoft.com/office/drawing/2014/main" id="{1D970B6B-9DAE-49F2-8843-28F4BD402793}"/>
                </a:ext>
              </a:extLst>
            </p:cNvPr>
            <p:cNvGrpSpPr/>
            <p:nvPr/>
          </p:nvGrpSpPr>
          <p:grpSpPr>
            <a:xfrm>
              <a:off x="8831322" y="3331179"/>
              <a:ext cx="1826998" cy="237815"/>
              <a:chOff x="7605453" y="2614366"/>
              <a:chExt cx="1826998" cy="227392"/>
            </a:xfrm>
          </p:grpSpPr>
          <p:sp>
            <p:nvSpPr>
              <p:cNvPr id="153" name="Rectángulo 152">
                <a:extLst>
                  <a:ext uri="{FF2B5EF4-FFF2-40B4-BE49-F238E27FC236}">
                    <a16:creationId xmlns:a16="http://schemas.microsoft.com/office/drawing/2014/main" id="{26A88E31-BAEB-4F15-AC04-74A8BC7BDBD5}"/>
                  </a:ext>
                </a:extLst>
              </p:cNvPr>
              <p:cNvSpPr/>
              <p:nvPr/>
            </p:nvSpPr>
            <p:spPr>
              <a:xfrm>
                <a:off x="7605453" y="2614366"/>
                <a:ext cx="1826998" cy="225142"/>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154" name="CuadroTexto 153">
                    <a:extLst>
                      <a:ext uri="{FF2B5EF4-FFF2-40B4-BE49-F238E27FC236}">
                        <a16:creationId xmlns:a16="http://schemas.microsoft.com/office/drawing/2014/main" id="{A99C31A3-92EE-4673-B158-C47CC13AA33C}"/>
                      </a:ext>
                    </a:extLst>
                  </p:cNvPr>
                  <p:cNvSpPr txBox="1"/>
                  <p:nvPr/>
                </p:nvSpPr>
                <p:spPr>
                  <a:xfrm>
                    <a:off x="7712148" y="2626314"/>
                    <a:ext cx="5963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Record</m:t>
                          </m:r>
                        </m:oMath>
                      </m:oMathPara>
                    </a14:m>
                    <a:endParaRPr lang="es-CO" dirty="0"/>
                  </a:p>
                </p:txBody>
              </p:sp>
            </mc:Choice>
            <mc:Fallback xmlns="">
              <p:sp>
                <p:nvSpPr>
                  <p:cNvPr id="154" name="CuadroTexto 153">
                    <a:extLst>
                      <a:ext uri="{FF2B5EF4-FFF2-40B4-BE49-F238E27FC236}">
                        <a16:creationId xmlns:a16="http://schemas.microsoft.com/office/drawing/2014/main" id="{A99C31A3-92EE-4673-B158-C47CC13AA33C}"/>
                      </a:ext>
                    </a:extLst>
                  </p:cNvPr>
                  <p:cNvSpPr txBox="1">
                    <a:spLocks noRot="1" noChangeAspect="1" noMove="1" noResize="1" noEditPoints="1" noAdjustHandles="1" noChangeArrowheads="1" noChangeShapeType="1" noTextEdit="1"/>
                  </p:cNvSpPr>
                  <p:nvPr/>
                </p:nvSpPr>
                <p:spPr>
                  <a:xfrm>
                    <a:off x="7712148" y="2626314"/>
                    <a:ext cx="596317" cy="215444"/>
                  </a:xfrm>
                  <a:prstGeom prst="rect">
                    <a:avLst/>
                  </a:prstGeom>
                  <a:blipFill>
                    <a:blip r:embed="rId8"/>
                    <a:stretch>
                      <a:fillRect l="-6122" r="-5102" b="-5405"/>
                    </a:stretch>
                  </a:blipFill>
                </p:spPr>
                <p:txBody>
                  <a:bodyPr/>
                  <a:lstStyle/>
                  <a:p>
                    <a:r>
                      <a:rPr lang="es-CO">
                        <a:noFill/>
                      </a:rPr>
                      <a:t> </a:t>
                    </a:r>
                  </a:p>
                </p:txBody>
              </p:sp>
            </mc:Fallback>
          </mc:AlternateContent>
          <p:cxnSp>
            <p:nvCxnSpPr>
              <p:cNvPr id="155" name="Conector recto de flecha 154">
                <a:extLst>
                  <a:ext uri="{FF2B5EF4-FFF2-40B4-BE49-F238E27FC236}">
                    <a16:creationId xmlns:a16="http://schemas.microsoft.com/office/drawing/2014/main" id="{F0475E1B-EE35-43A5-9FA9-D56FFE648323}"/>
                  </a:ext>
                </a:extLst>
              </p:cNvPr>
              <p:cNvCxnSpPr>
                <a:cxnSpLocks/>
              </p:cNvCxnSpPr>
              <p:nvPr/>
            </p:nvCxnSpPr>
            <p:spPr>
              <a:xfrm>
                <a:off x="8470065" y="2740824"/>
                <a:ext cx="683909" cy="0"/>
              </a:xfrm>
              <a:prstGeom prst="straightConnector1">
                <a:avLst/>
              </a:prstGeom>
              <a:ln w="127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156" name="Rectángulo 155">
              <a:extLst>
                <a:ext uri="{FF2B5EF4-FFF2-40B4-BE49-F238E27FC236}">
                  <a16:creationId xmlns:a16="http://schemas.microsoft.com/office/drawing/2014/main" id="{8BF94178-80D8-4E75-A1F7-84E030BF74C1}"/>
                </a:ext>
              </a:extLst>
            </p:cNvPr>
            <p:cNvSpPr/>
            <p:nvPr/>
          </p:nvSpPr>
          <p:spPr>
            <a:xfrm>
              <a:off x="6779744" y="3560717"/>
              <a:ext cx="614874" cy="25799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grpSp>
          <p:nvGrpSpPr>
            <p:cNvPr id="157" name="Grupo 156">
              <a:extLst>
                <a:ext uri="{FF2B5EF4-FFF2-40B4-BE49-F238E27FC236}">
                  <a16:creationId xmlns:a16="http://schemas.microsoft.com/office/drawing/2014/main" id="{0C3DF96B-E370-4F4A-A6AD-5B1E6C5D065A}"/>
                </a:ext>
              </a:extLst>
            </p:cNvPr>
            <p:cNvGrpSpPr/>
            <p:nvPr/>
          </p:nvGrpSpPr>
          <p:grpSpPr>
            <a:xfrm>
              <a:off x="6791059" y="3821547"/>
              <a:ext cx="1428593" cy="253181"/>
              <a:chOff x="6911683" y="1105982"/>
              <a:chExt cx="1421981" cy="253181"/>
            </a:xfrm>
          </p:grpSpPr>
          <p:sp>
            <p:nvSpPr>
              <p:cNvPr id="158" name="Rectángulo 157">
                <a:extLst>
                  <a:ext uri="{FF2B5EF4-FFF2-40B4-BE49-F238E27FC236}">
                    <a16:creationId xmlns:a16="http://schemas.microsoft.com/office/drawing/2014/main" id="{D8B61AB4-E321-4C51-8647-7FF34B902F2A}"/>
                  </a:ext>
                </a:extLst>
              </p:cNvPr>
              <p:cNvSpPr/>
              <p:nvPr/>
            </p:nvSpPr>
            <p:spPr>
              <a:xfrm>
                <a:off x="6911683" y="1105982"/>
                <a:ext cx="1421981" cy="253181"/>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159" name="CuadroTexto 158">
                    <a:extLst>
                      <a:ext uri="{FF2B5EF4-FFF2-40B4-BE49-F238E27FC236}">
                        <a16:creationId xmlns:a16="http://schemas.microsoft.com/office/drawing/2014/main" id="{A2421690-4B70-434B-A717-495A622CFBE5}"/>
                      </a:ext>
                    </a:extLst>
                  </p:cNvPr>
                  <p:cNvSpPr txBox="1"/>
                  <p:nvPr/>
                </p:nvSpPr>
                <p:spPr>
                  <a:xfrm>
                    <a:off x="7479422" y="1116879"/>
                    <a:ext cx="203581"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O" i="1" smtClean="0">
                              <a:latin typeface="Cambria Math" panose="02040503050406030204" pitchFamily="18" charset="0"/>
                              <a:ea typeface="Cambria Math" panose="02040503050406030204" pitchFamily="18" charset="0"/>
                            </a:rPr>
                            <m:t>⋯</m:t>
                          </m:r>
                        </m:oMath>
                      </m:oMathPara>
                    </a14:m>
                    <a:endParaRPr lang="es-CO" dirty="0"/>
                  </a:p>
                </p:txBody>
              </p:sp>
            </mc:Choice>
            <mc:Fallback xmlns="">
              <p:sp>
                <p:nvSpPr>
                  <p:cNvPr id="159" name="CuadroTexto 158">
                    <a:extLst>
                      <a:ext uri="{FF2B5EF4-FFF2-40B4-BE49-F238E27FC236}">
                        <a16:creationId xmlns:a16="http://schemas.microsoft.com/office/drawing/2014/main" id="{A2421690-4B70-434B-A717-495A622CFBE5}"/>
                      </a:ext>
                    </a:extLst>
                  </p:cNvPr>
                  <p:cNvSpPr txBox="1">
                    <a:spLocks noRot="1" noChangeAspect="1" noMove="1" noResize="1" noEditPoints="1" noAdjustHandles="1" noChangeArrowheads="1" noChangeShapeType="1" noTextEdit="1"/>
                  </p:cNvSpPr>
                  <p:nvPr/>
                </p:nvSpPr>
                <p:spPr>
                  <a:xfrm>
                    <a:off x="7479422" y="1116879"/>
                    <a:ext cx="203581" cy="215444"/>
                  </a:xfrm>
                  <a:prstGeom prst="rect">
                    <a:avLst/>
                  </a:prstGeom>
                  <a:blipFill>
                    <a:blip r:embed="rId11"/>
                    <a:stretch>
                      <a:fillRect l="-6061" r="-3030"/>
                    </a:stretch>
                  </a:blipFill>
                </p:spPr>
                <p:txBody>
                  <a:bodyPr/>
                  <a:lstStyle/>
                  <a:p>
                    <a:r>
                      <a:rPr lang="es-CO">
                        <a:noFill/>
                      </a:rPr>
                      <a:t> </a:t>
                    </a:r>
                  </a:p>
                </p:txBody>
              </p:sp>
            </mc:Fallback>
          </mc:AlternateContent>
        </p:grpSp>
        <p:grpSp>
          <p:nvGrpSpPr>
            <p:cNvPr id="161" name="Grupo 160">
              <a:extLst>
                <a:ext uri="{FF2B5EF4-FFF2-40B4-BE49-F238E27FC236}">
                  <a16:creationId xmlns:a16="http://schemas.microsoft.com/office/drawing/2014/main" id="{0DE199EA-CEFE-4008-BD83-CE49BD37177B}"/>
                </a:ext>
              </a:extLst>
            </p:cNvPr>
            <p:cNvGrpSpPr/>
            <p:nvPr/>
          </p:nvGrpSpPr>
          <p:grpSpPr>
            <a:xfrm>
              <a:off x="8195445" y="3816742"/>
              <a:ext cx="2453428" cy="257986"/>
              <a:chOff x="7605453" y="2614366"/>
              <a:chExt cx="2453428" cy="257986"/>
            </a:xfrm>
          </p:grpSpPr>
          <p:sp>
            <p:nvSpPr>
              <p:cNvPr id="162" name="Rectángulo 161">
                <a:extLst>
                  <a:ext uri="{FF2B5EF4-FFF2-40B4-BE49-F238E27FC236}">
                    <a16:creationId xmlns:a16="http://schemas.microsoft.com/office/drawing/2014/main" id="{3FD2529E-C6B3-4D4E-B379-56BB742AFC45}"/>
                  </a:ext>
                </a:extLst>
              </p:cNvPr>
              <p:cNvSpPr/>
              <p:nvPr/>
            </p:nvSpPr>
            <p:spPr>
              <a:xfrm>
                <a:off x="7605453" y="2614366"/>
                <a:ext cx="2453428" cy="257986"/>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mc:AlternateContent xmlns:mc="http://schemas.openxmlformats.org/markup-compatibility/2006" xmlns:a14="http://schemas.microsoft.com/office/drawing/2010/main">
            <mc:Choice Requires="a14">
              <p:sp>
                <p:nvSpPr>
                  <p:cNvPr id="163" name="CuadroTexto 162">
                    <a:extLst>
                      <a:ext uri="{FF2B5EF4-FFF2-40B4-BE49-F238E27FC236}">
                        <a16:creationId xmlns:a16="http://schemas.microsoft.com/office/drawing/2014/main" id="{915168E2-C066-4737-9631-273452208FF5}"/>
                      </a:ext>
                    </a:extLst>
                  </p:cNvPr>
                  <p:cNvSpPr txBox="1"/>
                  <p:nvPr/>
                </p:nvSpPr>
                <p:spPr>
                  <a:xfrm>
                    <a:off x="7712148" y="2626314"/>
                    <a:ext cx="59631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s-MX" b="0" i="0" smtClean="0">
                              <a:latin typeface="Cambria Math" panose="02040503050406030204" pitchFamily="18" charset="0"/>
                              <a:ea typeface="Cambria Math" panose="02040503050406030204" pitchFamily="18" charset="0"/>
                            </a:rPr>
                            <m:t>Record</m:t>
                          </m:r>
                        </m:oMath>
                      </m:oMathPara>
                    </a14:m>
                    <a:endParaRPr lang="es-CO" dirty="0"/>
                  </a:p>
                </p:txBody>
              </p:sp>
            </mc:Choice>
            <mc:Fallback xmlns="">
              <p:sp>
                <p:nvSpPr>
                  <p:cNvPr id="163" name="CuadroTexto 162">
                    <a:extLst>
                      <a:ext uri="{FF2B5EF4-FFF2-40B4-BE49-F238E27FC236}">
                        <a16:creationId xmlns:a16="http://schemas.microsoft.com/office/drawing/2014/main" id="{915168E2-C066-4737-9631-273452208FF5}"/>
                      </a:ext>
                    </a:extLst>
                  </p:cNvPr>
                  <p:cNvSpPr txBox="1">
                    <a:spLocks noRot="1" noChangeAspect="1" noMove="1" noResize="1" noEditPoints="1" noAdjustHandles="1" noChangeArrowheads="1" noChangeShapeType="1" noTextEdit="1"/>
                  </p:cNvSpPr>
                  <p:nvPr/>
                </p:nvSpPr>
                <p:spPr>
                  <a:xfrm>
                    <a:off x="7712148" y="2626314"/>
                    <a:ext cx="596317" cy="215444"/>
                  </a:xfrm>
                  <a:prstGeom prst="rect">
                    <a:avLst/>
                  </a:prstGeom>
                  <a:blipFill>
                    <a:blip r:embed="rId10"/>
                    <a:stretch>
                      <a:fillRect l="-7143" r="-4082" b="-8571"/>
                    </a:stretch>
                  </a:blipFill>
                </p:spPr>
                <p:txBody>
                  <a:bodyPr/>
                  <a:lstStyle/>
                  <a:p>
                    <a:r>
                      <a:rPr lang="es-CO">
                        <a:noFill/>
                      </a:rPr>
                      <a:t> </a:t>
                    </a:r>
                  </a:p>
                </p:txBody>
              </p:sp>
            </mc:Fallback>
          </mc:AlternateContent>
          <p:cxnSp>
            <p:nvCxnSpPr>
              <p:cNvPr id="164" name="Conector recto de flecha 163">
                <a:extLst>
                  <a:ext uri="{FF2B5EF4-FFF2-40B4-BE49-F238E27FC236}">
                    <a16:creationId xmlns:a16="http://schemas.microsoft.com/office/drawing/2014/main" id="{8CAC4AB4-411A-4986-A470-1E8D9D226E88}"/>
                  </a:ext>
                </a:extLst>
              </p:cNvPr>
              <p:cNvCxnSpPr>
                <a:cxnSpLocks/>
              </p:cNvCxnSpPr>
              <p:nvPr/>
            </p:nvCxnSpPr>
            <p:spPr>
              <a:xfrm>
                <a:off x="8470065" y="2740824"/>
                <a:ext cx="683909" cy="0"/>
              </a:xfrm>
              <a:prstGeom prst="straightConnector1">
                <a:avLst/>
              </a:prstGeom>
              <a:ln w="12700">
                <a:solidFill>
                  <a:schemeClr val="tx1"/>
                </a:solidFill>
                <a:headEnd type="oval" w="med" len="med"/>
                <a:tailEnd type="triangle" w="med" len="med"/>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0138931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a:t>
            </a:r>
            <a:endParaRPr b="1" dirty="0">
              <a:solidFill>
                <a:srgbClr val="0B6937"/>
              </a:solidFill>
              <a:latin typeface="Roboto Slab"/>
              <a:ea typeface="Roboto Slab"/>
              <a:cs typeface="Roboto Slab"/>
              <a:sym typeface="Roboto Slab"/>
            </a:endParaRPr>
          </a:p>
        </p:txBody>
      </p:sp>
      <p:sp>
        <p:nvSpPr>
          <p:cNvPr id="86" name="Google Shape;310;p34">
            <a:extLst>
              <a:ext uri="{FF2B5EF4-FFF2-40B4-BE49-F238E27FC236}">
                <a16:creationId xmlns:a16="http://schemas.microsoft.com/office/drawing/2014/main" id="{5B89A4D4-D805-4F9D-918B-C6AD22F62D6B}"/>
              </a:ext>
            </a:extLst>
          </p:cNvPr>
          <p:cNvSpPr txBox="1">
            <a:spLocks/>
          </p:cNvSpPr>
          <p:nvPr/>
        </p:nvSpPr>
        <p:spPr>
          <a:xfrm>
            <a:off x="796138" y="841643"/>
            <a:ext cx="10989462" cy="122845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t>Inserción</a:t>
            </a:r>
            <a:r>
              <a:rPr lang="es-MX" sz="2000" dirty="0"/>
              <a:t>:</a:t>
            </a:r>
          </a:p>
          <a:p>
            <a:r>
              <a:rPr lang="es-MX" sz="2000" dirty="0"/>
              <a:t>Encontrar el primer bit del </a:t>
            </a:r>
            <a:r>
              <a:rPr lang="es-MX" sz="2000" b="1" dirty="0"/>
              <a:t>array map </a:t>
            </a:r>
            <a:r>
              <a:rPr lang="es-MX" sz="2000" dirty="0"/>
              <a:t>en </a:t>
            </a:r>
            <a:r>
              <a:rPr lang="es-MX" sz="2000" b="1" dirty="0"/>
              <a:t>0</a:t>
            </a:r>
            <a:r>
              <a:rPr lang="es-MX" sz="2000" dirty="0"/>
              <a:t> (slot vacío), llenar el slot con el registro y actualizar el bit a </a:t>
            </a:r>
            <a:r>
              <a:rPr lang="es-MX" sz="2000" b="1" dirty="0"/>
              <a:t>1 </a:t>
            </a:r>
            <a:r>
              <a:rPr lang="es-MX" sz="2000" dirty="0"/>
              <a:t>(slot ocupado)  </a:t>
            </a:r>
          </a:p>
          <a:p>
            <a:endParaRPr lang="es-MX" sz="2000" dirty="0"/>
          </a:p>
        </p:txBody>
      </p:sp>
      <p:graphicFrame>
        <p:nvGraphicFramePr>
          <p:cNvPr id="91" name="Tabla 5">
            <a:extLst>
              <a:ext uri="{FF2B5EF4-FFF2-40B4-BE49-F238E27FC236}">
                <a16:creationId xmlns:a16="http://schemas.microsoft.com/office/drawing/2014/main" id="{D10C3841-DFE8-4BB8-B06F-649A8EEE0F7B}"/>
              </a:ext>
            </a:extLst>
          </p:cNvPr>
          <p:cNvGraphicFramePr>
            <a:graphicFrameLocks noGrp="1"/>
          </p:cNvGraphicFramePr>
          <p:nvPr>
            <p:extLst>
              <p:ext uri="{D42A27DB-BD31-4B8C-83A1-F6EECF244321}">
                <p14:modId xmlns:p14="http://schemas.microsoft.com/office/powerpoint/2010/main" val="2008085716"/>
              </p:ext>
            </p:extLst>
          </p:nvPr>
        </p:nvGraphicFramePr>
        <p:xfrm>
          <a:off x="916650" y="2130157"/>
          <a:ext cx="3956846" cy="3886200"/>
        </p:xfrm>
        <a:graphic>
          <a:graphicData uri="http://schemas.openxmlformats.org/drawingml/2006/table">
            <a:tbl>
              <a:tblPr firstRow="1" bandRow="1">
                <a:tableStyleId>{AD6A3598-7CB8-4345-8D95-17CE05F158A0}</a:tableStyleId>
              </a:tblPr>
              <a:tblGrid>
                <a:gridCol w="640080">
                  <a:extLst>
                    <a:ext uri="{9D8B030D-6E8A-4147-A177-3AD203B41FA5}">
                      <a16:colId xmlns:a16="http://schemas.microsoft.com/office/drawing/2014/main" val="2633565671"/>
                    </a:ext>
                  </a:extLst>
                </a:gridCol>
                <a:gridCol w="212902">
                  <a:extLst>
                    <a:ext uri="{9D8B030D-6E8A-4147-A177-3AD203B41FA5}">
                      <a16:colId xmlns:a16="http://schemas.microsoft.com/office/drawing/2014/main" val="3904809786"/>
                    </a:ext>
                  </a:extLst>
                </a:gridCol>
                <a:gridCol w="212902">
                  <a:extLst>
                    <a:ext uri="{9D8B030D-6E8A-4147-A177-3AD203B41FA5}">
                      <a16:colId xmlns:a16="http://schemas.microsoft.com/office/drawing/2014/main" val="460339203"/>
                    </a:ext>
                  </a:extLst>
                </a:gridCol>
                <a:gridCol w="212902">
                  <a:extLst>
                    <a:ext uri="{9D8B030D-6E8A-4147-A177-3AD203B41FA5}">
                      <a16:colId xmlns:a16="http://schemas.microsoft.com/office/drawing/2014/main" val="1396731709"/>
                    </a:ext>
                  </a:extLst>
                </a:gridCol>
                <a:gridCol w="212902">
                  <a:extLst>
                    <a:ext uri="{9D8B030D-6E8A-4147-A177-3AD203B41FA5}">
                      <a16:colId xmlns:a16="http://schemas.microsoft.com/office/drawing/2014/main" val="633236259"/>
                    </a:ext>
                  </a:extLst>
                </a:gridCol>
                <a:gridCol w="212902">
                  <a:extLst>
                    <a:ext uri="{9D8B030D-6E8A-4147-A177-3AD203B41FA5}">
                      <a16:colId xmlns:a16="http://schemas.microsoft.com/office/drawing/2014/main" val="1167105375"/>
                    </a:ext>
                  </a:extLst>
                </a:gridCol>
                <a:gridCol w="212902">
                  <a:extLst>
                    <a:ext uri="{9D8B030D-6E8A-4147-A177-3AD203B41FA5}">
                      <a16:colId xmlns:a16="http://schemas.microsoft.com/office/drawing/2014/main" val="675830656"/>
                    </a:ext>
                  </a:extLst>
                </a:gridCol>
                <a:gridCol w="212902">
                  <a:extLst>
                    <a:ext uri="{9D8B030D-6E8A-4147-A177-3AD203B41FA5}">
                      <a16:colId xmlns:a16="http://schemas.microsoft.com/office/drawing/2014/main" val="2160020093"/>
                    </a:ext>
                  </a:extLst>
                </a:gridCol>
                <a:gridCol w="212902">
                  <a:extLst>
                    <a:ext uri="{9D8B030D-6E8A-4147-A177-3AD203B41FA5}">
                      <a16:colId xmlns:a16="http://schemas.microsoft.com/office/drawing/2014/main" val="710509538"/>
                    </a:ext>
                  </a:extLst>
                </a:gridCol>
                <a:gridCol w="212902">
                  <a:extLst>
                    <a:ext uri="{9D8B030D-6E8A-4147-A177-3AD203B41FA5}">
                      <a16:colId xmlns:a16="http://schemas.microsoft.com/office/drawing/2014/main" val="4249475896"/>
                    </a:ext>
                  </a:extLst>
                </a:gridCol>
                <a:gridCol w="212902">
                  <a:extLst>
                    <a:ext uri="{9D8B030D-6E8A-4147-A177-3AD203B41FA5}">
                      <a16:colId xmlns:a16="http://schemas.microsoft.com/office/drawing/2014/main" val="1540313479"/>
                    </a:ext>
                  </a:extLst>
                </a:gridCol>
                <a:gridCol w="212902">
                  <a:extLst>
                    <a:ext uri="{9D8B030D-6E8A-4147-A177-3AD203B41FA5}">
                      <a16:colId xmlns:a16="http://schemas.microsoft.com/office/drawing/2014/main" val="1873435226"/>
                    </a:ext>
                  </a:extLst>
                </a:gridCol>
                <a:gridCol w="212902">
                  <a:extLst>
                    <a:ext uri="{9D8B030D-6E8A-4147-A177-3AD203B41FA5}">
                      <a16:colId xmlns:a16="http://schemas.microsoft.com/office/drawing/2014/main" val="4074319785"/>
                    </a:ext>
                  </a:extLst>
                </a:gridCol>
                <a:gridCol w="212902">
                  <a:extLst>
                    <a:ext uri="{9D8B030D-6E8A-4147-A177-3AD203B41FA5}">
                      <a16:colId xmlns:a16="http://schemas.microsoft.com/office/drawing/2014/main" val="4171483358"/>
                    </a:ext>
                  </a:extLst>
                </a:gridCol>
                <a:gridCol w="212902">
                  <a:extLst>
                    <a:ext uri="{9D8B030D-6E8A-4147-A177-3AD203B41FA5}">
                      <a16:colId xmlns:a16="http://schemas.microsoft.com/office/drawing/2014/main" val="793840195"/>
                    </a:ext>
                  </a:extLst>
                </a:gridCol>
                <a:gridCol w="336138">
                  <a:extLst>
                    <a:ext uri="{9D8B030D-6E8A-4147-A177-3AD203B41FA5}">
                      <a16:colId xmlns:a16="http://schemas.microsoft.com/office/drawing/2014/main" val="174867543"/>
                    </a:ext>
                  </a:extLst>
                </a:gridCol>
              </a:tblGrid>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algn="ctr"/>
                      <a:r>
                        <a:rPr lang="es-CO" sz="1100" dirty="0">
                          <a:latin typeface="Consolas" panose="020B0609020204030204" pitchFamily="49" charset="0"/>
                          <a:ea typeface="Roboto" panose="02000000000000000000" pitchFamily="2" charset="0"/>
                        </a:rPr>
                        <a:t>record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500112237"/>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433299529"/>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(2,2)</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089162325"/>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(2,3)</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770067999"/>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(2,4)</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164769815"/>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(2,5)</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4243836020"/>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(2,6)</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693277118"/>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(2,7)</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271431542"/>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(2,8)</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739822668"/>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(2,9)</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748767563"/>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(2,10)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661270998"/>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(2,11)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863648499"/>
                  </a:ext>
                </a:extLst>
              </a:tr>
              <a:tr h="151270">
                <a:tc>
                  <a:txBody>
                    <a:bodyPr/>
                    <a:lstStyle/>
                    <a:p>
                      <a:endParaRPr lang="es-CO" sz="1100" dirty="0">
                        <a:latin typeface="Consolas" panose="020B0609020204030204" pitchFamily="49" charset="0"/>
                        <a:ea typeface="Roboto" panose="02000000000000000000" pitchFamily="2"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noFill/>
                  </a:tcPr>
                </a:tc>
                <a:tc gridSpan="15">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446910710"/>
                  </a:ext>
                </a:extLst>
              </a:tr>
              <a:tr h="151270">
                <a:tc>
                  <a:txBody>
                    <a:bodyPr/>
                    <a:lstStyle/>
                    <a:p>
                      <a:endParaRPr lang="es-CO" sz="1100" dirty="0">
                        <a:latin typeface="Consolas" panose="020B0609020204030204" pitchFamily="49" charset="0"/>
                        <a:ea typeface="Roboto" panose="02000000000000000000" pitchFamily="2"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2685306776"/>
                  </a:ext>
                </a:extLst>
              </a:tr>
              <a:tr h="151270">
                <a:tc>
                  <a:txBody>
                    <a:bodyPr/>
                    <a:lstStyle/>
                    <a:p>
                      <a:pPr algn="ctr"/>
                      <a:endParaRPr lang="es-CO" sz="800" dirty="0">
                        <a:latin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s-CO" sz="800" dirty="0">
                          <a:latin typeface="Consolas" panose="020B0609020204030204" pitchFamily="49"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s-CO" sz="1100" b="1" dirty="0">
                          <a:latin typeface="Consolas" panose="020B0609020204030204" pitchFamily="49" charset="0"/>
                          <a:ea typeface="Roboto" panose="02000000000000000000" pitchFamily="2"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162425273"/>
                  </a:ext>
                </a:extLst>
              </a:tr>
            </a:tbl>
          </a:graphicData>
        </a:graphic>
      </p:graphicFrame>
      <p:sp>
        <p:nvSpPr>
          <p:cNvPr id="94" name="CuadroTexto 93">
            <a:extLst>
              <a:ext uri="{FF2B5EF4-FFF2-40B4-BE49-F238E27FC236}">
                <a16:creationId xmlns:a16="http://schemas.microsoft.com/office/drawing/2014/main" id="{E16AEF5C-7B1B-4A30-939C-18431568AD1D}"/>
              </a:ext>
            </a:extLst>
          </p:cNvPr>
          <p:cNvSpPr txBox="1"/>
          <p:nvPr/>
        </p:nvSpPr>
        <p:spPr>
          <a:xfrm>
            <a:off x="5175219" y="3753352"/>
            <a:ext cx="2481943" cy="369332"/>
          </a:xfrm>
          <a:prstGeom prst="rect">
            <a:avLst/>
          </a:prstGeom>
          <a:noFill/>
        </p:spPr>
        <p:txBody>
          <a:bodyPr wrap="square">
            <a:spAutoFit/>
          </a:bodyPr>
          <a:lstStyle/>
          <a:p>
            <a:pPr algn="ctr"/>
            <a:r>
              <a:rPr lang="es-MX" altLang="en-US" sz="1800" b="1" dirty="0">
                <a:solidFill>
                  <a:srgbClr val="00B050"/>
                </a:solidFill>
                <a:latin typeface="Consolas" panose="020B0609020204030204" pitchFamily="49" charset="0"/>
                <a:ea typeface="Roboto" panose="02000000000000000000" pitchFamily="2" charset="0"/>
              </a:rPr>
              <a:t>insert</a:t>
            </a:r>
            <a:r>
              <a:rPr lang="es-MX" altLang="en-US" sz="1800" b="1" dirty="0">
                <a:latin typeface="Consolas" panose="020B0609020204030204" pitchFamily="49" charset="0"/>
                <a:ea typeface="Roboto" panose="02000000000000000000" pitchFamily="2" charset="0"/>
              </a:rPr>
              <a:t>(record 12)</a:t>
            </a:r>
            <a:endParaRPr lang="es-CO" sz="1800" dirty="0">
              <a:solidFill>
                <a:srgbClr val="FF0000"/>
              </a:solidFill>
              <a:latin typeface="Roboto" panose="02000000000000000000" pitchFamily="2" charset="0"/>
              <a:ea typeface="Roboto" panose="02000000000000000000" pitchFamily="2" charset="0"/>
            </a:endParaRPr>
          </a:p>
        </p:txBody>
      </p:sp>
      <p:sp>
        <p:nvSpPr>
          <p:cNvPr id="95" name="Flecha: a la derecha 94">
            <a:extLst>
              <a:ext uri="{FF2B5EF4-FFF2-40B4-BE49-F238E27FC236}">
                <a16:creationId xmlns:a16="http://schemas.microsoft.com/office/drawing/2014/main" id="{8B9539C9-D9F4-4AA0-A2F1-2719FB8C49D6}"/>
              </a:ext>
            </a:extLst>
          </p:cNvPr>
          <p:cNvSpPr/>
          <p:nvPr/>
        </p:nvSpPr>
        <p:spPr>
          <a:xfrm>
            <a:off x="5145314" y="4122684"/>
            <a:ext cx="2641599" cy="260193"/>
          </a:xfrm>
          <a:prstGeom prst="righ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aphicFrame>
        <p:nvGraphicFramePr>
          <p:cNvPr id="8" name="Tabla 5">
            <a:extLst>
              <a:ext uri="{FF2B5EF4-FFF2-40B4-BE49-F238E27FC236}">
                <a16:creationId xmlns:a16="http://schemas.microsoft.com/office/drawing/2014/main" id="{F974BA2B-59EB-4963-9106-3843BE3B8FC3}"/>
              </a:ext>
            </a:extLst>
          </p:cNvPr>
          <p:cNvGraphicFramePr>
            <a:graphicFrameLocks noGrp="1"/>
          </p:cNvGraphicFramePr>
          <p:nvPr>
            <p:extLst>
              <p:ext uri="{D42A27DB-BD31-4B8C-83A1-F6EECF244321}">
                <p14:modId xmlns:p14="http://schemas.microsoft.com/office/powerpoint/2010/main" val="53076681"/>
              </p:ext>
            </p:extLst>
          </p:nvPr>
        </p:nvGraphicFramePr>
        <p:xfrm>
          <a:off x="7828754" y="2130157"/>
          <a:ext cx="3956846" cy="3886200"/>
        </p:xfrm>
        <a:graphic>
          <a:graphicData uri="http://schemas.openxmlformats.org/drawingml/2006/table">
            <a:tbl>
              <a:tblPr firstRow="1" bandRow="1">
                <a:tableStyleId>{AD6A3598-7CB8-4345-8D95-17CE05F158A0}</a:tableStyleId>
              </a:tblPr>
              <a:tblGrid>
                <a:gridCol w="640080">
                  <a:extLst>
                    <a:ext uri="{9D8B030D-6E8A-4147-A177-3AD203B41FA5}">
                      <a16:colId xmlns:a16="http://schemas.microsoft.com/office/drawing/2014/main" val="2633565671"/>
                    </a:ext>
                  </a:extLst>
                </a:gridCol>
                <a:gridCol w="212902">
                  <a:extLst>
                    <a:ext uri="{9D8B030D-6E8A-4147-A177-3AD203B41FA5}">
                      <a16:colId xmlns:a16="http://schemas.microsoft.com/office/drawing/2014/main" val="3904809786"/>
                    </a:ext>
                  </a:extLst>
                </a:gridCol>
                <a:gridCol w="212902">
                  <a:extLst>
                    <a:ext uri="{9D8B030D-6E8A-4147-A177-3AD203B41FA5}">
                      <a16:colId xmlns:a16="http://schemas.microsoft.com/office/drawing/2014/main" val="460339203"/>
                    </a:ext>
                  </a:extLst>
                </a:gridCol>
                <a:gridCol w="212902">
                  <a:extLst>
                    <a:ext uri="{9D8B030D-6E8A-4147-A177-3AD203B41FA5}">
                      <a16:colId xmlns:a16="http://schemas.microsoft.com/office/drawing/2014/main" val="1396731709"/>
                    </a:ext>
                  </a:extLst>
                </a:gridCol>
                <a:gridCol w="212902">
                  <a:extLst>
                    <a:ext uri="{9D8B030D-6E8A-4147-A177-3AD203B41FA5}">
                      <a16:colId xmlns:a16="http://schemas.microsoft.com/office/drawing/2014/main" val="633236259"/>
                    </a:ext>
                  </a:extLst>
                </a:gridCol>
                <a:gridCol w="212902">
                  <a:extLst>
                    <a:ext uri="{9D8B030D-6E8A-4147-A177-3AD203B41FA5}">
                      <a16:colId xmlns:a16="http://schemas.microsoft.com/office/drawing/2014/main" val="1167105375"/>
                    </a:ext>
                  </a:extLst>
                </a:gridCol>
                <a:gridCol w="212902">
                  <a:extLst>
                    <a:ext uri="{9D8B030D-6E8A-4147-A177-3AD203B41FA5}">
                      <a16:colId xmlns:a16="http://schemas.microsoft.com/office/drawing/2014/main" val="675830656"/>
                    </a:ext>
                  </a:extLst>
                </a:gridCol>
                <a:gridCol w="212902">
                  <a:extLst>
                    <a:ext uri="{9D8B030D-6E8A-4147-A177-3AD203B41FA5}">
                      <a16:colId xmlns:a16="http://schemas.microsoft.com/office/drawing/2014/main" val="2160020093"/>
                    </a:ext>
                  </a:extLst>
                </a:gridCol>
                <a:gridCol w="212902">
                  <a:extLst>
                    <a:ext uri="{9D8B030D-6E8A-4147-A177-3AD203B41FA5}">
                      <a16:colId xmlns:a16="http://schemas.microsoft.com/office/drawing/2014/main" val="710509538"/>
                    </a:ext>
                  </a:extLst>
                </a:gridCol>
                <a:gridCol w="212902">
                  <a:extLst>
                    <a:ext uri="{9D8B030D-6E8A-4147-A177-3AD203B41FA5}">
                      <a16:colId xmlns:a16="http://schemas.microsoft.com/office/drawing/2014/main" val="4249475896"/>
                    </a:ext>
                  </a:extLst>
                </a:gridCol>
                <a:gridCol w="212902">
                  <a:extLst>
                    <a:ext uri="{9D8B030D-6E8A-4147-A177-3AD203B41FA5}">
                      <a16:colId xmlns:a16="http://schemas.microsoft.com/office/drawing/2014/main" val="1540313479"/>
                    </a:ext>
                  </a:extLst>
                </a:gridCol>
                <a:gridCol w="212902">
                  <a:extLst>
                    <a:ext uri="{9D8B030D-6E8A-4147-A177-3AD203B41FA5}">
                      <a16:colId xmlns:a16="http://schemas.microsoft.com/office/drawing/2014/main" val="1873435226"/>
                    </a:ext>
                  </a:extLst>
                </a:gridCol>
                <a:gridCol w="212902">
                  <a:extLst>
                    <a:ext uri="{9D8B030D-6E8A-4147-A177-3AD203B41FA5}">
                      <a16:colId xmlns:a16="http://schemas.microsoft.com/office/drawing/2014/main" val="4074319785"/>
                    </a:ext>
                  </a:extLst>
                </a:gridCol>
                <a:gridCol w="212902">
                  <a:extLst>
                    <a:ext uri="{9D8B030D-6E8A-4147-A177-3AD203B41FA5}">
                      <a16:colId xmlns:a16="http://schemas.microsoft.com/office/drawing/2014/main" val="4171483358"/>
                    </a:ext>
                  </a:extLst>
                </a:gridCol>
                <a:gridCol w="212902">
                  <a:extLst>
                    <a:ext uri="{9D8B030D-6E8A-4147-A177-3AD203B41FA5}">
                      <a16:colId xmlns:a16="http://schemas.microsoft.com/office/drawing/2014/main" val="793840195"/>
                    </a:ext>
                  </a:extLst>
                </a:gridCol>
                <a:gridCol w="336138">
                  <a:extLst>
                    <a:ext uri="{9D8B030D-6E8A-4147-A177-3AD203B41FA5}">
                      <a16:colId xmlns:a16="http://schemas.microsoft.com/office/drawing/2014/main" val="174867543"/>
                    </a:ext>
                  </a:extLst>
                </a:gridCol>
              </a:tblGrid>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algn="ctr"/>
                      <a:r>
                        <a:rPr lang="es-CO" sz="1100" dirty="0">
                          <a:latin typeface="Consolas" panose="020B0609020204030204" pitchFamily="49" charset="0"/>
                          <a:ea typeface="Roboto" panose="02000000000000000000" pitchFamily="2" charset="0"/>
                        </a:rPr>
                        <a:t>record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500112237"/>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433299529"/>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(2,2)</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089162325"/>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(2,3)</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770067999"/>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(2,4)</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164769815"/>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(2,5)</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4243836020"/>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(2,6)</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693277118"/>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(2,7)</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271431542"/>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(2,8)</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739822668"/>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(2,9)</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748767563"/>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(2,10)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661270998"/>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(2,11)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863648499"/>
                  </a:ext>
                </a:extLst>
              </a:tr>
              <a:tr h="15127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(2,12)</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446910710"/>
                  </a:ext>
                </a:extLst>
              </a:tr>
              <a:tr h="151270">
                <a:tc>
                  <a:txBody>
                    <a:bodyPr/>
                    <a:lstStyle/>
                    <a:p>
                      <a:endParaRPr lang="es-CO" sz="1100" dirty="0">
                        <a:latin typeface="Consolas" panose="020B0609020204030204" pitchFamily="49" charset="0"/>
                        <a:ea typeface="Roboto" panose="02000000000000000000" pitchFamily="2"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2685306776"/>
                  </a:ext>
                </a:extLst>
              </a:tr>
              <a:tr h="151270">
                <a:tc>
                  <a:txBody>
                    <a:bodyPr/>
                    <a:lstStyle/>
                    <a:p>
                      <a:pPr algn="ctr"/>
                      <a:endParaRPr lang="es-CO" sz="800" dirty="0">
                        <a:latin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s-CO" sz="1100" b="1" dirty="0">
                          <a:latin typeface="Consolas" panose="020B0609020204030204" pitchFamily="49" charset="0"/>
                          <a:ea typeface="Roboto" panose="02000000000000000000" pitchFamily="2"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162425273"/>
                  </a:ext>
                </a:extLst>
              </a:tr>
            </a:tbl>
          </a:graphicData>
        </a:graphic>
      </p:graphicFrame>
    </p:spTree>
    <p:extLst>
      <p:ext uri="{BB962C8B-B14F-4D97-AF65-F5344CB8AC3E}">
        <p14:creationId xmlns:p14="http://schemas.microsoft.com/office/powerpoint/2010/main" val="41459365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 – Uso de bitmap</a:t>
            </a:r>
            <a:endParaRPr b="1" dirty="0">
              <a:solidFill>
                <a:srgbClr val="0B6937"/>
              </a:solidFill>
              <a:latin typeface="Roboto Slab"/>
              <a:ea typeface="Roboto Slab"/>
              <a:cs typeface="Roboto Slab"/>
              <a:sym typeface="Roboto Slab"/>
            </a:endParaRPr>
          </a:p>
        </p:txBody>
      </p:sp>
      <p:sp>
        <p:nvSpPr>
          <p:cNvPr id="86" name="Google Shape;310;p34">
            <a:extLst>
              <a:ext uri="{FF2B5EF4-FFF2-40B4-BE49-F238E27FC236}">
                <a16:creationId xmlns:a16="http://schemas.microsoft.com/office/drawing/2014/main" id="{5B89A4D4-D805-4F9D-918B-C6AD22F62D6B}"/>
              </a:ext>
            </a:extLst>
          </p:cNvPr>
          <p:cNvSpPr txBox="1">
            <a:spLocks/>
          </p:cNvSpPr>
          <p:nvPr/>
        </p:nvSpPr>
        <p:spPr>
          <a:xfrm>
            <a:off x="770738" y="792651"/>
            <a:ext cx="10868768" cy="107424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t>Eliminación</a:t>
            </a:r>
            <a:r>
              <a:rPr lang="es-MX" sz="2000" dirty="0"/>
              <a:t>: </a:t>
            </a:r>
          </a:p>
          <a:p>
            <a:r>
              <a:rPr lang="es-MX" sz="2000" dirty="0"/>
              <a:t>Borrar el </a:t>
            </a:r>
            <a:r>
              <a:rPr lang="es-MX" sz="2000" b="1" dirty="0"/>
              <a:t>bit</a:t>
            </a:r>
            <a:r>
              <a:rPr lang="es-MX" sz="2000" dirty="0"/>
              <a:t> (ponerlo a 0) del </a:t>
            </a:r>
            <a:r>
              <a:rPr lang="es-MX" sz="2000" b="1" dirty="0"/>
              <a:t>bitarray</a:t>
            </a:r>
            <a:r>
              <a:rPr lang="es-MX" sz="2000" dirty="0"/>
              <a:t> correspondiente al registro que se elimina.</a:t>
            </a:r>
          </a:p>
          <a:p>
            <a:endParaRPr lang="es-MX" sz="2000" dirty="0"/>
          </a:p>
        </p:txBody>
      </p:sp>
      <p:sp>
        <p:nvSpPr>
          <p:cNvPr id="94" name="CuadroTexto 93">
            <a:extLst>
              <a:ext uri="{FF2B5EF4-FFF2-40B4-BE49-F238E27FC236}">
                <a16:creationId xmlns:a16="http://schemas.microsoft.com/office/drawing/2014/main" id="{E16AEF5C-7B1B-4A30-939C-18431568AD1D}"/>
              </a:ext>
            </a:extLst>
          </p:cNvPr>
          <p:cNvSpPr txBox="1"/>
          <p:nvPr/>
        </p:nvSpPr>
        <p:spPr>
          <a:xfrm>
            <a:off x="5225143" y="3733057"/>
            <a:ext cx="2481943" cy="369332"/>
          </a:xfrm>
          <a:prstGeom prst="rect">
            <a:avLst/>
          </a:prstGeom>
          <a:noFill/>
        </p:spPr>
        <p:txBody>
          <a:bodyPr wrap="square">
            <a:spAutoFit/>
          </a:bodyPr>
          <a:lstStyle/>
          <a:p>
            <a:pPr algn="ctr"/>
            <a:r>
              <a:rPr lang="es-MX" altLang="en-US" sz="1800" b="1" dirty="0">
                <a:solidFill>
                  <a:srgbClr val="FF0000"/>
                </a:solidFill>
                <a:latin typeface="Consolas" panose="020B0609020204030204" pitchFamily="49" charset="0"/>
                <a:ea typeface="Roboto" panose="02000000000000000000" pitchFamily="2" charset="0"/>
              </a:rPr>
              <a:t>remove</a:t>
            </a:r>
            <a:r>
              <a:rPr lang="es-MX" altLang="en-US" sz="1800" b="1" dirty="0">
                <a:latin typeface="Consolas" panose="020B0609020204030204" pitchFamily="49" charset="0"/>
                <a:ea typeface="Roboto" panose="02000000000000000000" pitchFamily="2" charset="0"/>
              </a:rPr>
              <a:t>(record 3)</a:t>
            </a:r>
            <a:endParaRPr lang="es-CO" sz="1800" dirty="0">
              <a:solidFill>
                <a:srgbClr val="FF0000"/>
              </a:solidFill>
              <a:latin typeface="Roboto" panose="02000000000000000000" pitchFamily="2" charset="0"/>
              <a:ea typeface="Roboto" panose="02000000000000000000" pitchFamily="2" charset="0"/>
            </a:endParaRPr>
          </a:p>
        </p:txBody>
      </p:sp>
      <p:sp>
        <p:nvSpPr>
          <p:cNvPr id="95" name="Flecha: a la derecha 94">
            <a:extLst>
              <a:ext uri="{FF2B5EF4-FFF2-40B4-BE49-F238E27FC236}">
                <a16:creationId xmlns:a16="http://schemas.microsoft.com/office/drawing/2014/main" id="{8B9539C9-D9F4-4AA0-A2F1-2719FB8C49D6}"/>
              </a:ext>
            </a:extLst>
          </p:cNvPr>
          <p:cNvSpPr/>
          <p:nvPr/>
        </p:nvSpPr>
        <p:spPr>
          <a:xfrm>
            <a:off x="5225143" y="4108607"/>
            <a:ext cx="2641599" cy="260193"/>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aphicFrame>
        <p:nvGraphicFramePr>
          <p:cNvPr id="8" name="Tabla 5">
            <a:extLst>
              <a:ext uri="{FF2B5EF4-FFF2-40B4-BE49-F238E27FC236}">
                <a16:creationId xmlns:a16="http://schemas.microsoft.com/office/drawing/2014/main" id="{29844C7F-AEE4-48F8-BACA-051F91EBAE8D}"/>
              </a:ext>
            </a:extLst>
          </p:cNvPr>
          <p:cNvGraphicFramePr>
            <a:graphicFrameLocks noGrp="1"/>
          </p:cNvGraphicFramePr>
          <p:nvPr>
            <p:extLst>
              <p:ext uri="{D42A27DB-BD31-4B8C-83A1-F6EECF244321}">
                <p14:modId xmlns:p14="http://schemas.microsoft.com/office/powerpoint/2010/main" val="1896891555"/>
              </p:ext>
            </p:extLst>
          </p:nvPr>
        </p:nvGraphicFramePr>
        <p:xfrm>
          <a:off x="916650" y="2130157"/>
          <a:ext cx="3956846" cy="3886200"/>
        </p:xfrm>
        <a:graphic>
          <a:graphicData uri="http://schemas.openxmlformats.org/drawingml/2006/table">
            <a:tbl>
              <a:tblPr firstRow="1" bandRow="1">
                <a:tableStyleId>{AD6A3598-7CB8-4345-8D95-17CE05F158A0}</a:tableStyleId>
              </a:tblPr>
              <a:tblGrid>
                <a:gridCol w="640080">
                  <a:extLst>
                    <a:ext uri="{9D8B030D-6E8A-4147-A177-3AD203B41FA5}">
                      <a16:colId xmlns:a16="http://schemas.microsoft.com/office/drawing/2014/main" val="2633565671"/>
                    </a:ext>
                  </a:extLst>
                </a:gridCol>
                <a:gridCol w="212902">
                  <a:extLst>
                    <a:ext uri="{9D8B030D-6E8A-4147-A177-3AD203B41FA5}">
                      <a16:colId xmlns:a16="http://schemas.microsoft.com/office/drawing/2014/main" val="3904809786"/>
                    </a:ext>
                  </a:extLst>
                </a:gridCol>
                <a:gridCol w="212902">
                  <a:extLst>
                    <a:ext uri="{9D8B030D-6E8A-4147-A177-3AD203B41FA5}">
                      <a16:colId xmlns:a16="http://schemas.microsoft.com/office/drawing/2014/main" val="460339203"/>
                    </a:ext>
                  </a:extLst>
                </a:gridCol>
                <a:gridCol w="212902">
                  <a:extLst>
                    <a:ext uri="{9D8B030D-6E8A-4147-A177-3AD203B41FA5}">
                      <a16:colId xmlns:a16="http://schemas.microsoft.com/office/drawing/2014/main" val="1396731709"/>
                    </a:ext>
                  </a:extLst>
                </a:gridCol>
                <a:gridCol w="212902">
                  <a:extLst>
                    <a:ext uri="{9D8B030D-6E8A-4147-A177-3AD203B41FA5}">
                      <a16:colId xmlns:a16="http://schemas.microsoft.com/office/drawing/2014/main" val="633236259"/>
                    </a:ext>
                  </a:extLst>
                </a:gridCol>
                <a:gridCol w="212902">
                  <a:extLst>
                    <a:ext uri="{9D8B030D-6E8A-4147-A177-3AD203B41FA5}">
                      <a16:colId xmlns:a16="http://schemas.microsoft.com/office/drawing/2014/main" val="1167105375"/>
                    </a:ext>
                  </a:extLst>
                </a:gridCol>
                <a:gridCol w="212902">
                  <a:extLst>
                    <a:ext uri="{9D8B030D-6E8A-4147-A177-3AD203B41FA5}">
                      <a16:colId xmlns:a16="http://schemas.microsoft.com/office/drawing/2014/main" val="675830656"/>
                    </a:ext>
                  </a:extLst>
                </a:gridCol>
                <a:gridCol w="212902">
                  <a:extLst>
                    <a:ext uri="{9D8B030D-6E8A-4147-A177-3AD203B41FA5}">
                      <a16:colId xmlns:a16="http://schemas.microsoft.com/office/drawing/2014/main" val="2160020093"/>
                    </a:ext>
                  </a:extLst>
                </a:gridCol>
                <a:gridCol w="212902">
                  <a:extLst>
                    <a:ext uri="{9D8B030D-6E8A-4147-A177-3AD203B41FA5}">
                      <a16:colId xmlns:a16="http://schemas.microsoft.com/office/drawing/2014/main" val="710509538"/>
                    </a:ext>
                  </a:extLst>
                </a:gridCol>
                <a:gridCol w="212902">
                  <a:extLst>
                    <a:ext uri="{9D8B030D-6E8A-4147-A177-3AD203B41FA5}">
                      <a16:colId xmlns:a16="http://schemas.microsoft.com/office/drawing/2014/main" val="4249475896"/>
                    </a:ext>
                  </a:extLst>
                </a:gridCol>
                <a:gridCol w="212902">
                  <a:extLst>
                    <a:ext uri="{9D8B030D-6E8A-4147-A177-3AD203B41FA5}">
                      <a16:colId xmlns:a16="http://schemas.microsoft.com/office/drawing/2014/main" val="1540313479"/>
                    </a:ext>
                  </a:extLst>
                </a:gridCol>
                <a:gridCol w="212902">
                  <a:extLst>
                    <a:ext uri="{9D8B030D-6E8A-4147-A177-3AD203B41FA5}">
                      <a16:colId xmlns:a16="http://schemas.microsoft.com/office/drawing/2014/main" val="1873435226"/>
                    </a:ext>
                  </a:extLst>
                </a:gridCol>
                <a:gridCol w="212902">
                  <a:extLst>
                    <a:ext uri="{9D8B030D-6E8A-4147-A177-3AD203B41FA5}">
                      <a16:colId xmlns:a16="http://schemas.microsoft.com/office/drawing/2014/main" val="4074319785"/>
                    </a:ext>
                  </a:extLst>
                </a:gridCol>
                <a:gridCol w="212902">
                  <a:extLst>
                    <a:ext uri="{9D8B030D-6E8A-4147-A177-3AD203B41FA5}">
                      <a16:colId xmlns:a16="http://schemas.microsoft.com/office/drawing/2014/main" val="4171483358"/>
                    </a:ext>
                  </a:extLst>
                </a:gridCol>
                <a:gridCol w="212902">
                  <a:extLst>
                    <a:ext uri="{9D8B030D-6E8A-4147-A177-3AD203B41FA5}">
                      <a16:colId xmlns:a16="http://schemas.microsoft.com/office/drawing/2014/main" val="793840195"/>
                    </a:ext>
                  </a:extLst>
                </a:gridCol>
                <a:gridCol w="336138">
                  <a:extLst>
                    <a:ext uri="{9D8B030D-6E8A-4147-A177-3AD203B41FA5}">
                      <a16:colId xmlns:a16="http://schemas.microsoft.com/office/drawing/2014/main" val="174867543"/>
                    </a:ext>
                  </a:extLst>
                </a:gridCol>
              </a:tblGrid>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algn="ctr"/>
                      <a:r>
                        <a:rPr lang="es-CO" sz="1100" dirty="0">
                          <a:latin typeface="Consolas" panose="020B0609020204030204" pitchFamily="49" charset="0"/>
                          <a:ea typeface="Roboto" panose="02000000000000000000" pitchFamily="2" charset="0"/>
                        </a:rPr>
                        <a:t>record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500112237"/>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433299529"/>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(2,2)</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089162325"/>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(2,3)</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770067999"/>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(2,4)</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164769815"/>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(2,5)</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4243836020"/>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(2,6)</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693277118"/>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(2,7)</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271431542"/>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(2,8)</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739822668"/>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(2,9)</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748767563"/>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(2,10)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661270998"/>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(2,11)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863648499"/>
                  </a:ext>
                </a:extLst>
              </a:tr>
              <a:tr h="151270">
                <a:tc>
                  <a:txBody>
                    <a:bodyPr/>
                    <a:lstStyle/>
                    <a:p>
                      <a:endParaRPr lang="es-CO" sz="1100" dirty="0">
                        <a:latin typeface="Consolas" panose="020B0609020204030204" pitchFamily="49" charset="0"/>
                        <a:ea typeface="Roboto" panose="02000000000000000000" pitchFamily="2"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noFill/>
                  </a:tcPr>
                </a:tc>
                <a:tc gridSpan="15">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446910710"/>
                  </a:ext>
                </a:extLst>
              </a:tr>
              <a:tr h="151270">
                <a:tc>
                  <a:txBody>
                    <a:bodyPr/>
                    <a:lstStyle/>
                    <a:p>
                      <a:endParaRPr lang="es-CO" sz="1100" dirty="0">
                        <a:latin typeface="Consolas" panose="020B0609020204030204" pitchFamily="49" charset="0"/>
                        <a:ea typeface="Roboto" panose="02000000000000000000" pitchFamily="2"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2685306776"/>
                  </a:ext>
                </a:extLst>
              </a:tr>
              <a:tr h="151270">
                <a:tc>
                  <a:txBody>
                    <a:bodyPr/>
                    <a:lstStyle/>
                    <a:p>
                      <a:pPr algn="ctr"/>
                      <a:endParaRPr lang="es-CO" sz="800" dirty="0">
                        <a:latin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s-CO" sz="800" dirty="0">
                          <a:latin typeface="Consolas" panose="020B0609020204030204" pitchFamily="49"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s-CO" sz="1100" b="1" dirty="0">
                          <a:latin typeface="Consolas" panose="020B0609020204030204" pitchFamily="49" charset="0"/>
                          <a:ea typeface="Roboto" panose="02000000000000000000" pitchFamily="2"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162425273"/>
                  </a:ext>
                </a:extLst>
              </a:tr>
            </a:tbl>
          </a:graphicData>
        </a:graphic>
      </p:graphicFrame>
      <p:graphicFrame>
        <p:nvGraphicFramePr>
          <p:cNvPr id="10" name="Tabla 5">
            <a:extLst>
              <a:ext uri="{FF2B5EF4-FFF2-40B4-BE49-F238E27FC236}">
                <a16:creationId xmlns:a16="http://schemas.microsoft.com/office/drawing/2014/main" id="{2B9D43AE-C9EA-4F59-B1A1-9CCEC2D83427}"/>
              </a:ext>
            </a:extLst>
          </p:cNvPr>
          <p:cNvGraphicFramePr>
            <a:graphicFrameLocks noGrp="1"/>
          </p:cNvGraphicFramePr>
          <p:nvPr>
            <p:extLst>
              <p:ext uri="{D42A27DB-BD31-4B8C-83A1-F6EECF244321}">
                <p14:modId xmlns:p14="http://schemas.microsoft.com/office/powerpoint/2010/main" val="1273850964"/>
              </p:ext>
            </p:extLst>
          </p:nvPr>
        </p:nvGraphicFramePr>
        <p:xfrm>
          <a:off x="8058733" y="2130157"/>
          <a:ext cx="3956846" cy="3886200"/>
        </p:xfrm>
        <a:graphic>
          <a:graphicData uri="http://schemas.openxmlformats.org/drawingml/2006/table">
            <a:tbl>
              <a:tblPr firstRow="1" bandRow="1">
                <a:tableStyleId>{AD6A3598-7CB8-4345-8D95-17CE05F158A0}</a:tableStyleId>
              </a:tblPr>
              <a:tblGrid>
                <a:gridCol w="640080">
                  <a:extLst>
                    <a:ext uri="{9D8B030D-6E8A-4147-A177-3AD203B41FA5}">
                      <a16:colId xmlns:a16="http://schemas.microsoft.com/office/drawing/2014/main" val="2633565671"/>
                    </a:ext>
                  </a:extLst>
                </a:gridCol>
                <a:gridCol w="212902">
                  <a:extLst>
                    <a:ext uri="{9D8B030D-6E8A-4147-A177-3AD203B41FA5}">
                      <a16:colId xmlns:a16="http://schemas.microsoft.com/office/drawing/2014/main" val="3904809786"/>
                    </a:ext>
                  </a:extLst>
                </a:gridCol>
                <a:gridCol w="212902">
                  <a:extLst>
                    <a:ext uri="{9D8B030D-6E8A-4147-A177-3AD203B41FA5}">
                      <a16:colId xmlns:a16="http://schemas.microsoft.com/office/drawing/2014/main" val="460339203"/>
                    </a:ext>
                  </a:extLst>
                </a:gridCol>
                <a:gridCol w="212902">
                  <a:extLst>
                    <a:ext uri="{9D8B030D-6E8A-4147-A177-3AD203B41FA5}">
                      <a16:colId xmlns:a16="http://schemas.microsoft.com/office/drawing/2014/main" val="1396731709"/>
                    </a:ext>
                  </a:extLst>
                </a:gridCol>
                <a:gridCol w="212902">
                  <a:extLst>
                    <a:ext uri="{9D8B030D-6E8A-4147-A177-3AD203B41FA5}">
                      <a16:colId xmlns:a16="http://schemas.microsoft.com/office/drawing/2014/main" val="633236259"/>
                    </a:ext>
                  </a:extLst>
                </a:gridCol>
                <a:gridCol w="212902">
                  <a:extLst>
                    <a:ext uri="{9D8B030D-6E8A-4147-A177-3AD203B41FA5}">
                      <a16:colId xmlns:a16="http://schemas.microsoft.com/office/drawing/2014/main" val="1167105375"/>
                    </a:ext>
                  </a:extLst>
                </a:gridCol>
                <a:gridCol w="212902">
                  <a:extLst>
                    <a:ext uri="{9D8B030D-6E8A-4147-A177-3AD203B41FA5}">
                      <a16:colId xmlns:a16="http://schemas.microsoft.com/office/drawing/2014/main" val="675830656"/>
                    </a:ext>
                  </a:extLst>
                </a:gridCol>
                <a:gridCol w="212902">
                  <a:extLst>
                    <a:ext uri="{9D8B030D-6E8A-4147-A177-3AD203B41FA5}">
                      <a16:colId xmlns:a16="http://schemas.microsoft.com/office/drawing/2014/main" val="2160020093"/>
                    </a:ext>
                  </a:extLst>
                </a:gridCol>
                <a:gridCol w="212902">
                  <a:extLst>
                    <a:ext uri="{9D8B030D-6E8A-4147-A177-3AD203B41FA5}">
                      <a16:colId xmlns:a16="http://schemas.microsoft.com/office/drawing/2014/main" val="710509538"/>
                    </a:ext>
                  </a:extLst>
                </a:gridCol>
                <a:gridCol w="212902">
                  <a:extLst>
                    <a:ext uri="{9D8B030D-6E8A-4147-A177-3AD203B41FA5}">
                      <a16:colId xmlns:a16="http://schemas.microsoft.com/office/drawing/2014/main" val="4249475896"/>
                    </a:ext>
                  </a:extLst>
                </a:gridCol>
                <a:gridCol w="212902">
                  <a:extLst>
                    <a:ext uri="{9D8B030D-6E8A-4147-A177-3AD203B41FA5}">
                      <a16:colId xmlns:a16="http://schemas.microsoft.com/office/drawing/2014/main" val="1540313479"/>
                    </a:ext>
                  </a:extLst>
                </a:gridCol>
                <a:gridCol w="212902">
                  <a:extLst>
                    <a:ext uri="{9D8B030D-6E8A-4147-A177-3AD203B41FA5}">
                      <a16:colId xmlns:a16="http://schemas.microsoft.com/office/drawing/2014/main" val="1873435226"/>
                    </a:ext>
                  </a:extLst>
                </a:gridCol>
                <a:gridCol w="212902">
                  <a:extLst>
                    <a:ext uri="{9D8B030D-6E8A-4147-A177-3AD203B41FA5}">
                      <a16:colId xmlns:a16="http://schemas.microsoft.com/office/drawing/2014/main" val="4074319785"/>
                    </a:ext>
                  </a:extLst>
                </a:gridCol>
                <a:gridCol w="212902">
                  <a:extLst>
                    <a:ext uri="{9D8B030D-6E8A-4147-A177-3AD203B41FA5}">
                      <a16:colId xmlns:a16="http://schemas.microsoft.com/office/drawing/2014/main" val="4171483358"/>
                    </a:ext>
                  </a:extLst>
                </a:gridCol>
                <a:gridCol w="212902">
                  <a:extLst>
                    <a:ext uri="{9D8B030D-6E8A-4147-A177-3AD203B41FA5}">
                      <a16:colId xmlns:a16="http://schemas.microsoft.com/office/drawing/2014/main" val="793840195"/>
                    </a:ext>
                  </a:extLst>
                </a:gridCol>
                <a:gridCol w="336138">
                  <a:extLst>
                    <a:ext uri="{9D8B030D-6E8A-4147-A177-3AD203B41FA5}">
                      <a16:colId xmlns:a16="http://schemas.microsoft.com/office/drawing/2014/main" val="174867543"/>
                    </a:ext>
                  </a:extLst>
                </a:gridCol>
              </a:tblGrid>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algn="ctr"/>
                      <a:r>
                        <a:rPr lang="es-CO" sz="1100" dirty="0">
                          <a:latin typeface="Consolas" panose="020B0609020204030204" pitchFamily="49" charset="0"/>
                          <a:ea typeface="Roboto" panose="02000000000000000000" pitchFamily="2" charset="0"/>
                        </a:rPr>
                        <a:t>record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500112237"/>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433299529"/>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(2,2)</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089162325"/>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highlight>
                            <a:srgbClr val="FFFF00"/>
                          </a:highlight>
                          <a:latin typeface="Consolas" panose="020B0609020204030204" pitchFamily="49" charset="0"/>
                          <a:ea typeface="Roboto" panose="02000000000000000000" pitchFamily="2" charset="0"/>
                        </a:rPr>
                        <a:t>(2,3)</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770067999"/>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(2,4)</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164769815"/>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(2,5)</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4243836020"/>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(2,6)</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693277118"/>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(2,7)</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3271431542"/>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(2,8)</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739822668"/>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(2,9)</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748767563"/>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(2,10)</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661270998"/>
                  </a:ext>
                </a:extLst>
              </a:tr>
              <a:tr h="15127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solidFill>
                            <a:srgbClr val="FF0000"/>
                          </a:solidFill>
                          <a:latin typeface="Consolas" panose="020B0609020204030204" pitchFamily="49" charset="0"/>
                          <a:ea typeface="Roboto" panose="02000000000000000000" pitchFamily="2" charset="0"/>
                        </a:rPr>
                        <a:t>(2,11)</a:t>
                      </a:r>
                    </a:p>
                  </a:txBody>
                  <a:tcPr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100" dirty="0">
                          <a:latin typeface="Consolas" panose="020B0609020204030204" pitchFamily="49" charset="0"/>
                          <a:ea typeface="Roboto" panose="02000000000000000000" pitchFamily="2" charset="0"/>
                        </a:rPr>
                        <a:t>record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863648499"/>
                  </a:ext>
                </a:extLst>
              </a:tr>
              <a:tr h="151270">
                <a:tc>
                  <a:txBody>
                    <a:bodyPr/>
                    <a:lstStyle/>
                    <a:p>
                      <a:endParaRPr lang="es-CO" sz="1100" dirty="0">
                        <a:latin typeface="Consolas" panose="020B0609020204030204" pitchFamily="49" charset="0"/>
                        <a:ea typeface="Roboto" panose="02000000000000000000" pitchFamily="2"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noFill/>
                  </a:tcPr>
                </a:tc>
                <a:tc gridSpan="15">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1446910710"/>
                  </a:ext>
                </a:extLst>
              </a:tr>
              <a:tr h="151270">
                <a:tc>
                  <a:txBody>
                    <a:bodyPr/>
                    <a:lstStyle/>
                    <a:p>
                      <a:endParaRPr lang="es-CO" sz="1100" dirty="0">
                        <a:latin typeface="Consolas" panose="020B0609020204030204" pitchFamily="49" charset="0"/>
                        <a:ea typeface="Roboto" panose="02000000000000000000" pitchFamily="2"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gridSpan="15">
                  <a:txBody>
                    <a:bodyPr/>
                    <a:lstStyle/>
                    <a:p>
                      <a:endParaRPr lang="es-CO" sz="1100" dirty="0">
                        <a:latin typeface="Consolas" panose="020B0609020204030204" pitchFamily="49"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2685306776"/>
                  </a:ext>
                </a:extLst>
              </a:tr>
              <a:tr h="151270">
                <a:tc>
                  <a:txBody>
                    <a:bodyPr/>
                    <a:lstStyle/>
                    <a:p>
                      <a:pPr algn="ctr"/>
                      <a:endParaRPr lang="es-CO" sz="800" dirty="0">
                        <a:latin typeface="Consolas" panose="020B0609020204030204" pitchFamily="49"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algn="ctr"/>
                      <a:r>
                        <a:rPr lang="es-CO" sz="800" dirty="0">
                          <a:latin typeface="Consolas" panose="020B0609020204030204" pitchFamily="49"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s-CO" sz="800" dirty="0">
                          <a:latin typeface="Consolas" panose="020B0609020204030204" pitchFamily="49"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s-CO" sz="1100" b="1" dirty="0">
                          <a:latin typeface="Consolas" panose="020B0609020204030204" pitchFamily="49" charset="0"/>
                          <a:ea typeface="Roboto" panose="02000000000000000000" pitchFamily="2"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60000"/>
                        <a:lumOff val="40000"/>
                      </a:schemeClr>
                    </a:solidFill>
                  </a:tcPr>
                </a:tc>
                <a:extLst>
                  <a:ext uri="{0D108BD9-81ED-4DB2-BD59-A6C34878D82A}">
                    <a16:rowId xmlns:a16="http://schemas.microsoft.com/office/drawing/2014/main" val="1162425273"/>
                  </a:ext>
                </a:extLst>
              </a:tr>
            </a:tbl>
          </a:graphicData>
        </a:graphic>
      </p:graphicFrame>
    </p:spTree>
    <p:extLst>
      <p:ext uri="{BB962C8B-B14F-4D97-AF65-F5344CB8AC3E}">
        <p14:creationId xmlns:p14="http://schemas.microsoft.com/office/powerpoint/2010/main" val="22257393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6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B6937"/>
              </a:buClr>
              <a:buSzPts val="2880"/>
              <a:buFont typeface="Roboto Slab"/>
              <a:buNone/>
            </a:pPr>
            <a:r>
              <a:rPr lang="es-ES" dirty="0"/>
              <a:t>Registros de longitud fija– Sloted page </a:t>
            </a:r>
            <a:endParaRPr b="1" dirty="0">
              <a:solidFill>
                <a:srgbClr val="0B6937"/>
              </a:solidFill>
              <a:latin typeface="Roboto Slab"/>
              <a:ea typeface="Roboto Slab"/>
              <a:cs typeface="Roboto Slab"/>
              <a:sym typeface="Roboto Slab"/>
            </a:endParaRPr>
          </a:p>
        </p:txBody>
      </p:sp>
      <p:sp>
        <p:nvSpPr>
          <p:cNvPr id="86" name="Google Shape;310;p34">
            <a:extLst>
              <a:ext uri="{FF2B5EF4-FFF2-40B4-BE49-F238E27FC236}">
                <a16:creationId xmlns:a16="http://schemas.microsoft.com/office/drawing/2014/main" id="{5B89A4D4-D805-4F9D-918B-C6AD22F62D6B}"/>
              </a:ext>
            </a:extLst>
          </p:cNvPr>
          <p:cNvSpPr txBox="1">
            <a:spLocks/>
          </p:cNvSpPr>
          <p:nvPr/>
        </p:nvSpPr>
        <p:spPr>
          <a:xfrm>
            <a:off x="770738" y="792651"/>
            <a:ext cx="10868768" cy="173464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RPr/>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b="1" dirty="0"/>
              <a:t>Desventajas</a:t>
            </a:r>
            <a:r>
              <a:rPr lang="es-MX" sz="2000" dirty="0"/>
              <a:t>: </a:t>
            </a:r>
          </a:p>
          <a:p>
            <a:r>
              <a:rPr lang="es-MX" sz="2000" dirty="0"/>
              <a:t>Es el empleado en la actualidad. </a:t>
            </a:r>
          </a:p>
          <a:p>
            <a:r>
              <a:rPr lang="es-MX" sz="2000" dirty="0"/>
              <a:t>Se emplea para paginas con registros de diferente tamaño.</a:t>
            </a:r>
          </a:p>
          <a:p>
            <a:pPr lvl="1"/>
            <a:r>
              <a:rPr lang="es-MX" sz="2000" dirty="0"/>
              <a:t>Se profundizara luego</a:t>
            </a:r>
            <a:endParaRPr lang="es-MX" sz="2800" dirty="0"/>
          </a:p>
        </p:txBody>
      </p:sp>
      <p:grpSp>
        <p:nvGrpSpPr>
          <p:cNvPr id="43" name="Grupo 42">
            <a:extLst>
              <a:ext uri="{FF2B5EF4-FFF2-40B4-BE49-F238E27FC236}">
                <a16:creationId xmlns:a16="http://schemas.microsoft.com/office/drawing/2014/main" id="{F31D795B-AA7D-4706-A08B-AE72A5EA76B1}"/>
              </a:ext>
            </a:extLst>
          </p:cNvPr>
          <p:cNvGrpSpPr/>
          <p:nvPr/>
        </p:nvGrpSpPr>
        <p:grpSpPr>
          <a:xfrm>
            <a:off x="4641044" y="3018793"/>
            <a:ext cx="4102692" cy="3073017"/>
            <a:chOff x="3879044" y="3111732"/>
            <a:chExt cx="4102692" cy="3073017"/>
          </a:xfrm>
        </p:grpSpPr>
        <p:grpSp>
          <p:nvGrpSpPr>
            <p:cNvPr id="4" name="Grupo 3">
              <a:extLst>
                <a:ext uri="{FF2B5EF4-FFF2-40B4-BE49-F238E27FC236}">
                  <a16:creationId xmlns:a16="http://schemas.microsoft.com/office/drawing/2014/main" id="{52FDB78E-BAB8-4C96-8F67-E4D4A82F8F4E}"/>
                </a:ext>
              </a:extLst>
            </p:cNvPr>
            <p:cNvGrpSpPr/>
            <p:nvPr/>
          </p:nvGrpSpPr>
          <p:grpSpPr>
            <a:xfrm>
              <a:off x="4428507" y="3111732"/>
              <a:ext cx="3553229" cy="2549212"/>
              <a:chOff x="7902790" y="2870432"/>
              <a:chExt cx="3553229" cy="2549212"/>
            </a:xfrm>
          </p:grpSpPr>
          <p:grpSp>
            <p:nvGrpSpPr>
              <p:cNvPr id="5" name="Grupo 4">
                <a:extLst>
                  <a:ext uri="{FF2B5EF4-FFF2-40B4-BE49-F238E27FC236}">
                    <a16:creationId xmlns:a16="http://schemas.microsoft.com/office/drawing/2014/main" id="{EEB68E22-58F1-4FFA-A86A-7436904BEEF7}"/>
                  </a:ext>
                </a:extLst>
              </p:cNvPr>
              <p:cNvGrpSpPr/>
              <p:nvPr/>
            </p:nvGrpSpPr>
            <p:grpSpPr>
              <a:xfrm>
                <a:off x="7902790" y="2870432"/>
                <a:ext cx="3519952" cy="2382808"/>
                <a:chOff x="1552022" y="2870432"/>
                <a:chExt cx="3519952" cy="2382808"/>
              </a:xfrm>
            </p:grpSpPr>
            <p:grpSp>
              <p:nvGrpSpPr>
                <p:cNvPr id="18" name="Grupo 17">
                  <a:extLst>
                    <a:ext uri="{FF2B5EF4-FFF2-40B4-BE49-F238E27FC236}">
                      <a16:creationId xmlns:a16="http://schemas.microsoft.com/office/drawing/2014/main" id="{99731069-0BEE-4148-B124-F6CFCB5DCB21}"/>
                    </a:ext>
                  </a:extLst>
                </p:cNvPr>
                <p:cNvGrpSpPr/>
                <p:nvPr/>
              </p:nvGrpSpPr>
              <p:grpSpPr>
                <a:xfrm>
                  <a:off x="1554378" y="2908847"/>
                  <a:ext cx="2648822" cy="2344393"/>
                  <a:chOff x="2670628" y="2908847"/>
                  <a:chExt cx="2648822" cy="2344393"/>
                </a:xfrm>
                <a:solidFill>
                  <a:schemeClr val="bg1"/>
                </a:solidFill>
              </p:grpSpPr>
              <p:sp>
                <p:nvSpPr>
                  <p:cNvPr id="34" name="Rectángulo 33">
                    <a:extLst>
                      <a:ext uri="{FF2B5EF4-FFF2-40B4-BE49-F238E27FC236}">
                        <a16:creationId xmlns:a16="http://schemas.microsoft.com/office/drawing/2014/main" id="{C92C8C5D-6E5D-4BE8-822F-6ED3D4B85450}"/>
                      </a:ext>
                    </a:extLst>
                  </p:cNvPr>
                  <p:cNvSpPr/>
                  <p:nvPr/>
                </p:nvSpPr>
                <p:spPr>
                  <a:xfrm>
                    <a:off x="2670628" y="2908847"/>
                    <a:ext cx="2648821" cy="1915826"/>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5" name="Rectángulo 34">
                    <a:extLst>
                      <a:ext uri="{FF2B5EF4-FFF2-40B4-BE49-F238E27FC236}">
                        <a16:creationId xmlns:a16="http://schemas.microsoft.com/office/drawing/2014/main" id="{9F04409B-7957-4288-96B7-E6B578A18FBA}"/>
                      </a:ext>
                    </a:extLst>
                  </p:cNvPr>
                  <p:cNvSpPr/>
                  <p:nvPr/>
                </p:nvSpPr>
                <p:spPr>
                  <a:xfrm>
                    <a:off x="3954114" y="4825553"/>
                    <a:ext cx="1365336" cy="42768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grpSp>
            <p:sp>
              <p:nvSpPr>
                <p:cNvPr id="19" name="Rectángulo 18">
                  <a:extLst>
                    <a:ext uri="{FF2B5EF4-FFF2-40B4-BE49-F238E27FC236}">
                      <a16:creationId xmlns:a16="http://schemas.microsoft.com/office/drawing/2014/main" id="{F7EF7D1E-0DC4-4A77-A1A0-B4D28196686A}"/>
                    </a:ext>
                  </a:extLst>
                </p:cNvPr>
                <p:cNvSpPr/>
                <p:nvPr/>
              </p:nvSpPr>
              <p:spPr>
                <a:xfrm>
                  <a:off x="1554376" y="2901226"/>
                  <a:ext cx="2648823" cy="241099"/>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0" name="Rectángulo 19">
                  <a:extLst>
                    <a:ext uri="{FF2B5EF4-FFF2-40B4-BE49-F238E27FC236}">
                      <a16:creationId xmlns:a16="http://schemas.microsoft.com/office/drawing/2014/main" id="{07EA03C8-105A-467D-971E-164CD84F893A}"/>
                    </a:ext>
                  </a:extLst>
                </p:cNvPr>
                <p:cNvSpPr/>
                <p:nvPr/>
              </p:nvSpPr>
              <p:spPr>
                <a:xfrm>
                  <a:off x="1554378" y="3101975"/>
                  <a:ext cx="2648822" cy="200748"/>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1" name="Rectángulo 20">
                  <a:extLst>
                    <a:ext uri="{FF2B5EF4-FFF2-40B4-BE49-F238E27FC236}">
                      <a16:creationId xmlns:a16="http://schemas.microsoft.com/office/drawing/2014/main" id="{F89BEBCE-7B10-4B7C-A501-6C62659B84B5}"/>
                    </a:ext>
                  </a:extLst>
                </p:cNvPr>
                <p:cNvSpPr/>
                <p:nvPr/>
              </p:nvSpPr>
              <p:spPr>
                <a:xfrm>
                  <a:off x="1554376" y="4117584"/>
                  <a:ext cx="2648824" cy="241099"/>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2" name="Rectángulo 21">
                  <a:extLst>
                    <a:ext uri="{FF2B5EF4-FFF2-40B4-BE49-F238E27FC236}">
                      <a16:creationId xmlns:a16="http://schemas.microsoft.com/office/drawing/2014/main" id="{F6A250E3-3850-4515-808B-066BF06DFACA}"/>
                    </a:ext>
                  </a:extLst>
                </p:cNvPr>
                <p:cNvSpPr/>
                <p:nvPr/>
              </p:nvSpPr>
              <p:spPr>
                <a:xfrm>
                  <a:off x="1554374" y="4319061"/>
                  <a:ext cx="2648825" cy="505611"/>
                </a:xfrm>
                <a:prstGeom prst="rect">
                  <a:avLst/>
                </a:prstGeom>
                <a:solidFill>
                  <a:schemeClr val="tx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3" name="CuadroTexto 22">
                  <a:extLst>
                    <a:ext uri="{FF2B5EF4-FFF2-40B4-BE49-F238E27FC236}">
                      <a16:creationId xmlns:a16="http://schemas.microsoft.com/office/drawing/2014/main" id="{45723775-5080-4B4F-AD9B-3CB09E0D6B99}"/>
                    </a:ext>
                  </a:extLst>
                </p:cNvPr>
                <p:cNvSpPr txBox="1"/>
                <p:nvPr/>
              </p:nvSpPr>
              <p:spPr>
                <a:xfrm>
                  <a:off x="4206524" y="4483269"/>
                  <a:ext cx="865450"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Free space</a:t>
                  </a:r>
                  <a:endParaRPr lang="es-CO" dirty="0">
                    <a:latin typeface="Roboto" panose="02000000000000000000" pitchFamily="2" charset="0"/>
                    <a:ea typeface="Roboto" panose="02000000000000000000" pitchFamily="2" charset="0"/>
                  </a:endParaRPr>
                </a:p>
              </p:txBody>
            </p:sp>
            <p:sp>
              <p:nvSpPr>
                <p:cNvPr id="24" name="Rectángulo 23">
                  <a:extLst>
                    <a:ext uri="{FF2B5EF4-FFF2-40B4-BE49-F238E27FC236}">
                      <a16:creationId xmlns:a16="http://schemas.microsoft.com/office/drawing/2014/main" id="{24B57E90-4116-4940-B738-4FFDDCD596F9}"/>
                    </a:ext>
                  </a:extLst>
                </p:cNvPr>
                <p:cNvSpPr/>
                <p:nvPr/>
              </p:nvSpPr>
              <p:spPr>
                <a:xfrm>
                  <a:off x="1554374" y="3301577"/>
                  <a:ext cx="2648822" cy="200748"/>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5" name="Rectángulo 24">
                  <a:extLst>
                    <a:ext uri="{FF2B5EF4-FFF2-40B4-BE49-F238E27FC236}">
                      <a16:creationId xmlns:a16="http://schemas.microsoft.com/office/drawing/2014/main" id="{5A1602D1-9423-4365-A303-FA1CB8A4C8E0}"/>
                    </a:ext>
                  </a:extLst>
                </p:cNvPr>
                <p:cNvSpPr/>
                <p:nvPr/>
              </p:nvSpPr>
              <p:spPr>
                <a:xfrm>
                  <a:off x="1554374" y="3495432"/>
                  <a:ext cx="2648822" cy="20074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26" name="CuadroTexto 25">
                  <a:extLst>
                    <a:ext uri="{FF2B5EF4-FFF2-40B4-BE49-F238E27FC236}">
                      <a16:creationId xmlns:a16="http://schemas.microsoft.com/office/drawing/2014/main" id="{C321B6B1-0312-4CA5-8CE8-F8E15B21C011}"/>
                    </a:ext>
                  </a:extLst>
                </p:cNvPr>
                <p:cNvSpPr txBox="1"/>
                <p:nvPr/>
              </p:nvSpPr>
              <p:spPr>
                <a:xfrm>
                  <a:off x="4203196" y="2870432"/>
                  <a:ext cx="749804" cy="261610"/>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#1</a:t>
                  </a:r>
                  <a:endParaRPr lang="es-CO" dirty="0">
                    <a:latin typeface="Roboto" panose="02000000000000000000" pitchFamily="2" charset="0"/>
                    <a:ea typeface="Roboto" panose="02000000000000000000" pitchFamily="2" charset="0"/>
                  </a:endParaRPr>
                </a:p>
              </p:txBody>
            </p:sp>
            <p:sp>
              <p:nvSpPr>
                <p:cNvPr id="27" name="CuadroTexto 26">
                  <a:extLst>
                    <a:ext uri="{FF2B5EF4-FFF2-40B4-BE49-F238E27FC236}">
                      <a16:creationId xmlns:a16="http://schemas.microsoft.com/office/drawing/2014/main" id="{86BDCB31-7FC2-4BE8-927D-9D39F105B866}"/>
                    </a:ext>
                  </a:extLst>
                </p:cNvPr>
                <p:cNvSpPr txBox="1"/>
                <p:nvPr/>
              </p:nvSpPr>
              <p:spPr>
                <a:xfrm>
                  <a:off x="4203196" y="3074028"/>
                  <a:ext cx="635504" cy="252978"/>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#2</a:t>
                  </a:r>
                  <a:endParaRPr lang="es-CO" dirty="0">
                    <a:latin typeface="Roboto" panose="02000000000000000000" pitchFamily="2" charset="0"/>
                    <a:ea typeface="Roboto" panose="02000000000000000000" pitchFamily="2" charset="0"/>
                  </a:endParaRPr>
                </a:p>
              </p:txBody>
            </p:sp>
            <p:sp>
              <p:nvSpPr>
                <p:cNvPr id="28" name="CuadroTexto 27">
                  <a:extLst>
                    <a:ext uri="{FF2B5EF4-FFF2-40B4-BE49-F238E27FC236}">
                      <a16:creationId xmlns:a16="http://schemas.microsoft.com/office/drawing/2014/main" id="{9745DB2C-520A-4702-A4A1-B234B58DB582}"/>
                    </a:ext>
                  </a:extLst>
                </p:cNvPr>
                <p:cNvSpPr txBox="1"/>
                <p:nvPr/>
              </p:nvSpPr>
              <p:spPr>
                <a:xfrm>
                  <a:off x="4188661" y="4080795"/>
                  <a:ext cx="635504"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#N</a:t>
                  </a:r>
                  <a:endParaRPr lang="es-CO" dirty="0">
                    <a:latin typeface="Roboto" panose="02000000000000000000" pitchFamily="2" charset="0"/>
                    <a:ea typeface="Roboto" panose="02000000000000000000" pitchFamily="2" charset="0"/>
                  </a:endParaRPr>
                </a:p>
              </p:txBody>
            </p:sp>
            <p:sp>
              <p:nvSpPr>
                <p:cNvPr id="29" name="CuadroTexto 28">
                  <a:extLst>
                    <a:ext uri="{FF2B5EF4-FFF2-40B4-BE49-F238E27FC236}">
                      <a16:creationId xmlns:a16="http://schemas.microsoft.com/office/drawing/2014/main" id="{19BFCE3A-0C00-42FA-9D29-3C489BC249AB}"/>
                    </a:ext>
                  </a:extLst>
                </p:cNvPr>
                <p:cNvSpPr txBox="1"/>
                <p:nvPr/>
              </p:nvSpPr>
              <p:spPr>
                <a:xfrm>
                  <a:off x="4203196" y="3270553"/>
                  <a:ext cx="635504"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#3</a:t>
                  </a:r>
                  <a:endParaRPr lang="es-CO" dirty="0">
                    <a:latin typeface="Roboto" panose="02000000000000000000" pitchFamily="2" charset="0"/>
                    <a:ea typeface="Roboto" panose="02000000000000000000" pitchFamily="2" charset="0"/>
                  </a:endParaRPr>
                </a:p>
              </p:txBody>
            </p:sp>
            <p:sp>
              <p:nvSpPr>
                <p:cNvPr id="30" name="CuadroTexto 29">
                  <a:extLst>
                    <a:ext uri="{FF2B5EF4-FFF2-40B4-BE49-F238E27FC236}">
                      <a16:creationId xmlns:a16="http://schemas.microsoft.com/office/drawing/2014/main" id="{5EDF17BF-44A2-498B-B1D6-108AC7B29B73}"/>
                    </a:ext>
                  </a:extLst>
                </p:cNvPr>
                <p:cNvSpPr txBox="1"/>
                <p:nvPr/>
              </p:nvSpPr>
              <p:spPr>
                <a:xfrm>
                  <a:off x="4203621" y="3491249"/>
                  <a:ext cx="678606" cy="253916"/>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Slot #4</a:t>
                  </a:r>
                  <a:endParaRPr lang="es-CO" dirty="0">
                    <a:latin typeface="Roboto" panose="02000000000000000000" pitchFamily="2" charset="0"/>
                    <a:ea typeface="Roboto" panose="02000000000000000000" pitchFamily="2" charset="0"/>
                  </a:endParaRPr>
                </a:p>
              </p:txBody>
            </p:sp>
            <p:sp>
              <p:nvSpPr>
                <p:cNvPr id="31" name="Rectángulo 30">
                  <a:extLst>
                    <a:ext uri="{FF2B5EF4-FFF2-40B4-BE49-F238E27FC236}">
                      <a16:creationId xmlns:a16="http://schemas.microsoft.com/office/drawing/2014/main" id="{BBE7491D-B712-45EE-A671-6A081AB1C719}"/>
                    </a:ext>
                  </a:extLst>
                </p:cNvPr>
                <p:cNvSpPr/>
                <p:nvPr/>
              </p:nvSpPr>
              <p:spPr>
                <a:xfrm>
                  <a:off x="1552022" y="3677459"/>
                  <a:ext cx="2648824" cy="437341"/>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2" name="CuadroTexto 31">
                  <a:extLst>
                    <a:ext uri="{FF2B5EF4-FFF2-40B4-BE49-F238E27FC236}">
                      <a16:creationId xmlns:a16="http://schemas.microsoft.com/office/drawing/2014/main" id="{FA732023-5AA6-414B-9E9F-2C9F4A5C3FFA}"/>
                    </a:ext>
                  </a:extLst>
                </p:cNvPr>
                <p:cNvSpPr txBox="1"/>
                <p:nvPr/>
              </p:nvSpPr>
              <p:spPr>
                <a:xfrm>
                  <a:off x="4200845" y="3775849"/>
                  <a:ext cx="472755" cy="261610"/>
                </a:xfrm>
                <a:prstGeom prst="rect">
                  <a:avLst/>
                </a:prstGeom>
                <a:noFill/>
              </p:spPr>
              <p:txBody>
                <a:bodyPr wrap="square" rtlCol="0">
                  <a:spAutoFit/>
                </a:bodyPr>
                <a:lstStyle/>
                <a:p>
                  <a:r>
                    <a:rPr lang="es-CO" sz="1050" dirty="0">
                      <a:latin typeface="Roboto" panose="02000000000000000000" pitchFamily="2" charset="0"/>
                      <a:ea typeface="Roboto" panose="02000000000000000000" pitchFamily="2" charset="0"/>
                    </a:rPr>
                    <a:t>...</a:t>
                  </a:r>
                  <a:endParaRPr lang="es-CO" dirty="0">
                    <a:latin typeface="Roboto" panose="02000000000000000000" pitchFamily="2" charset="0"/>
                    <a:ea typeface="Roboto" panose="02000000000000000000" pitchFamily="2" charset="0"/>
                  </a:endParaRPr>
                </a:p>
              </p:txBody>
            </p:sp>
            <p:sp>
              <p:nvSpPr>
                <p:cNvPr id="33" name="CuadroTexto 32">
                  <a:extLst>
                    <a:ext uri="{FF2B5EF4-FFF2-40B4-BE49-F238E27FC236}">
                      <a16:creationId xmlns:a16="http://schemas.microsoft.com/office/drawing/2014/main" id="{9CCD0615-2DF2-43AF-8252-4AB4546D2033}"/>
                    </a:ext>
                  </a:extLst>
                </p:cNvPr>
                <p:cNvSpPr txBox="1"/>
                <p:nvPr/>
              </p:nvSpPr>
              <p:spPr>
                <a:xfrm>
                  <a:off x="2235759" y="3711463"/>
                  <a:ext cx="1281350" cy="369332"/>
                </a:xfrm>
                <a:prstGeom prst="rect">
                  <a:avLst/>
                </a:prstGeom>
                <a:noFill/>
              </p:spPr>
              <p:txBody>
                <a:bodyPr wrap="square" rtlCol="0">
                  <a:spAutoFit/>
                </a:bodyPr>
                <a:lstStyle/>
                <a:p>
                  <a:pPr algn="ctr"/>
                  <a:r>
                    <a:rPr lang="es-CO" sz="1800" dirty="0">
                      <a:latin typeface="Roboto" panose="02000000000000000000" pitchFamily="2" charset="0"/>
                      <a:ea typeface="Roboto" panose="02000000000000000000" pitchFamily="2" charset="0"/>
                    </a:rPr>
                    <a:t>...</a:t>
                  </a:r>
                  <a:endParaRPr lang="es-CO" sz="2800" dirty="0">
                    <a:latin typeface="Roboto" panose="02000000000000000000" pitchFamily="2" charset="0"/>
                    <a:ea typeface="Roboto" panose="02000000000000000000" pitchFamily="2" charset="0"/>
                  </a:endParaRPr>
                </a:p>
              </p:txBody>
            </p:sp>
          </p:grpSp>
          <p:sp>
            <p:nvSpPr>
              <p:cNvPr id="6" name="Rectángulo 5">
                <a:extLst>
                  <a:ext uri="{FF2B5EF4-FFF2-40B4-BE49-F238E27FC236}">
                    <a16:creationId xmlns:a16="http://schemas.microsoft.com/office/drawing/2014/main" id="{F3F501EE-175B-4ACA-A2D5-C24173FD72F8}"/>
                  </a:ext>
                </a:extLst>
              </p:cNvPr>
              <p:cNvSpPr/>
              <p:nvPr/>
            </p:nvSpPr>
            <p:spPr>
              <a:xfrm>
                <a:off x="9188632" y="4825553"/>
                <a:ext cx="196668" cy="427687"/>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7" name="Rectángulo 6">
                <a:extLst>
                  <a:ext uri="{FF2B5EF4-FFF2-40B4-BE49-F238E27FC236}">
                    <a16:creationId xmlns:a16="http://schemas.microsoft.com/office/drawing/2014/main" id="{5D58C0D0-2416-465E-AFA1-02AB088A4669}"/>
                  </a:ext>
                </a:extLst>
              </p:cNvPr>
              <p:cNvSpPr/>
              <p:nvPr/>
            </p:nvSpPr>
            <p:spPr>
              <a:xfrm>
                <a:off x="9385300" y="4825553"/>
                <a:ext cx="196668" cy="427687"/>
              </a:xfrm>
              <a:prstGeom prst="rect">
                <a:avLst/>
              </a:prstGeom>
              <a:solidFill>
                <a:schemeClr val="accent2">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8" name="Rectángulo 7">
                <a:extLst>
                  <a:ext uri="{FF2B5EF4-FFF2-40B4-BE49-F238E27FC236}">
                    <a16:creationId xmlns:a16="http://schemas.microsoft.com/office/drawing/2014/main" id="{67561651-7ADD-43B0-970D-9C0BC3561EF2}"/>
                  </a:ext>
                </a:extLst>
              </p:cNvPr>
              <p:cNvSpPr/>
              <p:nvPr/>
            </p:nvSpPr>
            <p:spPr>
              <a:xfrm>
                <a:off x="9581968" y="4825553"/>
                <a:ext cx="196668" cy="427687"/>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9" name="Rectángulo 8">
                <a:extLst>
                  <a:ext uri="{FF2B5EF4-FFF2-40B4-BE49-F238E27FC236}">
                    <a16:creationId xmlns:a16="http://schemas.microsoft.com/office/drawing/2014/main" id="{A14D7502-A7FD-478A-841D-C06AC3E8B7FA}"/>
                  </a:ext>
                </a:extLst>
              </p:cNvPr>
              <p:cNvSpPr/>
              <p:nvPr/>
            </p:nvSpPr>
            <p:spPr>
              <a:xfrm>
                <a:off x="9778636" y="4825553"/>
                <a:ext cx="196668" cy="42768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12" name="CuadroTexto 11">
                <a:extLst>
                  <a:ext uri="{FF2B5EF4-FFF2-40B4-BE49-F238E27FC236}">
                    <a16:creationId xmlns:a16="http://schemas.microsoft.com/office/drawing/2014/main" id="{09885F1D-C680-4B82-9EC1-FBF522AD2526}"/>
                  </a:ext>
                </a:extLst>
              </p:cNvPr>
              <p:cNvSpPr txBox="1"/>
              <p:nvPr/>
            </p:nvSpPr>
            <p:spPr>
              <a:xfrm>
                <a:off x="10590569" y="4908001"/>
                <a:ext cx="865450" cy="253916"/>
              </a:xfrm>
              <a:prstGeom prst="rect">
                <a:avLst/>
              </a:prstGeom>
              <a:noFill/>
            </p:spPr>
            <p:txBody>
              <a:bodyPr wrap="square" rtlCol="0">
                <a:spAutoFit/>
              </a:bodyPr>
              <a:lstStyle/>
              <a:p>
                <a:r>
                  <a:rPr lang="es-CO" sz="1050" b="1" dirty="0">
                    <a:latin typeface="Roboto" panose="02000000000000000000" pitchFamily="2" charset="0"/>
                    <a:ea typeface="Roboto" panose="02000000000000000000" pitchFamily="2" charset="0"/>
                  </a:rPr>
                  <a:t>Header</a:t>
                </a:r>
                <a:endParaRPr lang="es-CO" b="1" dirty="0">
                  <a:latin typeface="Roboto" panose="02000000000000000000" pitchFamily="2" charset="0"/>
                  <a:ea typeface="Roboto" panose="02000000000000000000" pitchFamily="2" charset="0"/>
                </a:endParaRPr>
              </a:p>
            </p:txBody>
          </p:sp>
          <p:sp>
            <p:nvSpPr>
              <p:cNvPr id="17" name="CuadroTexto 16">
                <a:extLst>
                  <a:ext uri="{FF2B5EF4-FFF2-40B4-BE49-F238E27FC236}">
                    <a16:creationId xmlns:a16="http://schemas.microsoft.com/office/drawing/2014/main" id="{198FCFA5-ADC2-4D8F-A1BA-83BF762C183C}"/>
                  </a:ext>
                </a:extLst>
              </p:cNvPr>
              <p:cNvSpPr txBox="1"/>
              <p:nvPr/>
            </p:nvSpPr>
            <p:spPr>
              <a:xfrm>
                <a:off x="10081594" y="5204200"/>
                <a:ext cx="308387" cy="215444"/>
              </a:xfrm>
              <a:prstGeom prst="rect">
                <a:avLst/>
              </a:prstGeom>
              <a:noFill/>
            </p:spPr>
            <p:txBody>
              <a:bodyPr wrap="square" rtlCol="0">
                <a:spAutoFit/>
              </a:bodyPr>
              <a:lstStyle/>
              <a:p>
                <a:pPr algn="ctr"/>
                <a:r>
                  <a:rPr lang="es-CO" sz="800" dirty="0">
                    <a:latin typeface="Roboto" panose="02000000000000000000" pitchFamily="2" charset="0"/>
                    <a:ea typeface="Roboto" panose="02000000000000000000" pitchFamily="2" charset="0"/>
                  </a:rPr>
                  <a:t>...</a:t>
                </a:r>
                <a:endParaRPr lang="es-CO" sz="1050" dirty="0">
                  <a:latin typeface="Roboto" panose="02000000000000000000" pitchFamily="2" charset="0"/>
                  <a:ea typeface="Roboto" panose="02000000000000000000" pitchFamily="2" charset="0"/>
                </a:endParaRPr>
              </a:p>
            </p:txBody>
          </p:sp>
        </p:grpSp>
        <p:sp>
          <p:nvSpPr>
            <p:cNvPr id="37" name="Rectángulo 36">
              <a:extLst>
                <a:ext uri="{FF2B5EF4-FFF2-40B4-BE49-F238E27FC236}">
                  <a16:creationId xmlns:a16="http://schemas.microsoft.com/office/drawing/2014/main" id="{53EC4607-509B-40DD-95E0-09300568E4BC}"/>
                </a:ext>
              </a:extLst>
            </p:cNvPr>
            <p:cNvSpPr/>
            <p:nvPr/>
          </p:nvSpPr>
          <p:spPr>
            <a:xfrm>
              <a:off x="6882203" y="5066853"/>
              <a:ext cx="196668" cy="42768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b="1" dirty="0">
                <a:solidFill>
                  <a:schemeClr val="tx1"/>
                </a:solidFill>
                <a:latin typeface="Roboto" panose="02000000000000000000" pitchFamily="2" charset="0"/>
                <a:ea typeface="Roboto" panose="02000000000000000000" pitchFamily="2" charset="0"/>
              </a:endParaRPr>
            </a:p>
          </p:txBody>
        </p:sp>
        <p:sp>
          <p:nvSpPr>
            <p:cNvPr id="38" name="CuadroTexto 37">
              <a:extLst>
                <a:ext uri="{FF2B5EF4-FFF2-40B4-BE49-F238E27FC236}">
                  <a16:creationId xmlns:a16="http://schemas.microsoft.com/office/drawing/2014/main" id="{D454719D-1B1B-4DCB-BCBF-F573A75F1797}"/>
                </a:ext>
              </a:extLst>
            </p:cNvPr>
            <p:cNvSpPr txBox="1"/>
            <p:nvPr/>
          </p:nvSpPr>
          <p:spPr>
            <a:xfrm>
              <a:off x="6476172" y="5059286"/>
              <a:ext cx="430881" cy="369332"/>
            </a:xfrm>
            <a:prstGeom prst="rect">
              <a:avLst/>
            </a:prstGeom>
            <a:noFill/>
          </p:spPr>
          <p:txBody>
            <a:bodyPr wrap="square" rtlCol="0">
              <a:spAutoFit/>
            </a:bodyPr>
            <a:lstStyle/>
            <a:p>
              <a:pPr algn="ctr"/>
              <a:r>
                <a:rPr lang="es-CO" sz="1800" dirty="0">
                  <a:latin typeface="Roboto" panose="02000000000000000000" pitchFamily="2" charset="0"/>
                  <a:ea typeface="Roboto" panose="02000000000000000000" pitchFamily="2" charset="0"/>
                </a:rPr>
                <a:t>...</a:t>
              </a:r>
              <a:endParaRPr lang="es-CO" sz="2800" dirty="0">
                <a:latin typeface="Roboto" panose="02000000000000000000" pitchFamily="2" charset="0"/>
                <a:ea typeface="Roboto" panose="02000000000000000000" pitchFamily="2" charset="0"/>
              </a:endParaRPr>
            </a:p>
          </p:txBody>
        </p:sp>
        <p:sp>
          <p:nvSpPr>
            <p:cNvPr id="42" name="Arco 41">
              <a:extLst>
                <a:ext uri="{FF2B5EF4-FFF2-40B4-BE49-F238E27FC236}">
                  <a16:creationId xmlns:a16="http://schemas.microsoft.com/office/drawing/2014/main" id="{52B05B37-5090-435B-BF91-21389882444F}"/>
                </a:ext>
              </a:extLst>
            </p:cNvPr>
            <p:cNvSpPr/>
            <p:nvPr/>
          </p:nvSpPr>
          <p:spPr>
            <a:xfrm rot="8673183">
              <a:off x="3879044" y="3114691"/>
              <a:ext cx="2051239" cy="2536202"/>
            </a:xfrm>
            <a:prstGeom prst="arc">
              <a:avLst>
                <a:gd name="adj1" fmla="val 15571002"/>
                <a:gd name="adj2" fmla="val 6115291"/>
              </a:avLst>
            </a:prstGeom>
            <a:ln w="19050">
              <a:solidFill>
                <a:schemeClr val="accent6"/>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5" name="Arco 44">
              <a:extLst>
                <a:ext uri="{FF2B5EF4-FFF2-40B4-BE49-F238E27FC236}">
                  <a16:creationId xmlns:a16="http://schemas.microsoft.com/office/drawing/2014/main" id="{A7E18DEF-709C-4557-918E-D2C16A37EE43}"/>
                </a:ext>
              </a:extLst>
            </p:cNvPr>
            <p:cNvSpPr/>
            <p:nvPr/>
          </p:nvSpPr>
          <p:spPr>
            <a:xfrm rot="8673183">
              <a:off x="3917490" y="3334085"/>
              <a:ext cx="2051239" cy="2624992"/>
            </a:xfrm>
            <a:prstGeom prst="arc">
              <a:avLst>
                <a:gd name="adj1" fmla="val 14874066"/>
                <a:gd name="adj2" fmla="val 6115291"/>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6" name="Arco 45">
              <a:extLst>
                <a:ext uri="{FF2B5EF4-FFF2-40B4-BE49-F238E27FC236}">
                  <a16:creationId xmlns:a16="http://schemas.microsoft.com/office/drawing/2014/main" id="{920425D2-41B8-42AD-A991-7328A85BAA6F}"/>
                </a:ext>
              </a:extLst>
            </p:cNvPr>
            <p:cNvSpPr/>
            <p:nvPr/>
          </p:nvSpPr>
          <p:spPr>
            <a:xfrm rot="8511196">
              <a:off x="3979819" y="3451149"/>
              <a:ext cx="2173391" cy="2733600"/>
            </a:xfrm>
            <a:prstGeom prst="arc">
              <a:avLst>
                <a:gd name="adj1" fmla="val 14627596"/>
                <a:gd name="adj2" fmla="val 6013786"/>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grpSp>
    </p:spTree>
    <p:extLst>
      <p:ext uri="{BB962C8B-B14F-4D97-AF65-F5344CB8AC3E}">
        <p14:creationId xmlns:p14="http://schemas.microsoft.com/office/powerpoint/2010/main" val="37028342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66"/>
          <p:cNvSpPr txBox="1">
            <a:spLocks noGrp="1"/>
          </p:cNvSpPr>
          <p:nvPr>
            <p:ph type="title"/>
          </p:nvPr>
        </p:nvSpPr>
        <p:spPr>
          <a:xfrm>
            <a:off x="916650" y="96038"/>
            <a:ext cx="83040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a:t>Referencias</a:t>
            </a:r>
            <a:endParaRPr/>
          </a:p>
        </p:txBody>
      </p:sp>
      <p:sp>
        <p:nvSpPr>
          <p:cNvPr id="715" name="Google Shape;715;p66"/>
          <p:cNvSpPr txBox="1">
            <a:spLocks noGrp="1"/>
          </p:cNvSpPr>
          <p:nvPr>
            <p:ph type="body" idx="1"/>
          </p:nvPr>
        </p:nvSpPr>
        <p:spPr>
          <a:xfrm>
            <a:off x="916650" y="834260"/>
            <a:ext cx="10639097" cy="5718940"/>
          </a:xfrm>
          <a:prstGeom prst="rect">
            <a:avLst/>
          </a:prstGeom>
        </p:spPr>
        <p:txBody>
          <a:bodyPr spcFirstLastPara="1" wrap="square" lIns="91425" tIns="45700" rIns="91425" bIns="45700" anchor="t" anchorCtr="0">
            <a:noAutofit/>
          </a:bodyPr>
          <a:lstStyle/>
          <a:p>
            <a:pPr marL="457200" lvl="0" indent="-381000" algn="l" rtl="0">
              <a:lnSpc>
                <a:spcPct val="100000"/>
              </a:lnSpc>
              <a:spcBef>
                <a:spcPts val="600"/>
              </a:spcBef>
              <a:spcAft>
                <a:spcPts val="0"/>
              </a:spcAft>
              <a:buSzPts val="2400"/>
              <a:buFont typeface="Roboto"/>
              <a:buChar char="●"/>
            </a:pPr>
            <a:r>
              <a:rPr lang="es-MX" sz="2000" dirty="0">
                <a:hlinkClick r:id="rId3"/>
              </a:rPr>
              <a:t>https://www.mongodb.com/resources/basics/databases/nosql-explained</a:t>
            </a:r>
            <a:endParaRPr lang="es-MX" sz="2000" dirty="0"/>
          </a:p>
          <a:p>
            <a:pPr marL="457200" lvl="0" indent="-381000" algn="l" rtl="0">
              <a:lnSpc>
                <a:spcPct val="100000"/>
              </a:lnSpc>
              <a:spcBef>
                <a:spcPts val="600"/>
              </a:spcBef>
              <a:spcAft>
                <a:spcPts val="0"/>
              </a:spcAft>
              <a:buSzPts val="2400"/>
              <a:buFont typeface="Roboto"/>
              <a:buChar char="●"/>
            </a:pPr>
            <a:r>
              <a:rPr lang="es-CO" sz="2000" dirty="0">
                <a:hlinkClick r:id="rId4"/>
              </a:rPr>
              <a:t>https://blog.bytebytego.com/p/sql-vs-nosql-choosing-the-right-database</a:t>
            </a:r>
            <a:endParaRPr lang="es-MX" sz="2000" dirty="0"/>
          </a:p>
          <a:p>
            <a:pPr marL="457200" lvl="0" indent="-381000" algn="l" rtl="0">
              <a:lnSpc>
                <a:spcPct val="100000"/>
              </a:lnSpc>
              <a:spcBef>
                <a:spcPts val="600"/>
              </a:spcBef>
              <a:spcAft>
                <a:spcPts val="0"/>
              </a:spcAft>
              <a:buSzPts val="2400"/>
              <a:buFont typeface="Roboto"/>
              <a:buChar char="●"/>
            </a:pPr>
            <a:r>
              <a:rPr lang="es-CO" sz="2000" dirty="0">
                <a:hlinkClick r:id="rId5"/>
              </a:rPr>
              <a:t>https://cs186berkeley.net/notes/note17/</a:t>
            </a:r>
            <a:endParaRPr lang="es-CO" sz="2000" dirty="0"/>
          </a:p>
          <a:p>
            <a:pPr marL="457200" lvl="0" indent="-381000" algn="l" rtl="0">
              <a:lnSpc>
                <a:spcPct val="100000"/>
              </a:lnSpc>
              <a:spcBef>
                <a:spcPts val="600"/>
              </a:spcBef>
              <a:spcAft>
                <a:spcPts val="0"/>
              </a:spcAft>
              <a:buSzPts val="2400"/>
              <a:buFont typeface="Roboto"/>
              <a:buChar char="●"/>
            </a:pPr>
            <a:r>
              <a:rPr lang="es-MX" sz="2000" dirty="0">
                <a:hlinkClick r:id="rId6"/>
              </a:rPr>
              <a:t>https://levelup.gitconnected.com/postgresql-deep-dive-the-anatomy-of-disk-file-and-page-layout-part-2-9b6fb7ede383</a:t>
            </a:r>
            <a:endParaRPr lang="es-MX" sz="2000" dirty="0"/>
          </a:p>
          <a:p>
            <a:pPr marL="457200" lvl="0" indent="-381000" algn="l" rtl="0">
              <a:lnSpc>
                <a:spcPct val="100000"/>
              </a:lnSpc>
              <a:spcBef>
                <a:spcPts val="600"/>
              </a:spcBef>
              <a:spcAft>
                <a:spcPts val="0"/>
              </a:spcAft>
              <a:buSzPts val="2400"/>
              <a:buFont typeface="Roboto"/>
              <a:buChar char="●"/>
            </a:pPr>
            <a:r>
              <a:rPr lang="es-CO" sz="2000" dirty="0">
                <a:hlinkClick r:id="rId7"/>
              </a:rPr>
              <a:t>https://medium.com/@pablo.lopez.santori/what-do-postgres-tables-actually-look-like-426028eabc1a</a:t>
            </a:r>
            <a:r>
              <a:rPr lang="es-MX" sz="2000" dirty="0"/>
              <a:t> </a:t>
            </a:r>
          </a:p>
          <a:p>
            <a:pPr marL="457200" lvl="0" indent="-381000" algn="l" rtl="0">
              <a:lnSpc>
                <a:spcPct val="100000"/>
              </a:lnSpc>
              <a:spcBef>
                <a:spcPts val="600"/>
              </a:spcBef>
              <a:spcAft>
                <a:spcPts val="0"/>
              </a:spcAft>
              <a:buSzPts val="2400"/>
              <a:buFont typeface="Roboto"/>
              <a:buChar char="●"/>
            </a:pPr>
            <a:r>
              <a:rPr lang="es-CO" sz="2000" dirty="0">
                <a:hlinkClick r:id="rId8"/>
              </a:rPr>
              <a:t>https://michalpitr.substack.com/p/how-does-sqlite-store-data</a:t>
            </a:r>
            <a:r>
              <a:rPr lang="es-MX" sz="2000" dirty="0"/>
              <a:t> </a:t>
            </a:r>
            <a:r>
              <a:rPr lang="es-CO" sz="2000" dirty="0"/>
              <a:t> </a:t>
            </a:r>
          </a:p>
          <a:p>
            <a:pPr marL="457200" lvl="0" indent="-381000" algn="l" rtl="0">
              <a:lnSpc>
                <a:spcPct val="100000"/>
              </a:lnSpc>
              <a:spcBef>
                <a:spcPts val="600"/>
              </a:spcBef>
              <a:spcAft>
                <a:spcPts val="0"/>
              </a:spcAft>
              <a:buSzPts val="2400"/>
              <a:buFont typeface="Roboto"/>
              <a:buChar char="●"/>
            </a:pPr>
            <a:r>
              <a:rPr lang="es-MX" sz="2000" dirty="0">
                <a:hlinkClick r:id="rId9"/>
              </a:rPr>
              <a:t>https://cs186berkeley.net/notes/note3/</a:t>
            </a:r>
            <a:r>
              <a:rPr lang="es-CO" sz="2000" dirty="0"/>
              <a:t> </a:t>
            </a:r>
          </a:p>
          <a:p>
            <a:pPr marL="457200" lvl="0" indent="-381000" algn="l" rtl="0">
              <a:lnSpc>
                <a:spcPct val="100000"/>
              </a:lnSpc>
              <a:spcBef>
                <a:spcPts val="600"/>
              </a:spcBef>
              <a:spcAft>
                <a:spcPts val="0"/>
              </a:spcAft>
              <a:buSzPts val="2400"/>
              <a:buFont typeface="Roboto"/>
              <a:buChar char="●"/>
            </a:pPr>
            <a:r>
              <a:rPr lang="es-MX" sz="2000" dirty="0">
                <a:hlinkClick r:id="rId10"/>
              </a:rPr>
              <a:t>https://github.com/MIT-DB-Class/simple-db-hw</a:t>
            </a:r>
            <a:r>
              <a:rPr lang="es-CO" sz="2000" dirty="0"/>
              <a:t> </a:t>
            </a:r>
          </a:p>
          <a:p>
            <a:pPr marL="457200" lvl="0" indent="-381000" algn="l" rtl="0">
              <a:lnSpc>
                <a:spcPct val="100000"/>
              </a:lnSpc>
              <a:spcBef>
                <a:spcPts val="600"/>
              </a:spcBef>
              <a:spcAft>
                <a:spcPts val="0"/>
              </a:spcAft>
              <a:buSzPts val="2400"/>
              <a:buFont typeface="Roboto"/>
              <a:buChar char="●"/>
            </a:pPr>
            <a:r>
              <a:rPr lang="es-MX" sz="2000" dirty="0">
                <a:hlinkClick r:id="rId11"/>
              </a:rPr>
              <a:t>https://simpledb-java.netlify.app/#/</a:t>
            </a:r>
            <a:r>
              <a:rPr lang="es-CO" sz="2000" dirty="0"/>
              <a:t> </a:t>
            </a:r>
          </a:p>
          <a:p>
            <a:pPr marL="457200" lvl="0" indent="-381000" algn="l" rtl="0">
              <a:lnSpc>
                <a:spcPct val="100000"/>
              </a:lnSpc>
              <a:spcBef>
                <a:spcPts val="600"/>
              </a:spcBef>
              <a:spcAft>
                <a:spcPts val="0"/>
              </a:spcAft>
              <a:buSzPts val="2400"/>
              <a:buFont typeface="Roboto"/>
              <a:buChar char="●"/>
            </a:pPr>
            <a:r>
              <a:rPr lang="es-MX" sz="2000" dirty="0">
                <a:hlinkClick r:id="rId12"/>
              </a:rPr>
              <a:t>https://github.com/quazi-irfan/pySimpleDB</a:t>
            </a:r>
            <a:endParaRPr lang="es-MX" sz="2000" dirty="0"/>
          </a:p>
          <a:p>
            <a:pPr marL="457200" lvl="0" indent="-381000" algn="l" rtl="0">
              <a:lnSpc>
                <a:spcPct val="100000"/>
              </a:lnSpc>
              <a:spcBef>
                <a:spcPts val="600"/>
              </a:spcBef>
              <a:spcAft>
                <a:spcPts val="0"/>
              </a:spcAft>
              <a:buSzPts val="2400"/>
              <a:buFont typeface="Roboto"/>
              <a:buChar char="●"/>
            </a:pPr>
            <a:r>
              <a:rPr lang="es-CO" sz="2000" dirty="0">
                <a:hlinkClick r:id="rId13"/>
              </a:rPr>
              <a:t>https://tinydb.readthedocs.io/en/latest/</a:t>
            </a:r>
            <a:r>
              <a:rPr lang="es-MX" sz="2000" dirty="0"/>
              <a:t> </a:t>
            </a:r>
            <a:r>
              <a:rPr lang="es-CO" sz="2000" dirty="0"/>
              <a:t> </a:t>
            </a:r>
            <a:endParaRPr lang="es-MX" sz="2000" dirty="0"/>
          </a:p>
          <a:p>
            <a:pPr marL="457200" lvl="0" indent="-381000" algn="l" rtl="0">
              <a:lnSpc>
                <a:spcPct val="100000"/>
              </a:lnSpc>
              <a:spcBef>
                <a:spcPts val="600"/>
              </a:spcBef>
              <a:spcAft>
                <a:spcPts val="0"/>
              </a:spcAft>
              <a:buSzPts val="2400"/>
              <a:buFont typeface="Roboto"/>
              <a:buChar char="●"/>
            </a:pPr>
            <a:endParaRPr sz="2000" dirty="0"/>
          </a:p>
          <a:p>
            <a:pPr marL="0" lvl="0" indent="0" algn="l" rtl="0">
              <a:spcBef>
                <a:spcPts val="1000"/>
              </a:spcBef>
              <a:spcAft>
                <a:spcPts val="0"/>
              </a:spcAft>
              <a:buNone/>
            </a:pPr>
            <a:endParaRPr sz="1050" dirty="0">
              <a:latin typeface="Arial"/>
              <a:ea typeface="Arial"/>
              <a:cs typeface="Arial"/>
              <a:sym typeface="Arial"/>
            </a:endParaRPr>
          </a:p>
          <a:p>
            <a:pPr marL="0" lvl="0" indent="0" algn="l" rtl="0">
              <a:spcBef>
                <a:spcPts val="1000"/>
              </a:spcBef>
              <a:spcAft>
                <a:spcPts val="0"/>
              </a:spcAft>
              <a:buNone/>
            </a:pPr>
            <a:endParaRPr sz="2400" dirty="0"/>
          </a:p>
          <a:p>
            <a:pPr marL="457200" lvl="0" indent="0" algn="l" rtl="0">
              <a:spcBef>
                <a:spcPts val="1000"/>
              </a:spcBef>
              <a:spcAft>
                <a:spcPts val="0"/>
              </a:spcAft>
              <a:buNone/>
            </a:pPr>
            <a:endParaRPr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67"/>
          <p:cNvSpPr txBox="1">
            <a:spLocks noGrp="1"/>
          </p:cNvSpPr>
          <p:nvPr>
            <p:ph type="subTitle" idx="1"/>
          </p:nvPr>
        </p:nvSpPr>
        <p:spPr>
          <a:xfrm>
            <a:off x="1524000" y="4872871"/>
            <a:ext cx="9144000" cy="1106400"/>
          </a:xfrm>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s-ES" dirty="0"/>
              <a:t>Curso de </a:t>
            </a:r>
            <a:r>
              <a:rPr lang="es-MX" dirty="0"/>
              <a:t>Estructuras de datos</a:t>
            </a:r>
            <a:endParaRPr dirty="0"/>
          </a:p>
          <a:p>
            <a:pPr marL="0" lvl="0" indent="0" algn="ctr" rtl="0">
              <a:spcBef>
                <a:spcPts val="1000"/>
              </a:spcBef>
              <a:spcAft>
                <a:spcPts val="0"/>
              </a:spcAft>
              <a:buClr>
                <a:schemeClr val="dk1"/>
              </a:buClr>
              <a:buSzPts val="1100"/>
              <a:buFont typeface="Arial"/>
              <a:buNone/>
            </a:pPr>
            <a:r>
              <a:rPr lang="es-ES" dirty="0"/>
              <a:t>Clase 4 – </a:t>
            </a:r>
            <a:r>
              <a:rPr lang="es-MX" dirty="0"/>
              <a:t>Archivos (Parte 1)</a:t>
            </a:r>
            <a:endParaRPr dirty="0"/>
          </a:p>
          <a:p>
            <a:pPr marL="0" lvl="0" indent="0" algn="ctr" rtl="0">
              <a:spcBef>
                <a:spcPts val="1000"/>
              </a:spcBef>
              <a:spcAft>
                <a:spcPts val="0"/>
              </a:spcAft>
              <a:buNone/>
            </a:pPr>
            <a:endParaRPr dirty="0"/>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20261</TotalTime>
  <Words>4725</Words>
  <Application>Microsoft Office PowerPoint</Application>
  <PresentationFormat>Panorámica</PresentationFormat>
  <Paragraphs>1152</Paragraphs>
  <Slides>51</Slides>
  <Notes>51</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51</vt:i4>
      </vt:variant>
    </vt:vector>
  </HeadingPairs>
  <TitlesOfParts>
    <vt:vector size="59" baseType="lpstr">
      <vt:lpstr>Consolas</vt:lpstr>
      <vt:lpstr>Arial</vt:lpstr>
      <vt:lpstr>Calibri</vt:lpstr>
      <vt:lpstr>Roboto</vt:lpstr>
      <vt:lpstr>Helvetica Neue</vt:lpstr>
      <vt:lpstr>Roboto Slab</vt:lpstr>
      <vt:lpstr>Cambria Math</vt:lpstr>
      <vt:lpstr>Tema de Office</vt:lpstr>
      <vt:lpstr>Curso Estructuras de datos</vt:lpstr>
      <vt:lpstr>Sobre el curso</vt:lpstr>
      <vt:lpstr>Base de datos</vt:lpstr>
      <vt:lpstr>Representando los datos</vt:lpstr>
      <vt:lpstr>Representación de los datos</vt:lpstr>
      <vt:lpstr>Representación de los datos</vt:lpstr>
      <vt:lpstr>Archivos, paginas, registros</vt:lpstr>
      <vt:lpstr>Representaciones</vt:lpstr>
      <vt:lpstr>Representaciones</vt:lpstr>
      <vt:lpstr>Archivos de paginas de registros</vt:lpstr>
      <vt:lpstr>Preguntas claves</vt:lpstr>
      <vt:lpstr> Buffer Pool (Buffer de la base de datos)</vt:lpstr>
      <vt:lpstr>Gestión de paginas en el Buffer Pool</vt:lpstr>
      <vt:lpstr>Gestión de paginas en el Buffer Pool</vt:lpstr>
      <vt:lpstr>Gestión de paginas en el Buffer Pool</vt:lpstr>
      <vt:lpstr>Gestión de paginas en el Buffer Pool</vt:lpstr>
      <vt:lpstr>Gestión de paginas en el Buffer Pool</vt:lpstr>
      <vt:lpstr>Gestión de paginas en el Buffer Pool</vt:lpstr>
      <vt:lpstr>Gestión de paginas en el Buffer Pool</vt:lpstr>
      <vt:lpstr>Conceptos claves</vt:lpstr>
      <vt:lpstr>Conceptos claves</vt:lpstr>
      <vt:lpstr>Conceptos claves</vt:lpstr>
      <vt:lpstr>Conceptos claves</vt:lpstr>
      <vt:lpstr>Estructura de los archivos bases de datos</vt:lpstr>
      <vt:lpstr>Tipos de archivos de bases de datos </vt:lpstr>
      <vt:lpstr>Unordered heap files</vt:lpstr>
      <vt:lpstr>Unordered heap files</vt:lpstr>
      <vt:lpstr>Unordered heap files – Lista enlazada </vt:lpstr>
      <vt:lpstr>Unordered heap files – Directorio</vt:lpstr>
      <vt:lpstr>Comparación de las implementaciones</vt:lpstr>
      <vt:lpstr>Comparación de las implementaciones</vt:lpstr>
      <vt:lpstr>Comparación de las implementaciones</vt:lpstr>
      <vt:lpstr>Definición del problema</vt:lpstr>
      <vt:lpstr>Definición del problema</vt:lpstr>
      <vt:lpstr>Tipos de registros</vt:lpstr>
      <vt:lpstr>Registros de longitud fija</vt:lpstr>
      <vt:lpstr>Registros de longitud fija</vt:lpstr>
      <vt:lpstr>Registros de longitud fija</vt:lpstr>
      <vt:lpstr>Registros de longitud fija - Inserción</vt:lpstr>
      <vt:lpstr>Registros de longitud fija - Inserción</vt:lpstr>
      <vt:lpstr>Registros de longitud fija - Eliminación</vt:lpstr>
      <vt:lpstr>Registros de longitud fija - Eliminación</vt:lpstr>
      <vt:lpstr>Registros de longitud fija - Eliminación</vt:lpstr>
      <vt:lpstr>Registros de longitud fija - Eliminación</vt:lpstr>
      <vt:lpstr>Registros de longitud fija – Uso de bitmap</vt:lpstr>
      <vt:lpstr>Registros de longitud fija – Uso de bitmap</vt:lpstr>
      <vt:lpstr>Registros de longitud fija</vt:lpstr>
      <vt:lpstr>Registros de longitud fija – Uso de bitmap</vt:lpstr>
      <vt:lpstr>Registros de longitud fija– Sloted page </vt:lpstr>
      <vt:lpstr>Referencias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Matemáticas Discretas I</dc:title>
  <dc:creator>Usuario</dc:creator>
  <cp:lastModifiedBy>HENRY ALBERTO ARCILA RAMIREZ</cp:lastModifiedBy>
  <cp:revision>137</cp:revision>
  <dcterms:modified xsi:type="dcterms:W3CDTF">2026-03-06T12:48:50Z</dcterms:modified>
</cp:coreProperties>
</file>